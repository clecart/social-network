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61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0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1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51460658"/>
        <c:axId val="57089037"/>
      </c:barChart>
      <c:catAx>
        <c:axId val="5146065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7089037"/>
        <c:crosses val="autoZero"/>
        <c:auto val="1"/>
        <c:lblAlgn val="ctr"/>
        <c:lblOffset val="100"/>
        <c:noMultiLvlLbl val="0"/>
      </c:catAx>
      <c:valAx>
        <c:axId val="57089037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1460658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7581AB5-ADAF-4401-8FC1-CD2531BEEE2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8F9690-726D-461C-8C8F-BA42F2325A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D42203-C004-497E-B9FE-A6CB82DDA0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3CB3E9-75A7-48A6-AF1B-F336A94DA8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53F54E-9DAF-4110-9DC6-767FD948D6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30DE03-5280-439B-935F-67DB8FAFFA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DFB0FE-4B8F-40DA-BDD1-8B189D9B85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0E6321-077D-47A5-88FB-5A2AB6C74E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3380C6-6E63-4F2C-A547-F673EE818C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4AF475-E200-415D-BEAA-E4211E250E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1CC4B9-0238-4F64-AC81-2C9E7454CD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4F8961-914D-467D-B92E-520B823550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78247D-BE1D-4951-B078-42A0BFD4BB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34B244-44B7-466A-B5AF-4240911F17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F6EC25-6C82-40AA-9B30-CCFA227F8E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4B11A9-7859-4BFE-B34C-5FD18D2C68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99C78C-26C6-4129-B03C-38A3C502A3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1C5BC1-3D98-41B9-A8CE-F787FA8BB6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08341A-65F7-4ECB-A482-A00116D0DF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95852F-9328-4FCE-A18B-DBE9B364FE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0F47CD-92F8-459D-8041-D61601DB7B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414748-411C-4F34-9BF3-39FD73BFEA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ED0088-5317-4DE6-BF16-412FCA4EF0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6A4665-CA1D-4A6C-917C-93077CFE00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18706F-BE34-4DC0-8700-4AC92164FF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334632-78A7-4B3C-A569-CD07373B47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489CDA-C01E-4462-9EB9-1AB20365FE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3C1C4E-0DCA-4117-BECC-8747AB4C67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6F0A10-F5D6-4BDA-8B8D-CA94D88241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E43C09-224E-4C1B-82A3-DF3500378B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D0DB74-681D-4316-9613-B18E771500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0A10D1-F300-4B75-9907-1054F5C289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F5F986-B61E-4DB9-9EB3-20E8CAD7A8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DB1EAA-9981-4C6D-903D-3295AF0424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E0F5B0-60F8-4577-991D-5F8A8DCD89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EF2CF9-3EA2-479E-8D0F-FEEB0E9FB6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29DB58-3FB5-4E74-9971-B95C17BDE4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C64CE6-DB5B-4415-882C-F69308A433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5A8C1E-C14E-4FB7-BA58-188A239C48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258186-AB36-4986-B50D-D43AC92D41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4BBEB6-FC4B-4980-A18F-A610F6CB2D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ED3D5C-4692-4CF4-B919-27491C4E6D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0EB06E-C2C3-47DC-88C2-A36A269B5E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486851-EACD-4EBD-93AD-12DF5003DC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38F156-93C7-4DA4-8F82-98754FB684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8344F9-CDB9-49A6-8246-3EFC230ADB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4B8B93-611F-49B0-8A00-F83BB58A40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4342D2-EF56-473D-853B-E666BEF802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09800" cy="730980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5400" cy="63954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7800" cy="273780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2040" cy="4060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20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300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300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30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1880" cy="31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09800" cy="8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0360" cy="411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2200" cy="365220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0520" cy="164052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air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58840" cy="6346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756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2960" cy="3603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480" tIns="45000" rIns="6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10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524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reconv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ersion,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58840" cy="6346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756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2960" cy="3603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480" tIns="45000" rIns="6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10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524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58840" cy="6346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756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2960" cy="3603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480" tIns="45000" rIns="6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10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ption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524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58840" cy="6346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756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2960" cy="3603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480" tIns="45000" rIns="6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10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524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58840" cy="6346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756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2960" cy="3603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480" tIns="45000" rIns="6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10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524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sation,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producti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58840" cy="6346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756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2960" cy="3603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480" tIns="45000" rIns="6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10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524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0680" cy="29206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0680" cy="3603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06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70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7000" cy="12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3400" cy="12747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340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34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3400" cy="12747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340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34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3400" cy="12747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340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34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3400" cy="12747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340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34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5560" cy="11833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7520" cy="49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752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048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7520" cy="49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7520" cy="56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048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7520" cy="49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752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048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7520" cy="49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7520" cy="53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048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3760" cy="1823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49320" cy="45666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3640" cy="3236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188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4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38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3640" cy="3236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188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4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38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3640" cy="32364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188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4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38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3640" cy="32364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188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4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38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3640" cy="32364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188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4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38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3640" cy="32364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188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4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38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74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57280" y="2103120"/>
            <a:ext cx="2189160" cy="16862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80240" y="2240280"/>
            <a:ext cx="543240" cy="5432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80240" y="2168280"/>
            <a:ext cx="543240" cy="62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48720" y="2834640"/>
            <a:ext cx="2006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48720" y="3154680"/>
            <a:ext cx="20062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87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824200" y="2103120"/>
            <a:ext cx="2189160" cy="16862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647160" y="2240280"/>
            <a:ext cx="543240" cy="543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647160" y="2096280"/>
            <a:ext cx="54324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915640" y="2834640"/>
            <a:ext cx="2006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Planification de phase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915640" y="3154680"/>
            <a:ext cx="20062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5054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5091480" y="2103120"/>
            <a:ext cx="2189160" cy="16862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914440" y="2240280"/>
            <a:ext cx="543240" cy="543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914440" y="2132280"/>
            <a:ext cx="54324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182920" y="2834640"/>
            <a:ext cx="2006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182920" y="3154680"/>
            <a:ext cx="20062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15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322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358760" y="2103120"/>
            <a:ext cx="2189160" cy="16862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181720" y="2240280"/>
            <a:ext cx="543240" cy="543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217720" y="2132280"/>
            <a:ext cx="54324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450200" y="2834640"/>
            <a:ext cx="2006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450200" y="3154680"/>
            <a:ext cx="20062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phase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58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625680" y="2103120"/>
            <a:ext cx="2189160" cy="16862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448640" y="2240280"/>
            <a:ext cx="543240" cy="543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448640" y="2240280"/>
            <a:ext cx="5432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717120" y="2834640"/>
            <a:ext cx="2006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717120" y="3154680"/>
            <a:ext cx="20062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672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38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89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89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89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89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672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38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46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5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46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5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de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46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5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priorisées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46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5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757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2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7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5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ekt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RNC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378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CDA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Chri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stop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he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Lec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19080" cy="42930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40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3160" cy="320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1480" cy="14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1480" cy="14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1480" cy="14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40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3160" cy="320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1480" cy="14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1480" cy="14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1480" cy="14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1480" cy="14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1480" cy="14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40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3160" cy="32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1480" cy="14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1480" cy="14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1480" cy="14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1480" cy="14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40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3160" cy="32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1480" cy="14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1480" cy="14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1480" cy="14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1480" cy="14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68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2040" cy="1046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1480" cy="14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68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2040" cy="2098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1480" cy="14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09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2040" cy="10468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1480" cy="14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920" tIns="45000" rIns="70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33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5760" cy="42930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0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6800" cy="406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68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7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6800" cy="4068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68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7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6800" cy="406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68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7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6800" cy="4068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68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7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757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0980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09800" cy="4060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0400" cy="223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04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25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40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40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4400" cy="10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32760" rIns="522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52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4400" cy="10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32760" rIns="522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52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4400" cy="10440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32760" rIns="522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52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4400" cy="10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32760" rIns="522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52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40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·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7480" cy="17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920" tIns="45000" rIns="88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74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3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7480" cy="17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920" tIns="45000" rIns="88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74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3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7480" cy="17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920" tIns="45000" rIns="88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74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3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7480" cy="17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920" tIns="45000" rIns="88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74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3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0520" cy="360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4052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3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5040" cy="4566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49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6080" cy="406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636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6080" cy="406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636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6080" cy="406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636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approuvée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6080" cy="406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636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6080" cy="4060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636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6720" cy="21891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69520" cy="15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6720" cy="21891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69520" cy="159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2440" cy="18234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4680" cy="63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4680" cy="64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69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695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2440" cy="18234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4680" cy="63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46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69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695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2440" cy="18234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4680" cy="634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4680" cy="90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69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695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2440" cy="18234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4680" cy="634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7000" cy="7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69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695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2440" cy="18234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4680" cy="63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46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69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695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12640" y="1691640"/>
            <a:ext cx="2152440" cy="13662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12640" y="1783080"/>
            <a:ext cx="215244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12640" y="2560320"/>
            <a:ext cx="21524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61920" y="1691640"/>
            <a:ext cx="2152440" cy="13662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61920" y="1783080"/>
            <a:ext cx="215244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61920" y="2560320"/>
            <a:ext cx="21524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11560" y="1691640"/>
            <a:ext cx="2152440" cy="13662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11560" y="1783080"/>
            <a:ext cx="215244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11560" y="2560320"/>
            <a:ext cx="21524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60840" y="1691640"/>
            <a:ext cx="2152440" cy="13662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60840" y="1783080"/>
            <a:ext cx="215244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60840" y="2560320"/>
            <a:ext cx="21524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10480" y="1691640"/>
            <a:ext cx="2152440" cy="13662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10480" y="1783080"/>
            <a:ext cx="215244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10480" y="2560320"/>
            <a:ext cx="21524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58840" cy="10918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4400" cy="1091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200" tIns="45000" rIns="52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7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44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58840" cy="10918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4400" cy="109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200" tIns="45000" rIns="52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7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44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58840" cy="10918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4400" cy="10918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200" tIns="45000" rIns="52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7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44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58840" cy="10918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4400" cy="109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200" tIns="45000" rIns="52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7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7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7680" cy="2234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7680" cy="2234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7680" cy="22348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buffer SSE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compatibl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7680" cy="2234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7680" cy="2234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intégration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7680" cy="22348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64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89160" cy="27378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89160" cy="3603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891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0560" cy="20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0520" cy="27378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0520" cy="3603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052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7640" cy="20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2040" cy="27378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2040" cy="3603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20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7720" cy="20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6520" cy="10004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6040" cy="10004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2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22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6520" cy="10004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6040" cy="10004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2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22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6520" cy="10004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6040" cy="10004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2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22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588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484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48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7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2200" cy="19605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7520" cy="49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752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644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6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Post,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Comment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,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Reactio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2200" cy="19605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7520" cy="49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7520" cy="6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644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6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2200" cy="19605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7520" cy="49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69520" cy="82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644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6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2200" cy="19605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7520" cy="49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7520" cy="62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644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6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2200" cy="19605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7520" cy="49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7520" cy="62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644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6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2200" cy="19605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7520" cy="49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752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644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6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58840" cy="8175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7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164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2040" cy="14576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20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2040" cy="12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8916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2040" cy="14576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20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2040" cy="12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8916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2040" cy="14576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20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2040" cy="12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8916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19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19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58840" cy="14119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7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308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58840" cy="8175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7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164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58840" cy="27378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1760" cy="1317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1760" cy="1317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1760" cy="1317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(id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PK,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userId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FK →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USER.i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d,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image,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expire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sAt, 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</a:t>
            </a: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164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58840" cy="70776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30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58840" cy="8175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7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164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8160" cy="34729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1760" cy="1317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1760" cy="1317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1760" cy="1317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1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2120" cy="45666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7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090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48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090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48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090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48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090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48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7800" cy="12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7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7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7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7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7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7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7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3480" cy="456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1960" cy="17319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1960" cy="145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196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0440" cy="10004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0440" cy="10004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0440" cy="10004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0440" cy="10004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0440" cy="10004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0440" cy="10004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0440" cy="10004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0440" cy="10004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04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1000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1000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47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sig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sys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2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0520" cy="10004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0520" cy="10004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0520" cy="10004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0520" cy="10004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0520" cy="10004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0520" cy="10004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7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2440" cy="26463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764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22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2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3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3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3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3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3280" cy="2872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3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2440" cy="10004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1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19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1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19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1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19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69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3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69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3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69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3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69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3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69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3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69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3800" cy="45666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920" cy="23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53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0600" cy="3146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06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53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5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7800" cy="8632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49320" cy="86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840" tIns="45000" rIns="24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34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1000" cy="3236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1000" cy="3236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1000" cy="3236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1000" cy="3236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1000" cy="3236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1000" cy="3236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1000" cy="3236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19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47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77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0520" cy="4975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0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0520" cy="4975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0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0520" cy="4975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0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79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79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79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2200" cy="7718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0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79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58840" cy="7718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164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57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49080" cy="497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4908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49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49080" cy="497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4908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49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604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200" rIns="1800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49080" cy="497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4908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49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604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200" rIns="1800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49080" cy="497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4908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49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49080" cy="497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4908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49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1320" cy="860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3200" rIns="1584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2040" cy="17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6040" cy="86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19440" rIns="432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0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2040" cy="17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6040" cy="86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19440" rIns="432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0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6040" cy="860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604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7680" cy="17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-21960" rIns="33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6040" cy="86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19440" rIns="432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0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</a:t>
            </a: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message  </a:t>
            </a: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49480" cy="17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6040" cy="86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19440" rIns="432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80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6040" cy="86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6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768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-21960" rIns="33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6040" cy="86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19440" rIns="432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0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6440" cy="104616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88960" cy="223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8896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0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2040" cy="17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6040" cy="86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19440" rIns="432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0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6040" cy="17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-21960" rIns="432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6040" cy="86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6040" cy="86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tIns="19440" rIns="432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0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09800" cy="45666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1760" cy="1317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1760" cy="1317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1760" cy="1317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.setExpirationTime('480m')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5040" cy="45666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5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60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6080" cy="47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60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480min (8h)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60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6080" cy="406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608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4760" cy="4975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47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4760" cy="4975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47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4760" cy="4975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47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4760" cy="4975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47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4760" cy="4975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47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35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7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5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35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20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20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58840" cy="9547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164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09800" cy="45666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1760" cy="1317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1760" cy="1317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1760" cy="1317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</a:t>
            </a: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start</a:t>
            </a: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(cont</a:t>
            </a: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rolle</a:t>
            </a: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40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5040" cy="45666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5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6080" cy="40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7680" cy="2234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7680" cy="2234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7680" cy="22348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7680" cy="2234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7680" cy="2234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2200" cy="22348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7680" cy="22348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64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88960" cy="28728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889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636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09800" cy="45666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1760" cy="1317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1760" cy="1317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1760" cy="1317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token)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return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NextRespo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nse.redir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ect('/log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40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5040" cy="45666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5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60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60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6080" cy="406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6080" cy="8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6720" cy="45666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03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03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03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03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03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03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03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6720" cy="45666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3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668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3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6200" cy="2505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620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6200" cy="2505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620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6200" cy="2505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620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6200" cy="2505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620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6200" cy="2505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620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66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Noto Sans CJK SC"/>
              </a:rPr>
              <a:t>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721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0980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1760" cy="1317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1760" cy="1317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1760" cy="1317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54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user: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{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selec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t: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{ id,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usern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ame,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avata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 } }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structuré +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5040" cy="4566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49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6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Noto Sans CJK SC"/>
              </a:rPr>
              <a:t>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721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384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3840" cy="3603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3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384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3840" cy="360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38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pattern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utilisé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partout dans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695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Noto Sans CJK SC"/>
              </a:rPr>
              <a:t>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721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09800" cy="863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4400" cy="863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1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0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3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02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09800" cy="863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4400" cy="86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1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0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3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3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09800" cy="863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4400" cy="863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1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0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3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query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texte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array de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0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09800" cy="863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4400" cy="863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200" tIns="45000" rIns="522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1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0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3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796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5040" cy="4566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49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0560" cy="94788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0560" cy="94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6520" cy="132948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6520" cy="13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7560" cy="152028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7560" cy="15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3680" cy="399960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6160" cy="2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4160" cy="7304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080" tIns="45000" rIns="370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5640" cy="32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7120" cy="2401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7120" cy="2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7400" cy="40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4160" cy="7304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080" tIns="45000" rIns="370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5640" cy="32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7120" cy="2401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7120" cy="2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7400" cy="40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4160" cy="7304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080" tIns="45000" rIns="370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5640" cy="32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7120" cy="2401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7120" cy="2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7400" cy="40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4160" cy="7304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080" tIns="45000" rIns="370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5640" cy="32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7120" cy="2401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7120" cy="2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7400" cy="40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58840" cy="6804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164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continu — Vercel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4680" cy="6346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46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79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4680" cy="63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468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build · intégration Git native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4680" cy="634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468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4680" cy="634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46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4680" cy="63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468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4680" cy="634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468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4680" cy="6346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468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6200" cy="2189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4680" cy="63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468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47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4760" cy="7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58840" cy="15490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10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Pipeline Vercel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30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push vers main → build Vercel déclenché automatiquement par intégration Git native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30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Preview URL unique générée par PR — testable avant merge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30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~2 min commit → preview  ·  rollback one-click si régression prod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30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Secrets via env vars Vercel · jamais committés · SSL automatique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30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30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757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59240" cy="11833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59240" cy="676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592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59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59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298960" y="2514600"/>
            <a:ext cx="19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59240" cy="11833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59240" cy="67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592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59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59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intégration Git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15520" y="2514600"/>
            <a:ext cx="19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59600" cy="11833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59600" cy="67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59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59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5960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932080" y="2514600"/>
            <a:ext cx="195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59600" cy="11833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59600" cy="67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59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59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5960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748640" y="2514600"/>
            <a:ext cx="19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59240" cy="11833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59240" cy="676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592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59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59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565200" y="2514600"/>
            <a:ext cx="19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59240" cy="11833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59240" cy="676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592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59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592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2600" cy="2463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1760" cy="1317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1760" cy="1317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1760" cy="1317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912480"/>
            <a:ext cx="5938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Flux de déploiement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push vers main → Vercel build automatique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54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5040" cy="2463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49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6080" cy="406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6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6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6080" cy="406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6080" cy="4060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 · DOCKER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757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Dockerfile multi-stage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0980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1760" cy="1317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1760" cy="1317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1760" cy="1317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880" tIns="45000" rIns="65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855080"/>
            <a:ext cx="63954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# Stage 1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RUN bun install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RUN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RUN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# Stage 2 —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FROM oven/bun:1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CMD ["sh", "-c", "prisma migrate deploy &amp;&amp; bun 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26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5040" cy="4566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49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Pourquoi multi-stage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6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builder : compile + génère les artefacts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runner : image finale légère (sans devDeps)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Image ~400 MB vs ~1 GB sans multi-stage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Sécurité : pas de secrets ou devtools en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Reproductibilité : même image local et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6080" cy="4060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636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Rollback facile : image versionnée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840" tIns="45000" rIns="33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47480"/>
            <a:ext cx="7309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 · DOCKER COMPOSE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757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Deux profils — dev &amp; prod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220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2200" cy="860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200" rIns="9000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61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09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dev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09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Développement local avec hot-reload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6440" cy="4518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3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+ watch + polling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dev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volume monté, hot reload actif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220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2200" cy="86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200" rIns="9000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61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09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prod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09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Docker multi-stage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6440" cy="4518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3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standalone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prod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de production identique au déployé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2200" cy="456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2200" cy="860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200" rIns="90000" bIns="43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61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09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Variables d'environnement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09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Fichier .env à la racine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6440" cy="4518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356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DATABASE_URL, JWT_SECRET, REDIS_URL...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env_file: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- .env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5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Secrets jamais committés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6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via .gitignore + .env.example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09800" cy="45666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1760" cy="1317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1760" cy="1317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1760" cy="1317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5040" cy="45666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5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608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60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60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60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6080" cy="40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09800" cy="45666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1760" cy="1317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1760" cy="1317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1760" cy="1317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1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# DB → Neon (externe)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#   PostgreSQL managé — aucun container local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# Redis → Upstash (externe)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#   Redis REST managé — aucun container local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4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5040" cy="45666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5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6080" cy="406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6080" cy="406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608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6080" cy="406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6080" cy="40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6080" cy="406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20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6080" cy="406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608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7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· Vercel +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+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7920" cy="42008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7920" cy="451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79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3240" cy="543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32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(Neon + Upstash externes)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3240" cy="543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32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3240" cy="543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32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7920" cy="42008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7920" cy="4518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79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3240" cy="543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32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auto sur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3240" cy="543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32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3240" cy="543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32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7920" cy="42008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7920" cy="4518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79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3240" cy="543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32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3240" cy="543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32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3240" cy="543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324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20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208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58840" cy="2689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1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6720" cy="45666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1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6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1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6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1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6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1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6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1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6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18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66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6720" cy="45666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7520" cy="4975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7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6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7520" cy="4975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7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6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7520" cy="4975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7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6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7520" cy="4975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7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6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7520" cy="4975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752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6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6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2080" cy="16405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208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20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2080" cy="16405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208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20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2080" cy="16405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208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20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2080" cy="16405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208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208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74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6720" cy="23263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3840" cy="214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6720" cy="23263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38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6680" cy="186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2200" cy="15490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220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2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18360" cy="15490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2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260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7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6040" cy="104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tter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6040" cy="104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6040" cy="104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6040" cy="104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2200" cy="15490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220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2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18360" cy="15490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2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260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7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6040" cy="1046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38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6040" cy="1046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6040" cy="1046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6040" cy="1046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2200" cy="15490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220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2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·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18360" cy="15490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2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260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7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6040" cy="1046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6040" cy="1046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6040" cy="1046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lopp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 la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back-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6040" cy="1046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60+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2200" cy="15490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220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2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18360" cy="15490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2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260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Conteneuriser et déployer une application en environnement de production sécurisé, avec monitoring et capacité de rollback.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74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6040" cy="1046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6040" cy="1046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: déploiement continu par intégration Git native, secrets via env vars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6040" cy="1046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6720" cy="10461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6040" cy="1046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0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09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692640" y="5989320"/>
            <a:ext cx="3652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599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599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4885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4885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Docker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171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171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457200" y="5989320"/>
            <a:ext cx="2189160" cy="2689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457200" y="5989320"/>
            <a:ext cx="21891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6720" cy="21891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3280" cy="8632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328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08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096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6720" cy="21891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3280" cy="8632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3280" cy="11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08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096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6720" cy="21891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3280" cy="8632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328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08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096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6720" cy="21891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3280" cy="8632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328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084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096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6720" cy="45666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Vercel — intégration Git, preview PR, rollback one-click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6720" cy="45666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38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phases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0760" cy="1407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0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7920" cy="45666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7920" cy="451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79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0760" cy="1407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7920" cy="45666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7920" cy="4518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79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0760" cy="1407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0760" cy="1407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0760" cy="1407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0760" cy="1407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7920" cy="45666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7920" cy="451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79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0760" cy="1407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0760" cy="1407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0760" cy="1407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0760" cy="1407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560" tIns="45000" rIns="70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2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09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74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7680" cy="771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840" tIns="45000" rIns="33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6040" cy="16405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0" tIns="45000" rIns="43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4520" cy="9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452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2080" cy="18234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88960" cy="58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88960" cy="5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09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092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2080" cy="18234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88960" cy="58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889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09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092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2080" cy="18234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88960" cy="58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889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09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092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2080" cy="18234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88960" cy="58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8896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092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09200" cy="49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920" cy="26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01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46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09800" cy="730980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09800" cy="73098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1720" cy="81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172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036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17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4320" cy="195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0720" cy="41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cp:lastPrinted>2026-05-24T17:18:18Z</cp:lastPrinted>
  <dcterms:modified xsi:type="dcterms:W3CDTF">2026-05-24T18:06:24Z</dcterms:modified>
  <cp:revision>51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