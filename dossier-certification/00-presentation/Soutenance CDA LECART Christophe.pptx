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40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31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61.xml" ContentType="application/vnd.openxmlformats-officedocument.presentationml.slide+xml"/>
  <Override PartName="/ppt/slides/slide2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60.xml" ContentType="application/vnd.openxmlformats-officedocument.presentationml.slide+xml"/>
  <Override PartName="/ppt/slides/slide49.xml" ContentType="application/vnd.openxmlformats-officedocument.presentationml.slide+xml"/>
  <Override PartName="/ppt/slides/slide57.xml" ContentType="application/vnd.openxmlformats-officedocument.presentationml.slide+xml"/>
  <Override PartName="/ppt/slides/slide29.xml" ContentType="application/vnd.openxmlformats-officedocument.presentationml.slide+xml"/>
  <Override PartName="/ppt/slides/slide12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4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1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58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44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0.xml" ContentType="application/vnd.openxmlformats-officedocument.presentationml.slide+xml"/>
  <Override PartName="/ppt/slides/slide53.xml" ContentType="application/vnd.openxmlformats-officedocument.presentationml.slide+xml"/>
  <Override PartName="/ppt/notesSlides/notesSlide3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52514342"/>
        <c:axId val="46491051"/>
      </c:barChart>
      <c:catAx>
        <c:axId val="5251434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46491051"/>
        <c:crosses val="autoZero"/>
        <c:auto val="1"/>
        <c:lblAlgn val="ctr"/>
        <c:lblOffset val="100"/>
        <c:noMultiLvlLbl val="0"/>
      </c:catAx>
      <c:valAx>
        <c:axId val="46491051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52514342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17463D7-4F99-480E-B438-2F174AA1E05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14A540-7E28-486D-95D5-E84CE6DFC1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CAAC0D-A502-49F4-A6E4-8C19D9C8B1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9C528C-8F6B-434B-AF79-CD4527A80D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89B587-A658-46D5-AD58-EFA8360428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74E8A1-608B-4E54-BD53-DD10DC4710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2E484E-D2E4-4213-89BB-6F819DCEDE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2DFBF3-8FDB-4EE4-8ADD-2B1A5A101E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6E7515-A63A-49EB-9D13-1AC8A67986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35A05D-E66F-42C3-A335-EE16D7CD34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901623-6112-4B12-8DDC-4DC22D9534F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073E75-E908-4536-A908-412F7AEE8DE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243BFA-9D62-4FC6-B9DD-50E47AC677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B9192F2-8779-43B0-AF53-312D51FE38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DAC456-27B2-4E70-AE1C-C15FB5AC59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7CBA6A-17C8-441B-84CC-13B73E4FBC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E9C53C-D2BF-4FA2-878D-AE9A6EA5C6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E320B9-0D93-4447-B249-75D48252CE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7DE580-C932-4231-9A86-5CA0A313DB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548C19-B3A8-4DEA-A9DB-96796F260A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0DEDFB-7805-4C52-9F42-D12002E171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1560D2-A85B-4D19-8A39-3CE24C5756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EA4EFE4-BCE9-4653-A067-7B2958E42A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4C95DF-5EDB-408D-95CB-5D0242CCC1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170D66-202A-47DB-95D7-B1D4E9FD33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567069-3875-4CD1-917E-52BEB75B33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B0ABC7-13EA-43A3-9F87-6293C761C5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E186D4-5C46-452D-894F-FA965B61DF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15552E-D849-416F-8294-BDC14AB4F3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52E3D7-B7E5-4B93-9D8E-E484AA00AB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28ED07-EEAA-4AAD-9128-7343344058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59A392-F486-4C36-9C3A-CD0F00D7616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0F8FC4-8481-4E32-8D9A-E50E5D594B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35FB49-3A8B-4631-A2FB-4EE829DFE6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7FC61B-1755-473F-A75C-AC88E51690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6FC353-882E-4820-8A88-C650604FC5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BA3C70-8A64-4467-B6BB-052D9C36CF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7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D09131-A0FB-48BC-A2D2-3588FAC2C23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EFD779-D471-4540-A8EA-C12E54F37C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8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EFE02B-A316-4C3A-B308-32C2AC4EB9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8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4CD02F-6227-4965-B201-50FDF5DE83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8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7306BE-51D0-42A4-9EDC-53ECC55E78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8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BCC59D-34F2-4404-A31C-71FAE749E82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8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7B1659-DFB9-4BE4-AC10-E1644FDE5B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8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95A842-52BA-427E-B85C-D250C1CC01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8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8D662A-ED0D-404F-BD46-DF97A87901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8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7FECAEE-40AF-4BCF-B429-B56FAA31D8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0280" cy="3080160"/>
          </a:xfrm>
          <a:prstGeom prst="rect">
            <a:avLst/>
          </a:prstGeom>
          <a:ln w="0">
            <a:noFill/>
          </a:ln>
        </p:spPr>
      </p:sp>
      <p:sp>
        <p:nvSpPr>
          <p:cNvPr id="28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0280" cy="359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5680" cy="4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C19EAA-A647-44D3-B972-398DA9CA8F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09080" cy="730908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4680" cy="639468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37080" cy="273708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1320" cy="40536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132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228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228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22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1160" cy="30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09080" cy="81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89640" cy="4118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1480" cy="365148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39800" cy="163980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58120" cy="6339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16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2240" cy="3596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" tIns="45000" rIns="61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02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452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58120" cy="6339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16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2240" cy="3596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" tIns="45000" rIns="61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02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452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58120" cy="6339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16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2240" cy="3596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" tIns="45000" rIns="61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02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452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58120" cy="6339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16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2240" cy="3596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" tIns="45000" rIns="61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02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452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58120" cy="6339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16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2240" cy="3596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" tIns="45000" rIns="61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02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452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Qualité, automatisation,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58120" cy="63396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168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2240" cy="3596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" tIns="45000" rIns="61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02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452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19960" cy="291996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19960" cy="35964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199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662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66280" cy="12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2680" cy="127404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268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26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2680" cy="127404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268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26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2680" cy="127404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268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26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2680" cy="127404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268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26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110920"/>
            <a:ext cx="7674840" cy="118260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496800" cy="4968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296960" y="5322240"/>
            <a:ext cx="496800" cy="56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1976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496800" cy="4968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41320"/>
            <a:ext cx="496800" cy="56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1976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496800" cy="4968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49680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1976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496800" cy="4968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377320"/>
            <a:ext cx="496800" cy="53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1976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3040" cy="1823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48600" cy="45658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2920" cy="32292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116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3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37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2920" cy="32292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116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3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37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2920" cy="32292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116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3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37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2920" cy="32292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116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3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37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2920" cy="32292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116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3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37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2920" cy="32292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116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3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37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666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57280" y="2103120"/>
            <a:ext cx="2188440" cy="16855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80240" y="2240280"/>
            <a:ext cx="542520" cy="54252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80240" y="2168280"/>
            <a:ext cx="542520" cy="62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48720" y="2834640"/>
            <a:ext cx="20055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48720" y="3154680"/>
            <a:ext cx="200556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87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824200" y="2103120"/>
            <a:ext cx="2188440" cy="16855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647160" y="2240280"/>
            <a:ext cx="542520" cy="542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647160" y="2096280"/>
            <a:ext cx="542520" cy="79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915640" y="2834640"/>
            <a:ext cx="20055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Planification de phase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915640" y="3154680"/>
            <a:ext cx="200556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5054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5091480" y="2103120"/>
            <a:ext cx="2188440" cy="16855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914440" y="2240280"/>
            <a:ext cx="542520" cy="5425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914440" y="2132280"/>
            <a:ext cx="54252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182920" y="2834640"/>
            <a:ext cx="20055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182920" y="3154680"/>
            <a:ext cx="200556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15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322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358760" y="2103120"/>
            <a:ext cx="2188440" cy="16855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181720" y="2240280"/>
            <a:ext cx="542520" cy="5425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217720" y="2132280"/>
            <a:ext cx="542520" cy="7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450200" y="2834640"/>
            <a:ext cx="20055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450200" y="3154680"/>
            <a:ext cx="200556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phase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58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625680" y="2103120"/>
            <a:ext cx="2188440" cy="168552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448640" y="2240280"/>
            <a:ext cx="542520" cy="542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448640" y="2240280"/>
            <a:ext cx="5425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717120" y="2834640"/>
            <a:ext cx="20055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717120" y="3154680"/>
            <a:ext cx="200556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2600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30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884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37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884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37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884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37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884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37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PR · déploiement prod automatique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2600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30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39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44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39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44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de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39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44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priorisées par phase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39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44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par phase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45000" rIns="334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47480"/>
            <a:ext cx="7309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 GIT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757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1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666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5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18360" cy="4292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332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2440" cy="313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0760" cy="14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0760" cy="14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0760" cy="14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332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2440" cy="31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0760" cy="14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0760" cy="14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0760" cy="14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0760" cy="14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0760" cy="140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332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2440" cy="31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0760" cy="14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0760" cy="14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0760" cy="14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0760" cy="14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332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2440" cy="31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0760" cy="14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0760" cy="14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0760" cy="14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0760" cy="14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261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1320" cy="1046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5000" rIns="15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0760" cy="140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261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1320" cy="2097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5000" rIns="15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0760" cy="140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090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1320" cy="1046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840" tIns="45000" rIns="15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0760" cy="1407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0560" tIns="45000" rIns="70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5040" cy="42922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492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06080" cy="406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060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46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06080" cy="4060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060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46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06080" cy="406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060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46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06080" cy="406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060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46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45000" rIns="334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47480"/>
            <a:ext cx="7309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 GIT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757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09080" cy="4565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09080" cy="4053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79680" cy="222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796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18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33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33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3680" cy="103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1840" tIns="32760" rIns="5184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3980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45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3680" cy="103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1840" tIns="32760" rIns="5184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3980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45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3680" cy="10368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1840" tIns="32760" rIns="5184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3980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45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3680" cy="1036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1840" tIns="32760" rIns="5184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3980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45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33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·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76760" cy="176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8560" tIns="45000" rIns="88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36000"/>
            <a:ext cx="17676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3980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3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76760" cy="176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8560" tIns="45000" rIns="88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10320"/>
            <a:ext cx="17676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3980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3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76760" cy="176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8560" tIns="45000" rIns="88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084640"/>
            <a:ext cx="17676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3980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3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76760" cy="176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8560" tIns="45000" rIns="885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58960"/>
            <a:ext cx="176760" cy="1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3980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3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39800" cy="359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832720"/>
            <a:ext cx="163980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42440"/>
            <a:ext cx="5023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4320" cy="45658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485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5360" cy="405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564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5360" cy="405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564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5360" cy="405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564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approuvée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5360" cy="4053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564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5360" cy="40536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564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26000" cy="21884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3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68800" cy="15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26000" cy="21884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3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68800" cy="15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1720" cy="18226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3960" cy="633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392000"/>
            <a:ext cx="63396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68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688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1720" cy="18226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3960" cy="633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396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68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688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1720" cy="18226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3960" cy="633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3960" cy="8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68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688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1720" cy="18226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3960" cy="6339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36280" cy="77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68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688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1720" cy="182268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3960" cy="633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396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68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688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12640" y="1691640"/>
            <a:ext cx="2151720" cy="1365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12640" y="1783080"/>
            <a:ext cx="215172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12640" y="2560320"/>
            <a:ext cx="21517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61920" y="1691640"/>
            <a:ext cx="2151720" cy="1365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61920" y="1783080"/>
            <a:ext cx="215172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61920" y="2560320"/>
            <a:ext cx="21517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11560" y="1691640"/>
            <a:ext cx="2151720" cy="1365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11560" y="1783080"/>
            <a:ext cx="215172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11560" y="2560320"/>
            <a:ext cx="21517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60840" y="1691640"/>
            <a:ext cx="2151720" cy="1365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60840" y="1783080"/>
            <a:ext cx="215172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60840" y="2560320"/>
            <a:ext cx="21517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10480" y="1691640"/>
            <a:ext cx="2151720" cy="1365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10480" y="1783080"/>
            <a:ext cx="215172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10480" y="2560320"/>
            <a:ext cx="21517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58120" cy="109116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3680" cy="1091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1840" tIns="45000" rIns="51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37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370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66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66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66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44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58120" cy="109116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3680" cy="10911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1840" tIns="45000" rIns="51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37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370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66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66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66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44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58120" cy="109116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3680" cy="10911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1840" tIns="45000" rIns="51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37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370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66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66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66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44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58120" cy="109116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3680" cy="10911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1840" tIns="45000" rIns="51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37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370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66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66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66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148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66960" cy="2234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148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66960" cy="22341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148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66960" cy="22341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148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66960" cy="22341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148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66960" cy="22341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intégration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PR · déploiement prod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148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66960" cy="223416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857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88440" cy="27370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88440" cy="359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884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59840" cy="20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39800" cy="273708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39800" cy="3596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3980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56920" cy="20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1320" cy="273708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1320" cy="3596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13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097000" cy="20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25800" cy="99972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5320" cy="9997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14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14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25800" cy="99972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5320" cy="9997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14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14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25800" cy="99972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5320" cy="9997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14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14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581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412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41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666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1480" cy="19598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496800" cy="4968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496800" cy="6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8572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85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1480" cy="19598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496800" cy="4968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496800" cy="69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8572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85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1480" cy="19598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496800" cy="4968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68800" cy="82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8572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85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1480" cy="19598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496800" cy="4968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496800" cy="62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8572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85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1480" cy="19598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496800" cy="4968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496800" cy="62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8572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85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1480" cy="195984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496800" cy="49680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496800" cy="6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8572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85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58120" cy="81684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37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09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1320" cy="145692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13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1320" cy="122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8844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1320" cy="145692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13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1320" cy="12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8844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1320" cy="145692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132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1320" cy="122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8844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12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12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58120" cy="141120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865760"/>
            <a:ext cx="109666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149800"/>
            <a:ext cx="10692360" cy="10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58120" cy="81684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37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09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58120" cy="273708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1040" cy="1310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1040" cy="1310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1040" cy="1310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092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092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092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092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092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092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092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092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58120" cy="70704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236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58120" cy="81684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37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092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107440" cy="347220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1040" cy="1310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1040" cy="1310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1040" cy="1310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860080"/>
            <a:ext cx="10600920" cy="15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10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1400" cy="456588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37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0828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412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0828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412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0828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412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0828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412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37080" cy="1224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37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37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37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37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37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37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37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457200" y="1691640"/>
            <a:ext cx="8042760" cy="4566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1240" cy="173124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1240" cy="145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124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999720" cy="99972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9997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574640"/>
            <a:ext cx="999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884960"/>
            <a:ext cx="999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999720" cy="99972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9997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03920"/>
            <a:ext cx="999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14240"/>
            <a:ext cx="999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999720" cy="99972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9997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23480"/>
            <a:ext cx="999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33800"/>
            <a:ext cx="999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999720" cy="99972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9997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243040"/>
            <a:ext cx="999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53360"/>
            <a:ext cx="999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999720" cy="99972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9997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872320"/>
            <a:ext cx="999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182640"/>
            <a:ext cx="999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999720" cy="99972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9997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243040"/>
            <a:ext cx="999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53360"/>
            <a:ext cx="999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999720" cy="99972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9997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23480"/>
            <a:ext cx="999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33800"/>
            <a:ext cx="999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999720" cy="99972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9997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03920"/>
            <a:ext cx="999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14240"/>
            <a:ext cx="9997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400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14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39800" cy="99972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56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56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39800" cy="99972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56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56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39800" cy="99972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56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56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39800" cy="9997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56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56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39800" cy="99972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56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56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39800" cy="99972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56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56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0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1720" cy="264564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5692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148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1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26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26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26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26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0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2560" cy="2865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2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2560" cy="2865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2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2560" cy="2865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2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2560" cy="2865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2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2560" cy="2865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2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2560" cy="2865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2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2560" cy="2865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2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2560" cy="2865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2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2560" cy="28656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25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0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1720" cy="99972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1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12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1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12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1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12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3080" cy="45658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200" cy="269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4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7988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79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4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46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3080" cy="45658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200" cy="23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4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7988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79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4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46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3080" cy="45658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200" cy="269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4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7988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79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4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46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3080" cy="45658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200" cy="23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4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7988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79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4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46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3080" cy="45658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200" cy="269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4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7988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79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4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46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3080" cy="45658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200" cy="23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4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7988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79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4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46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3080" cy="45658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200" cy="269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4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7988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79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4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46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3080" cy="45658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200" cy="23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4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7988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79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4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46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3080" cy="45658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200" cy="269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4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7988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79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4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46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3080" cy="45658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200" cy="23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4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7988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79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4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46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3080" cy="45658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200" cy="269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4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7988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79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4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46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 (roadmap)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non implémenté — prévu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3080" cy="456588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0200" cy="2301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46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79880" cy="31392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798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4600" cy="13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46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 (roadmap)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non implémenté — prévu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37080" cy="86256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48600" cy="8625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480" tIns="45000" rIns="24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27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27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0280" cy="3229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0280" cy="3229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0280" cy="3229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0280" cy="3229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0280" cy="3229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0280" cy="3229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0280" cy="3229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0280" cy="3229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0280" cy="3229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0280" cy="3229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0280" cy="3229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0280" cy="32292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0280" cy="3229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0280" cy="32292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12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404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09700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39800" cy="49680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3980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39800" cy="49680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3980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39800" cy="49680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3980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172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172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172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1480" cy="77112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0040" cy="67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172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58120" cy="77112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0920" cy="67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45000" rIns="334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3"/>
          <p:cNvSpPr/>
          <p:nvPr/>
        </p:nvSpPr>
        <p:spPr>
          <a:xfrm>
            <a:off x="548640" y="757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Rectangle 4"/>
          <p:cNvSpPr/>
          <p:nvPr/>
        </p:nvSpPr>
        <p:spPr>
          <a:xfrm>
            <a:off x="549720" y="1691640"/>
            <a:ext cx="1548360" cy="496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5"/>
          <p:cNvSpPr/>
          <p:nvPr/>
        </p:nvSpPr>
        <p:spPr>
          <a:xfrm>
            <a:off x="549720" y="1737360"/>
            <a:ext cx="154836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Box 6"/>
          <p:cNvSpPr/>
          <p:nvPr/>
        </p:nvSpPr>
        <p:spPr>
          <a:xfrm>
            <a:off x="549720" y="1947600"/>
            <a:ext cx="154836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Rectangle 7"/>
          <p:cNvSpPr/>
          <p:nvPr/>
        </p:nvSpPr>
        <p:spPr>
          <a:xfrm>
            <a:off x="1308600" y="21945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8"/>
          <p:cNvSpPr/>
          <p:nvPr/>
        </p:nvSpPr>
        <p:spPr>
          <a:xfrm>
            <a:off x="1308600" y="23590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9"/>
          <p:cNvSpPr/>
          <p:nvPr/>
        </p:nvSpPr>
        <p:spPr>
          <a:xfrm>
            <a:off x="1308600" y="25236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0"/>
          <p:cNvSpPr/>
          <p:nvPr/>
        </p:nvSpPr>
        <p:spPr>
          <a:xfrm>
            <a:off x="1308600" y="2688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1"/>
          <p:cNvSpPr/>
          <p:nvPr/>
        </p:nvSpPr>
        <p:spPr>
          <a:xfrm>
            <a:off x="1308600" y="28530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2"/>
          <p:cNvSpPr/>
          <p:nvPr/>
        </p:nvSpPr>
        <p:spPr>
          <a:xfrm>
            <a:off x="1308600" y="30175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3"/>
          <p:cNvSpPr/>
          <p:nvPr/>
        </p:nvSpPr>
        <p:spPr>
          <a:xfrm>
            <a:off x="1308600" y="31820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4"/>
          <p:cNvSpPr/>
          <p:nvPr/>
        </p:nvSpPr>
        <p:spPr>
          <a:xfrm>
            <a:off x="1308600" y="33465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5"/>
          <p:cNvSpPr/>
          <p:nvPr/>
        </p:nvSpPr>
        <p:spPr>
          <a:xfrm>
            <a:off x="1308600" y="35114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6"/>
          <p:cNvSpPr/>
          <p:nvPr/>
        </p:nvSpPr>
        <p:spPr>
          <a:xfrm>
            <a:off x="1308600" y="36759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7"/>
          <p:cNvSpPr/>
          <p:nvPr/>
        </p:nvSpPr>
        <p:spPr>
          <a:xfrm>
            <a:off x="1308600" y="3840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8"/>
          <p:cNvSpPr/>
          <p:nvPr/>
        </p:nvSpPr>
        <p:spPr>
          <a:xfrm>
            <a:off x="1308600" y="40050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"/>
          <p:cNvSpPr/>
          <p:nvPr/>
        </p:nvSpPr>
        <p:spPr>
          <a:xfrm>
            <a:off x="1308600" y="41695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20"/>
          <p:cNvSpPr/>
          <p:nvPr/>
        </p:nvSpPr>
        <p:spPr>
          <a:xfrm>
            <a:off x="1308600" y="43344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1"/>
          <p:cNvSpPr/>
          <p:nvPr/>
        </p:nvSpPr>
        <p:spPr>
          <a:xfrm>
            <a:off x="1308600" y="44989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2"/>
          <p:cNvSpPr/>
          <p:nvPr/>
        </p:nvSpPr>
        <p:spPr>
          <a:xfrm>
            <a:off x="1308600" y="46634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3"/>
          <p:cNvSpPr/>
          <p:nvPr/>
        </p:nvSpPr>
        <p:spPr>
          <a:xfrm>
            <a:off x="1308600" y="48279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4"/>
          <p:cNvSpPr/>
          <p:nvPr/>
        </p:nvSpPr>
        <p:spPr>
          <a:xfrm>
            <a:off x="1308600" y="4992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5"/>
          <p:cNvSpPr/>
          <p:nvPr/>
        </p:nvSpPr>
        <p:spPr>
          <a:xfrm>
            <a:off x="1308600" y="51573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6"/>
          <p:cNvSpPr/>
          <p:nvPr/>
        </p:nvSpPr>
        <p:spPr>
          <a:xfrm>
            <a:off x="1308600" y="53218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7"/>
          <p:cNvSpPr/>
          <p:nvPr/>
        </p:nvSpPr>
        <p:spPr>
          <a:xfrm>
            <a:off x="1308600" y="54864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8"/>
          <p:cNvSpPr/>
          <p:nvPr/>
        </p:nvSpPr>
        <p:spPr>
          <a:xfrm>
            <a:off x="1308600" y="56509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9"/>
          <p:cNvSpPr/>
          <p:nvPr/>
        </p:nvSpPr>
        <p:spPr>
          <a:xfrm>
            <a:off x="2927160" y="1691640"/>
            <a:ext cx="1548360" cy="496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TextBox 30"/>
          <p:cNvSpPr/>
          <p:nvPr/>
        </p:nvSpPr>
        <p:spPr>
          <a:xfrm>
            <a:off x="2927160" y="1737360"/>
            <a:ext cx="154836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Box 31"/>
          <p:cNvSpPr/>
          <p:nvPr/>
        </p:nvSpPr>
        <p:spPr>
          <a:xfrm>
            <a:off x="2927160" y="1947600"/>
            <a:ext cx="154836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Rectangle 32"/>
          <p:cNvSpPr/>
          <p:nvPr/>
        </p:nvSpPr>
        <p:spPr>
          <a:xfrm>
            <a:off x="3686040" y="21945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Rectangle 33"/>
          <p:cNvSpPr/>
          <p:nvPr/>
        </p:nvSpPr>
        <p:spPr>
          <a:xfrm>
            <a:off x="3686040" y="23590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4"/>
          <p:cNvSpPr/>
          <p:nvPr/>
        </p:nvSpPr>
        <p:spPr>
          <a:xfrm>
            <a:off x="3686040" y="25236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5"/>
          <p:cNvSpPr/>
          <p:nvPr/>
        </p:nvSpPr>
        <p:spPr>
          <a:xfrm>
            <a:off x="3686040" y="2688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6"/>
          <p:cNvSpPr/>
          <p:nvPr/>
        </p:nvSpPr>
        <p:spPr>
          <a:xfrm>
            <a:off x="3686040" y="28530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7"/>
          <p:cNvSpPr/>
          <p:nvPr/>
        </p:nvSpPr>
        <p:spPr>
          <a:xfrm>
            <a:off x="3686040" y="30175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8"/>
          <p:cNvSpPr/>
          <p:nvPr/>
        </p:nvSpPr>
        <p:spPr>
          <a:xfrm>
            <a:off x="3686040" y="31820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9"/>
          <p:cNvSpPr/>
          <p:nvPr/>
        </p:nvSpPr>
        <p:spPr>
          <a:xfrm>
            <a:off x="3686040" y="33465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40"/>
          <p:cNvSpPr/>
          <p:nvPr/>
        </p:nvSpPr>
        <p:spPr>
          <a:xfrm>
            <a:off x="3704400" y="3485520"/>
            <a:ext cx="8532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2840" rIns="1800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1"/>
          <p:cNvSpPr/>
          <p:nvPr/>
        </p:nvSpPr>
        <p:spPr>
          <a:xfrm>
            <a:off x="3686040" y="36759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2"/>
          <p:cNvSpPr/>
          <p:nvPr/>
        </p:nvSpPr>
        <p:spPr>
          <a:xfrm>
            <a:off x="3686040" y="3840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3"/>
          <p:cNvSpPr/>
          <p:nvPr/>
        </p:nvSpPr>
        <p:spPr>
          <a:xfrm>
            <a:off x="3686040" y="40050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4"/>
          <p:cNvSpPr/>
          <p:nvPr/>
        </p:nvSpPr>
        <p:spPr>
          <a:xfrm>
            <a:off x="3686040" y="41695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5"/>
          <p:cNvSpPr/>
          <p:nvPr/>
        </p:nvSpPr>
        <p:spPr>
          <a:xfrm>
            <a:off x="3686040" y="43344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6"/>
          <p:cNvSpPr/>
          <p:nvPr/>
        </p:nvSpPr>
        <p:spPr>
          <a:xfrm>
            <a:off x="3686040" y="44989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7"/>
          <p:cNvSpPr/>
          <p:nvPr/>
        </p:nvSpPr>
        <p:spPr>
          <a:xfrm>
            <a:off x="3686040" y="46634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8"/>
          <p:cNvSpPr/>
          <p:nvPr/>
        </p:nvSpPr>
        <p:spPr>
          <a:xfrm>
            <a:off x="3686040" y="48279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9"/>
          <p:cNvSpPr/>
          <p:nvPr/>
        </p:nvSpPr>
        <p:spPr>
          <a:xfrm>
            <a:off x="3686040" y="4992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50"/>
          <p:cNvSpPr/>
          <p:nvPr/>
        </p:nvSpPr>
        <p:spPr>
          <a:xfrm>
            <a:off x="3686040" y="51573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1"/>
          <p:cNvSpPr/>
          <p:nvPr/>
        </p:nvSpPr>
        <p:spPr>
          <a:xfrm>
            <a:off x="3686040" y="53218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2"/>
          <p:cNvSpPr/>
          <p:nvPr/>
        </p:nvSpPr>
        <p:spPr>
          <a:xfrm>
            <a:off x="3686040" y="54864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3"/>
          <p:cNvSpPr/>
          <p:nvPr/>
        </p:nvSpPr>
        <p:spPr>
          <a:xfrm>
            <a:off x="3686040" y="56509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4"/>
          <p:cNvSpPr/>
          <p:nvPr/>
        </p:nvSpPr>
        <p:spPr>
          <a:xfrm>
            <a:off x="5304600" y="1691640"/>
            <a:ext cx="1548360" cy="496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TextBox 55"/>
          <p:cNvSpPr/>
          <p:nvPr/>
        </p:nvSpPr>
        <p:spPr>
          <a:xfrm>
            <a:off x="5304600" y="1737360"/>
            <a:ext cx="154836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56"/>
          <p:cNvSpPr/>
          <p:nvPr/>
        </p:nvSpPr>
        <p:spPr>
          <a:xfrm>
            <a:off x="5304600" y="1947600"/>
            <a:ext cx="154836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Rectangle 57"/>
          <p:cNvSpPr/>
          <p:nvPr/>
        </p:nvSpPr>
        <p:spPr>
          <a:xfrm>
            <a:off x="6063480" y="21945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3" name="Rectangle 58"/>
          <p:cNvSpPr/>
          <p:nvPr/>
        </p:nvSpPr>
        <p:spPr>
          <a:xfrm>
            <a:off x="6063480" y="23590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9"/>
          <p:cNvSpPr/>
          <p:nvPr/>
        </p:nvSpPr>
        <p:spPr>
          <a:xfrm>
            <a:off x="6063480" y="25236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60"/>
          <p:cNvSpPr/>
          <p:nvPr/>
        </p:nvSpPr>
        <p:spPr>
          <a:xfrm>
            <a:off x="6063480" y="2688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1"/>
          <p:cNvSpPr/>
          <p:nvPr/>
        </p:nvSpPr>
        <p:spPr>
          <a:xfrm>
            <a:off x="6063480" y="28530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2"/>
          <p:cNvSpPr/>
          <p:nvPr/>
        </p:nvSpPr>
        <p:spPr>
          <a:xfrm>
            <a:off x="5990400" y="3028320"/>
            <a:ext cx="8532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2840" rIns="1800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3"/>
          <p:cNvSpPr/>
          <p:nvPr/>
        </p:nvSpPr>
        <p:spPr>
          <a:xfrm>
            <a:off x="6063480" y="31820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4"/>
          <p:cNvSpPr/>
          <p:nvPr/>
        </p:nvSpPr>
        <p:spPr>
          <a:xfrm>
            <a:off x="6063480" y="33465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5"/>
          <p:cNvSpPr/>
          <p:nvPr/>
        </p:nvSpPr>
        <p:spPr>
          <a:xfrm>
            <a:off x="6063480" y="35114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6"/>
          <p:cNvSpPr/>
          <p:nvPr/>
        </p:nvSpPr>
        <p:spPr>
          <a:xfrm>
            <a:off x="6063480" y="36759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7"/>
          <p:cNvSpPr/>
          <p:nvPr/>
        </p:nvSpPr>
        <p:spPr>
          <a:xfrm>
            <a:off x="6063480" y="3840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8"/>
          <p:cNvSpPr/>
          <p:nvPr/>
        </p:nvSpPr>
        <p:spPr>
          <a:xfrm>
            <a:off x="6063480" y="40050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9"/>
          <p:cNvSpPr/>
          <p:nvPr/>
        </p:nvSpPr>
        <p:spPr>
          <a:xfrm>
            <a:off x="6063480" y="41695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70"/>
          <p:cNvSpPr/>
          <p:nvPr/>
        </p:nvSpPr>
        <p:spPr>
          <a:xfrm>
            <a:off x="6063480" y="43344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1"/>
          <p:cNvSpPr/>
          <p:nvPr/>
        </p:nvSpPr>
        <p:spPr>
          <a:xfrm>
            <a:off x="6063480" y="44989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2"/>
          <p:cNvSpPr/>
          <p:nvPr/>
        </p:nvSpPr>
        <p:spPr>
          <a:xfrm>
            <a:off x="6063480" y="46634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3"/>
          <p:cNvSpPr/>
          <p:nvPr/>
        </p:nvSpPr>
        <p:spPr>
          <a:xfrm>
            <a:off x="6063480" y="48279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4"/>
          <p:cNvSpPr/>
          <p:nvPr/>
        </p:nvSpPr>
        <p:spPr>
          <a:xfrm>
            <a:off x="6063480" y="4992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5"/>
          <p:cNvSpPr/>
          <p:nvPr/>
        </p:nvSpPr>
        <p:spPr>
          <a:xfrm>
            <a:off x="6063480" y="51573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6"/>
          <p:cNvSpPr/>
          <p:nvPr/>
        </p:nvSpPr>
        <p:spPr>
          <a:xfrm>
            <a:off x="6063480" y="53218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7"/>
          <p:cNvSpPr/>
          <p:nvPr/>
        </p:nvSpPr>
        <p:spPr>
          <a:xfrm>
            <a:off x="6063480" y="54864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8"/>
          <p:cNvSpPr/>
          <p:nvPr/>
        </p:nvSpPr>
        <p:spPr>
          <a:xfrm>
            <a:off x="6063480" y="56509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9"/>
          <p:cNvSpPr/>
          <p:nvPr/>
        </p:nvSpPr>
        <p:spPr>
          <a:xfrm>
            <a:off x="7682040" y="1691640"/>
            <a:ext cx="1548360" cy="496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Box 80"/>
          <p:cNvSpPr/>
          <p:nvPr/>
        </p:nvSpPr>
        <p:spPr>
          <a:xfrm>
            <a:off x="7682040" y="1737360"/>
            <a:ext cx="154836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Box 81"/>
          <p:cNvSpPr/>
          <p:nvPr/>
        </p:nvSpPr>
        <p:spPr>
          <a:xfrm>
            <a:off x="7682040" y="1947600"/>
            <a:ext cx="154836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ectangle 82"/>
          <p:cNvSpPr/>
          <p:nvPr/>
        </p:nvSpPr>
        <p:spPr>
          <a:xfrm>
            <a:off x="8440920" y="21945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Rectangle 83"/>
          <p:cNvSpPr/>
          <p:nvPr/>
        </p:nvSpPr>
        <p:spPr>
          <a:xfrm>
            <a:off x="8440920" y="23590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4"/>
          <p:cNvSpPr/>
          <p:nvPr/>
        </p:nvSpPr>
        <p:spPr>
          <a:xfrm>
            <a:off x="8440920" y="25236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5"/>
          <p:cNvSpPr/>
          <p:nvPr/>
        </p:nvSpPr>
        <p:spPr>
          <a:xfrm>
            <a:off x="8440920" y="2688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6"/>
          <p:cNvSpPr/>
          <p:nvPr/>
        </p:nvSpPr>
        <p:spPr>
          <a:xfrm>
            <a:off x="8440920" y="28530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7"/>
          <p:cNvSpPr/>
          <p:nvPr/>
        </p:nvSpPr>
        <p:spPr>
          <a:xfrm>
            <a:off x="8440920" y="30175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8"/>
          <p:cNvSpPr/>
          <p:nvPr/>
        </p:nvSpPr>
        <p:spPr>
          <a:xfrm>
            <a:off x="8440920" y="31820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9"/>
          <p:cNvSpPr/>
          <p:nvPr/>
        </p:nvSpPr>
        <p:spPr>
          <a:xfrm>
            <a:off x="8440920" y="33465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90"/>
          <p:cNvSpPr/>
          <p:nvPr/>
        </p:nvSpPr>
        <p:spPr>
          <a:xfrm>
            <a:off x="8440920" y="35114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1"/>
          <p:cNvSpPr/>
          <p:nvPr/>
        </p:nvSpPr>
        <p:spPr>
          <a:xfrm>
            <a:off x="8440920" y="36759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2"/>
          <p:cNvSpPr/>
          <p:nvPr/>
        </p:nvSpPr>
        <p:spPr>
          <a:xfrm>
            <a:off x="8440920" y="3840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3"/>
          <p:cNvSpPr/>
          <p:nvPr/>
        </p:nvSpPr>
        <p:spPr>
          <a:xfrm>
            <a:off x="8440920" y="40050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4"/>
          <p:cNvSpPr/>
          <p:nvPr/>
        </p:nvSpPr>
        <p:spPr>
          <a:xfrm>
            <a:off x="8440920" y="41695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5"/>
          <p:cNvSpPr/>
          <p:nvPr/>
        </p:nvSpPr>
        <p:spPr>
          <a:xfrm>
            <a:off x="8440920" y="43344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6"/>
          <p:cNvSpPr/>
          <p:nvPr/>
        </p:nvSpPr>
        <p:spPr>
          <a:xfrm>
            <a:off x="8440920" y="44989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7"/>
          <p:cNvSpPr/>
          <p:nvPr/>
        </p:nvSpPr>
        <p:spPr>
          <a:xfrm>
            <a:off x="8440920" y="46634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8"/>
          <p:cNvSpPr/>
          <p:nvPr/>
        </p:nvSpPr>
        <p:spPr>
          <a:xfrm>
            <a:off x="8440920" y="48279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9"/>
          <p:cNvSpPr/>
          <p:nvPr/>
        </p:nvSpPr>
        <p:spPr>
          <a:xfrm>
            <a:off x="8440920" y="4992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100"/>
          <p:cNvSpPr/>
          <p:nvPr/>
        </p:nvSpPr>
        <p:spPr>
          <a:xfrm>
            <a:off x="8440920" y="51573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1"/>
          <p:cNvSpPr/>
          <p:nvPr/>
        </p:nvSpPr>
        <p:spPr>
          <a:xfrm>
            <a:off x="8440920" y="53218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2"/>
          <p:cNvSpPr/>
          <p:nvPr/>
        </p:nvSpPr>
        <p:spPr>
          <a:xfrm>
            <a:off x="8440920" y="54864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3"/>
          <p:cNvSpPr/>
          <p:nvPr/>
        </p:nvSpPr>
        <p:spPr>
          <a:xfrm>
            <a:off x="8440920" y="56509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4"/>
          <p:cNvSpPr/>
          <p:nvPr/>
        </p:nvSpPr>
        <p:spPr>
          <a:xfrm>
            <a:off x="10059480" y="1691640"/>
            <a:ext cx="1548360" cy="496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Box 105"/>
          <p:cNvSpPr/>
          <p:nvPr/>
        </p:nvSpPr>
        <p:spPr>
          <a:xfrm>
            <a:off x="10059480" y="1737360"/>
            <a:ext cx="154836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Box 106"/>
          <p:cNvSpPr/>
          <p:nvPr/>
        </p:nvSpPr>
        <p:spPr>
          <a:xfrm>
            <a:off x="10059480" y="1947600"/>
            <a:ext cx="154836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ectangle 107"/>
          <p:cNvSpPr/>
          <p:nvPr/>
        </p:nvSpPr>
        <p:spPr>
          <a:xfrm>
            <a:off x="10818360" y="21945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3" name="Rectangle 108"/>
          <p:cNvSpPr/>
          <p:nvPr/>
        </p:nvSpPr>
        <p:spPr>
          <a:xfrm>
            <a:off x="10818360" y="23590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9"/>
          <p:cNvSpPr/>
          <p:nvPr/>
        </p:nvSpPr>
        <p:spPr>
          <a:xfrm>
            <a:off x="10818360" y="25236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10"/>
          <p:cNvSpPr/>
          <p:nvPr/>
        </p:nvSpPr>
        <p:spPr>
          <a:xfrm>
            <a:off x="10818360" y="2688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1"/>
          <p:cNvSpPr/>
          <p:nvPr/>
        </p:nvSpPr>
        <p:spPr>
          <a:xfrm>
            <a:off x="10818360" y="28530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2"/>
          <p:cNvSpPr/>
          <p:nvPr/>
        </p:nvSpPr>
        <p:spPr>
          <a:xfrm>
            <a:off x="10818360" y="30175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3"/>
          <p:cNvSpPr/>
          <p:nvPr/>
        </p:nvSpPr>
        <p:spPr>
          <a:xfrm>
            <a:off x="10818360" y="31820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4"/>
          <p:cNvSpPr/>
          <p:nvPr/>
        </p:nvSpPr>
        <p:spPr>
          <a:xfrm>
            <a:off x="10818360" y="33465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5"/>
          <p:cNvSpPr/>
          <p:nvPr/>
        </p:nvSpPr>
        <p:spPr>
          <a:xfrm>
            <a:off x="10818360" y="35114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6"/>
          <p:cNvSpPr/>
          <p:nvPr/>
        </p:nvSpPr>
        <p:spPr>
          <a:xfrm>
            <a:off x="10818360" y="36759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7"/>
          <p:cNvSpPr/>
          <p:nvPr/>
        </p:nvSpPr>
        <p:spPr>
          <a:xfrm>
            <a:off x="10818360" y="3840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8"/>
          <p:cNvSpPr/>
          <p:nvPr/>
        </p:nvSpPr>
        <p:spPr>
          <a:xfrm>
            <a:off x="10818360" y="40050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9"/>
          <p:cNvSpPr/>
          <p:nvPr/>
        </p:nvSpPr>
        <p:spPr>
          <a:xfrm>
            <a:off x="10818360" y="41695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20"/>
          <p:cNvSpPr/>
          <p:nvPr/>
        </p:nvSpPr>
        <p:spPr>
          <a:xfrm>
            <a:off x="10818360" y="43344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1"/>
          <p:cNvSpPr/>
          <p:nvPr/>
        </p:nvSpPr>
        <p:spPr>
          <a:xfrm>
            <a:off x="10818360" y="44989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2"/>
          <p:cNvSpPr/>
          <p:nvPr/>
        </p:nvSpPr>
        <p:spPr>
          <a:xfrm>
            <a:off x="10818360" y="466344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3"/>
          <p:cNvSpPr/>
          <p:nvPr/>
        </p:nvSpPr>
        <p:spPr>
          <a:xfrm>
            <a:off x="10818360" y="48279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4"/>
          <p:cNvSpPr/>
          <p:nvPr/>
        </p:nvSpPr>
        <p:spPr>
          <a:xfrm>
            <a:off x="10818360" y="49924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5"/>
          <p:cNvSpPr/>
          <p:nvPr/>
        </p:nvSpPr>
        <p:spPr>
          <a:xfrm>
            <a:off x="10818360" y="515736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6"/>
          <p:cNvSpPr/>
          <p:nvPr/>
        </p:nvSpPr>
        <p:spPr>
          <a:xfrm>
            <a:off x="10818360" y="532188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7"/>
          <p:cNvSpPr/>
          <p:nvPr/>
        </p:nvSpPr>
        <p:spPr>
          <a:xfrm>
            <a:off x="10818360" y="548640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8"/>
          <p:cNvSpPr/>
          <p:nvPr/>
        </p:nvSpPr>
        <p:spPr>
          <a:xfrm>
            <a:off x="10818360" y="5650920"/>
            <a:ext cx="30600" cy="8532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480" tIns="42840" rIns="1548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9"/>
          <p:cNvSpPr/>
          <p:nvPr/>
        </p:nvSpPr>
        <p:spPr>
          <a:xfrm>
            <a:off x="1326960" y="2606040"/>
            <a:ext cx="2371320" cy="169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Oval 130"/>
          <p:cNvSpPr/>
          <p:nvPr/>
        </p:nvSpPr>
        <p:spPr>
          <a:xfrm>
            <a:off x="3612960" y="2571120"/>
            <a:ext cx="85320" cy="853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19440" rIns="428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TextBox 131"/>
          <p:cNvSpPr/>
          <p:nvPr/>
        </p:nvSpPr>
        <p:spPr>
          <a:xfrm>
            <a:off x="1418400" y="2283480"/>
            <a:ext cx="2279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ectangle 132"/>
          <p:cNvSpPr/>
          <p:nvPr/>
        </p:nvSpPr>
        <p:spPr>
          <a:xfrm>
            <a:off x="3704400" y="3063240"/>
            <a:ext cx="2371320" cy="16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8" name="Oval 133"/>
          <p:cNvSpPr/>
          <p:nvPr/>
        </p:nvSpPr>
        <p:spPr>
          <a:xfrm>
            <a:off x="5990400" y="3028320"/>
            <a:ext cx="85320" cy="85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19440" rIns="428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TextBox 134"/>
          <p:cNvSpPr/>
          <p:nvPr/>
        </p:nvSpPr>
        <p:spPr>
          <a:xfrm>
            <a:off x="3795840" y="2770560"/>
            <a:ext cx="2279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ectangle 135"/>
          <p:cNvSpPr/>
          <p:nvPr/>
        </p:nvSpPr>
        <p:spPr>
          <a:xfrm>
            <a:off x="3704400" y="3485520"/>
            <a:ext cx="85320" cy="85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1" name="Rectangle 136"/>
          <p:cNvSpPr/>
          <p:nvPr/>
        </p:nvSpPr>
        <p:spPr>
          <a:xfrm>
            <a:off x="386892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7"/>
          <p:cNvSpPr/>
          <p:nvPr/>
        </p:nvSpPr>
        <p:spPr>
          <a:xfrm>
            <a:off x="403344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8"/>
          <p:cNvSpPr/>
          <p:nvPr/>
        </p:nvSpPr>
        <p:spPr>
          <a:xfrm>
            <a:off x="419832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9"/>
          <p:cNvSpPr/>
          <p:nvPr/>
        </p:nvSpPr>
        <p:spPr>
          <a:xfrm>
            <a:off x="436284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40"/>
          <p:cNvSpPr/>
          <p:nvPr/>
        </p:nvSpPr>
        <p:spPr>
          <a:xfrm>
            <a:off x="452736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1"/>
          <p:cNvSpPr/>
          <p:nvPr/>
        </p:nvSpPr>
        <p:spPr>
          <a:xfrm>
            <a:off x="469188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2"/>
          <p:cNvSpPr/>
          <p:nvPr/>
        </p:nvSpPr>
        <p:spPr>
          <a:xfrm>
            <a:off x="485640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3"/>
          <p:cNvSpPr/>
          <p:nvPr/>
        </p:nvSpPr>
        <p:spPr>
          <a:xfrm>
            <a:off x="502128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4"/>
          <p:cNvSpPr/>
          <p:nvPr/>
        </p:nvSpPr>
        <p:spPr>
          <a:xfrm>
            <a:off x="518580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5"/>
          <p:cNvSpPr/>
          <p:nvPr/>
        </p:nvSpPr>
        <p:spPr>
          <a:xfrm>
            <a:off x="535032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6"/>
          <p:cNvSpPr/>
          <p:nvPr/>
        </p:nvSpPr>
        <p:spPr>
          <a:xfrm>
            <a:off x="551484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7"/>
          <p:cNvSpPr/>
          <p:nvPr/>
        </p:nvSpPr>
        <p:spPr>
          <a:xfrm>
            <a:off x="567936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8"/>
          <p:cNvSpPr/>
          <p:nvPr/>
        </p:nvSpPr>
        <p:spPr>
          <a:xfrm>
            <a:off x="5844240" y="3520440"/>
            <a:ext cx="8532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9"/>
          <p:cNvSpPr/>
          <p:nvPr/>
        </p:nvSpPr>
        <p:spPr>
          <a:xfrm>
            <a:off x="6008760" y="3520440"/>
            <a:ext cx="66960" cy="16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-21960" rIns="334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Oval 150"/>
          <p:cNvSpPr/>
          <p:nvPr/>
        </p:nvSpPr>
        <p:spPr>
          <a:xfrm>
            <a:off x="3704400" y="3485520"/>
            <a:ext cx="85320" cy="853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19440" rIns="428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TextBox 151"/>
          <p:cNvSpPr/>
          <p:nvPr/>
        </p:nvSpPr>
        <p:spPr>
          <a:xfrm>
            <a:off x="3795840" y="3227760"/>
            <a:ext cx="2279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ectangle 152"/>
          <p:cNvSpPr/>
          <p:nvPr/>
        </p:nvSpPr>
        <p:spPr>
          <a:xfrm>
            <a:off x="3704400" y="3977640"/>
            <a:ext cx="4748760" cy="16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Oval 153"/>
          <p:cNvSpPr/>
          <p:nvPr/>
        </p:nvSpPr>
        <p:spPr>
          <a:xfrm>
            <a:off x="8367840" y="3942720"/>
            <a:ext cx="85320" cy="853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19440" rIns="428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TextBox 154"/>
          <p:cNvSpPr/>
          <p:nvPr/>
        </p:nvSpPr>
        <p:spPr>
          <a:xfrm>
            <a:off x="3780000" y="3716640"/>
            <a:ext cx="46573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ectangle 155"/>
          <p:cNvSpPr/>
          <p:nvPr/>
        </p:nvSpPr>
        <p:spPr>
          <a:xfrm>
            <a:off x="1326960" y="4399920"/>
            <a:ext cx="85320" cy="85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Rectangle 156"/>
          <p:cNvSpPr/>
          <p:nvPr/>
        </p:nvSpPr>
        <p:spPr>
          <a:xfrm>
            <a:off x="149148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7"/>
          <p:cNvSpPr/>
          <p:nvPr/>
        </p:nvSpPr>
        <p:spPr>
          <a:xfrm>
            <a:off x="165600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8"/>
          <p:cNvSpPr/>
          <p:nvPr/>
        </p:nvSpPr>
        <p:spPr>
          <a:xfrm>
            <a:off x="182088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9"/>
          <p:cNvSpPr/>
          <p:nvPr/>
        </p:nvSpPr>
        <p:spPr>
          <a:xfrm>
            <a:off x="198540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60"/>
          <p:cNvSpPr/>
          <p:nvPr/>
        </p:nvSpPr>
        <p:spPr>
          <a:xfrm>
            <a:off x="214992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1"/>
          <p:cNvSpPr/>
          <p:nvPr/>
        </p:nvSpPr>
        <p:spPr>
          <a:xfrm>
            <a:off x="231444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2"/>
          <p:cNvSpPr/>
          <p:nvPr/>
        </p:nvSpPr>
        <p:spPr>
          <a:xfrm>
            <a:off x="247896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3"/>
          <p:cNvSpPr/>
          <p:nvPr/>
        </p:nvSpPr>
        <p:spPr>
          <a:xfrm>
            <a:off x="264384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4"/>
          <p:cNvSpPr/>
          <p:nvPr/>
        </p:nvSpPr>
        <p:spPr>
          <a:xfrm>
            <a:off x="280836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5"/>
          <p:cNvSpPr/>
          <p:nvPr/>
        </p:nvSpPr>
        <p:spPr>
          <a:xfrm>
            <a:off x="297288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6"/>
          <p:cNvSpPr/>
          <p:nvPr/>
        </p:nvSpPr>
        <p:spPr>
          <a:xfrm>
            <a:off x="313740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7"/>
          <p:cNvSpPr/>
          <p:nvPr/>
        </p:nvSpPr>
        <p:spPr>
          <a:xfrm>
            <a:off x="330192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8"/>
          <p:cNvSpPr/>
          <p:nvPr/>
        </p:nvSpPr>
        <p:spPr>
          <a:xfrm>
            <a:off x="3466800" y="4434840"/>
            <a:ext cx="85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9"/>
          <p:cNvSpPr/>
          <p:nvPr/>
        </p:nvSpPr>
        <p:spPr>
          <a:xfrm>
            <a:off x="3631320" y="4434840"/>
            <a:ext cx="6696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-21960" rIns="3348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Oval 170"/>
          <p:cNvSpPr/>
          <p:nvPr/>
        </p:nvSpPr>
        <p:spPr>
          <a:xfrm>
            <a:off x="1326960" y="4399920"/>
            <a:ext cx="85320" cy="85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19440" rIns="428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TextBox 171"/>
          <p:cNvSpPr/>
          <p:nvPr/>
        </p:nvSpPr>
        <p:spPr>
          <a:xfrm>
            <a:off x="1418400" y="4480560"/>
            <a:ext cx="2279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ectangle 172"/>
          <p:cNvSpPr/>
          <p:nvPr/>
        </p:nvSpPr>
        <p:spPr>
          <a:xfrm>
            <a:off x="8002080" y="4572000"/>
            <a:ext cx="3285720" cy="104544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Rectangle 173"/>
          <p:cNvSpPr/>
          <p:nvPr/>
        </p:nvSpPr>
        <p:spPr>
          <a:xfrm>
            <a:off x="8002080" y="4574520"/>
            <a:ext cx="588240" cy="222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TextBox 174"/>
          <p:cNvSpPr/>
          <p:nvPr/>
        </p:nvSpPr>
        <p:spPr>
          <a:xfrm>
            <a:off x="8002080" y="4574520"/>
            <a:ext cx="5882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TextBox 175"/>
          <p:cNvSpPr/>
          <p:nvPr/>
        </p:nvSpPr>
        <p:spPr>
          <a:xfrm>
            <a:off x="8642160" y="4574520"/>
            <a:ext cx="2279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ectangle 176"/>
          <p:cNvSpPr/>
          <p:nvPr/>
        </p:nvSpPr>
        <p:spPr>
          <a:xfrm>
            <a:off x="8459280" y="5120640"/>
            <a:ext cx="2371320" cy="16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Oval 177"/>
          <p:cNvSpPr/>
          <p:nvPr/>
        </p:nvSpPr>
        <p:spPr>
          <a:xfrm>
            <a:off x="8459280" y="5085720"/>
            <a:ext cx="85320" cy="85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19440" rIns="428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TextBox 178"/>
          <p:cNvSpPr/>
          <p:nvPr/>
        </p:nvSpPr>
        <p:spPr>
          <a:xfrm>
            <a:off x="8475120" y="4894560"/>
            <a:ext cx="2279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ectangle 179"/>
          <p:cNvSpPr/>
          <p:nvPr/>
        </p:nvSpPr>
        <p:spPr>
          <a:xfrm>
            <a:off x="845928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Rectangle 180"/>
          <p:cNvSpPr/>
          <p:nvPr/>
        </p:nvSpPr>
        <p:spPr>
          <a:xfrm>
            <a:off x="862380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1"/>
          <p:cNvSpPr/>
          <p:nvPr/>
        </p:nvSpPr>
        <p:spPr>
          <a:xfrm>
            <a:off x="878832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2"/>
          <p:cNvSpPr/>
          <p:nvPr/>
        </p:nvSpPr>
        <p:spPr>
          <a:xfrm>
            <a:off x="895320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3"/>
          <p:cNvSpPr/>
          <p:nvPr/>
        </p:nvSpPr>
        <p:spPr>
          <a:xfrm>
            <a:off x="911772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4"/>
          <p:cNvSpPr/>
          <p:nvPr/>
        </p:nvSpPr>
        <p:spPr>
          <a:xfrm>
            <a:off x="928224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5"/>
          <p:cNvSpPr/>
          <p:nvPr/>
        </p:nvSpPr>
        <p:spPr>
          <a:xfrm>
            <a:off x="944676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6"/>
          <p:cNvSpPr/>
          <p:nvPr/>
        </p:nvSpPr>
        <p:spPr>
          <a:xfrm>
            <a:off x="961128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7"/>
          <p:cNvSpPr/>
          <p:nvPr/>
        </p:nvSpPr>
        <p:spPr>
          <a:xfrm>
            <a:off x="977616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8"/>
          <p:cNvSpPr/>
          <p:nvPr/>
        </p:nvSpPr>
        <p:spPr>
          <a:xfrm>
            <a:off x="994068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9"/>
          <p:cNvSpPr/>
          <p:nvPr/>
        </p:nvSpPr>
        <p:spPr>
          <a:xfrm>
            <a:off x="1010520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90"/>
          <p:cNvSpPr/>
          <p:nvPr/>
        </p:nvSpPr>
        <p:spPr>
          <a:xfrm>
            <a:off x="1026972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1"/>
          <p:cNvSpPr/>
          <p:nvPr/>
        </p:nvSpPr>
        <p:spPr>
          <a:xfrm>
            <a:off x="1043424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2"/>
          <p:cNvSpPr/>
          <p:nvPr/>
        </p:nvSpPr>
        <p:spPr>
          <a:xfrm>
            <a:off x="10599120" y="5440680"/>
            <a:ext cx="85320" cy="16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-21960" rIns="4284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3"/>
          <p:cNvSpPr/>
          <p:nvPr/>
        </p:nvSpPr>
        <p:spPr>
          <a:xfrm>
            <a:off x="10745280" y="5405760"/>
            <a:ext cx="85320" cy="85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Oval 194"/>
          <p:cNvSpPr/>
          <p:nvPr/>
        </p:nvSpPr>
        <p:spPr>
          <a:xfrm>
            <a:off x="10745280" y="5405760"/>
            <a:ext cx="85320" cy="85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2840" tIns="19440" rIns="4284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Box 195"/>
          <p:cNvSpPr/>
          <p:nvPr/>
        </p:nvSpPr>
        <p:spPr>
          <a:xfrm>
            <a:off x="8475120" y="5214600"/>
            <a:ext cx="2279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96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7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4" name="Text 64"/>
          <p:cNvSpPr/>
          <p:nvPr/>
        </p:nvSpPr>
        <p:spPr>
          <a:xfrm>
            <a:off x="549360" y="41220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SEQUENCE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09080" cy="45658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1040" cy="1310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1040" cy="1310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1040" cy="1310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0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.setExpirationTime('480m')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4320" cy="45658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4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5360" cy="4053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5360" cy="4053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44360"/>
            <a:ext cx="40536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5360" cy="4053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484440"/>
            <a:ext cx="40536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5360" cy="4053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14800"/>
            <a:ext cx="40536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480min (8h)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5360" cy="4053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764600"/>
            <a:ext cx="4053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5360" cy="4053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293800"/>
            <a:ext cx="405360" cy="64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166320" y="1655640"/>
            <a:ext cx="1274040" cy="49680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166320" y="1655640"/>
            <a:ext cx="12740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8064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275280" y="1655640"/>
            <a:ext cx="1274040" cy="49680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275280" y="1655640"/>
            <a:ext cx="12740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39153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018480" y="1655640"/>
            <a:ext cx="1274040" cy="49680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018480" y="1655640"/>
            <a:ext cx="12740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6585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395920" y="1655640"/>
            <a:ext cx="1274040" cy="49680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395920" y="1655640"/>
            <a:ext cx="12740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0360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773360" y="1655640"/>
            <a:ext cx="1274040" cy="49680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773360" y="1655640"/>
            <a:ext cx="12740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41344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806400" y="2615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806400" y="2323080"/>
            <a:ext cx="31028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3915360" y="3027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3915360" y="2734560"/>
            <a:ext cx="2737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3915360" y="3438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3915360" y="3146040"/>
            <a:ext cx="51145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806400" y="3850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806400" y="3557520"/>
            <a:ext cx="31028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036000" y="4307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036000" y="4014720"/>
            <a:ext cx="23713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036000" y="4718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036000" y="4426200"/>
            <a:ext cx="23713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13240"/>
            <a:ext cx="11058120" cy="95400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04680"/>
            <a:ext cx="1060092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09080" cy="45658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1040" cy="1310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1040" cy="1310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1040" cy="1310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0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3320" cy="13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4320" cy="45658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4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5360" cy="4053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5360" cy="4053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5360" cy="4053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5360" cy="4053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5360" cy="4053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5360" cy="4053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148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66960" cy="2234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148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66960" cy="22341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148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66960" cy="22341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148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66960" cy="22341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148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66960" cy="22341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1480" cy="223416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66960" cy="223416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85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88240" cy="28656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882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564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09080" cy="45658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1040" cy="1310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1040" cy="1310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1040" cy="1310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0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33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4320" cy="45658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4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5360" cy="4053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536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5360" cy="4053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536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5360" cy="4053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5360" cy="4053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5360" cy="4053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5360" cy="4053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5360" cy="83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26000" cy="45658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3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596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596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596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596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596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596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596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26000" cy="45658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3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3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0596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3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5480" cy="24984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54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5480" cy="24984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54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5480" cy="24984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54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5480" cy="24984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54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5480" cy="24984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5480" cy="24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0596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45000" rIns="334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47480"/>
            <a:ext cx="7309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Noto Sans CJK SC"/>
              </a:rPr>
              <a:t>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721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09080" cy="4565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1040" cy="13104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1040" cy="1310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1040" cy="13104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855080"/>
            <a:ext cx="63946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4320" cy="45658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485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5360" cy="405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814240" y="230256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5360" cy="405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814240" y="297864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5360" cy="4053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814240" y="358272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5360" cy="405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814240" y="422280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5360" cy="4053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814240" y="4862880"/>
            <a:ext cx="264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45000" rIns="334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47480"/>
            <a:ext cx="7309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Noto Sans CJK SC"/>
              </a:rPr>
              <a:t>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721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3120" cy="4565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3120" cy="359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3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3120" cy="4565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3120" cy="359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30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6880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45000" rIns="334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47480"/>
            <a:ext cx="7309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Noto Sans CJK SC"/>
              </a:rPr>
              <a:t>·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721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09080" cy="862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3680" cy="862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1840" tIns="45000" rIns="51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1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79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3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4718880" y="2286000"/>
            <a:ext cx="20995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09080" cy="862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3680" cy="8625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1840" tIns="45000" rIns="51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1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79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3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4665960" y="3276000"/>
            <a:ext cx="31028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09080" cy="862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3680" cy="862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1840" tIns="45000" rIns="51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1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79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3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4699440" y="4333680"/>
            <a:ext cx="24195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09080" cy="8625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3680" cy="862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1840" tIns="45000" rIns="518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1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79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3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4721040" y="5421240"/>
            <a:ext cx="401724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4320" cy="45658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485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5360" cy="4053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5360" cy="405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5360" cy="4053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5360" cy="405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5360" cy="405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2790000" y="1600200"/>
            <a:ext cx="1239840" cy="94716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2790000" y="1600200"/>
            <a:ext cx="1239840" cy="94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2166840" y="2553840"/>
            <a:ext cx="2485800" cy="132876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2166840" y="2553840"/>
            <a:ext cx="2485800" cy="132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1336320" y="3888720"/>
            <a:ext cx="4146840" cy="151956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1336320" y="3888720"/>
            <a:ext cx="4146840" cy="15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6919200" y="1387080"/>
            <a:ext cx="3882960" cy="399888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077960" y="1468800"/>
            <a:ext cx="356544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077960" y="1877400"/>
            <a:ext cx="73440" cy="7297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45000" rIns="36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236720" y="1877400"/>
            <a:ext cx="237492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9657000" y="1918440"/>
            <a:ext cx="986400" cy="23940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9657000" y="1918440"/>
            <a:ext cx="98640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236720" y="2204280"/>
            <a:ext cx="3406680" cy="40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077960" y="2694600"/>
            <a:ext cx="73440" cy="7297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45000" rIns="36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236720" y="2694600"/>
            <a:ext cx="237492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9657000" y="2735640"/>
            <a:ext cx="986400" cy="23940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9657000" y="2735640"/>
            <a:ext cx="98640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236720" y="3021480"/>
            <a:ext cx="3406680" cy="40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/api/auth (authentification)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077960" y="3512160"/>
            <a:ext cx="73440" cy="7297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45000" rIns="36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236720" y="3512160"/>
            <a:ext cx="237492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9657000" y="3552840"/>
            <a:ext cx="986400" cy="2394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9657000" y="3552840"/>
            <a:ext cx="98640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236720" y="3839040"/>
            <a:ext cx="3406680" cy="40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077960" y="4329360"/>
            <a:ext cx="73440" cy="7297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tIns="45000" rIns="36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236720" y="4329360"/>
            <a:ext cx="2374920" cy="3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9657000" y="4370040"/>
            <a:ext cx="986400" cy="2394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9657000" y="4370040"/>
            <a:ext cx="98640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236720" y="4656240"/>
            <a:ext cx="3406680" cy="40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58120" cy="67968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092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Déploiement continu — Vercel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5480" cy="21884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3960" cy="63396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396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40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404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79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5480" cy="21884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3960" cy="6339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3960" cy="70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40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404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build · intégration Git native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5480" cy="21884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3960" cy="6339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3960" cy="77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40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404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5480" cy="21884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3960" cy="6339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396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40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404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5480" cy="21884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3960" cy="6339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396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40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404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5480" cy="21884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3960" cy="63396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396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40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404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5480" cy="21884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3960" cy="63396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396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40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404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5480" cy="218844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3960" cy="6339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3960" cy="7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40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4040" cy="77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58120" cy="154836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02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Pipeline Vercel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236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push vers main → build Vercel déclenché automatiquement par intégration Git native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236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Preview URL unique générée par PR — testable avant merge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236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~2 min commit → preview  ·  rollback one-click si régression prod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236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Secrets via env vars Vercel · jamais committés · SSL automatique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236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2360" cy="18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45000" rIns="334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47480"/>
            <a:ext cx="7309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757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685800" y="2011680"/>
            <a:ext cx="1658520" cy="1182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685800" y="2011680"/>
            <a:ext cx="1658520" cy="66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685800" y="2194560"/>
            <a:ext cx="16585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685800" y="2743200"/>
            <a:ext cx="16585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685800" y="2971800"/>
            <a:ext cx="165852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298960" y="2514600"/>
            <a:ext cx="195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502360" y="2011680"/>
            <a:ext cx="1658520" cy="1182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502360" y="2011680"/>
            <a:ext cx="1658520" cy="66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502360" y="2194560"/>
            <a:ext cx="16585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502360" y="2743200"/>
            <a:ext cx="16585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502360" y="2971800"/>
            <a:ext cx="165852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intégration Git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4115520" y="2514600"/>
            <a:ext cx="195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4318560" y="2011680"/>
            <a:ext cx="1658880" cy="1182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4318560" y="2011680"/>
            <a:ext cx="1658880" cy="66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4318560" y="2194560"/>
            <a:ext cx="16588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4318560" y="2743200"/>
            <a:ext cx="16588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4318560" y="2971800"/>
            <a:ext cx="165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5932080" y="2514600"/>
            <a:ext cx="195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6135120" y="2011680"/>
            <a:ext cx="1658880" cy="1182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6135120" y="2011680"/>
            <a:ext cx="1658880" cy="66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6135120" y="2194560"/>
            <a:ext cx="16588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6135120" y="2743200"/>
            <a:ext cx="16588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6135120" y="2971800"/>
            <a:ext cx="165888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748640" y="2514600"/>
            <a:ext cx="195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951680" y="2011680"/>
            <a:ext cx="1658520" cy="1182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951680" y="2011680"/>
            <a:ext cx="1658520" cy="6696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951680" y="2194560"/>
            <a:ext cx="16585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951680" y="2743200"/>
            <a:ext cx="16585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951680" y="2971800"/>
            <a:ext cx="165852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9565200" y="2514600"/>
            <a:ext cx="195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9768240" y="2011680"/>
            <a:ext cx="1658520" cy="1182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9768240" y="2011680"/>
            <a:ext cx="1658520" cy="66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9768240" y="2194560"/>
            <a:ext cx="16585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9768240" y="2743200"/>
            <a:ext cx="16585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9768240" y="2971800"/>
            <a:ext cx="165852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1880" cy="246276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1040" cy="13104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1040" cy="1310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1040" cy="13104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912480"/>
            <a:ext cx="59374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Flux de déploiement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46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push vers main → Vercel build automatique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46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46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46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46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46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46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46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4320" cy="246276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485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5360" cy="405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379400"/>
            <a:ext cx="40536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5360" cy="405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5360" cy="40536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45000" rIns="334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47480"/>
            <a:ext cx="7309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 · DOCKER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757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Dockerfile multi-stage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09080" cy="4565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1040" cy="13104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1040" cy="1310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1040" cy="13104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855080"/>
            <a:ext cx="63946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# Stage 1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RUN bun install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RUN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RUN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# Stage 2 —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FROM oven/bun:1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CMD ["sh", "-c", "prisma migrate deploy &amp;&amp; bun 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18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4320" cy="45658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485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Pourquoi multi-stage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5360" cy="4053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builder : compile + génère les artefacts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5360" cy="405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runner : image finale légère (sans devDeps)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5360" cy="405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Image ~400 MB vs ~1 GB sans multi-stage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5360" cy="4053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Sécurité : pas de secrets ou devtools en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5360" cy="405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Reproductibilité : même image local et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5360" cy="40536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564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Rollback facile : image versionnée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45000" rIns="334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47480"/>
            <a:ext cx="7309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 · DOCKER COMPOSE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757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Deux profils — dev &amp; prod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1480" cy="4565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1480" cy="85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2840" rIns="9000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540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08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Profil dev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08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Développement local avec hot-reload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85720" cy="4510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2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+ watch + polling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42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42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docker-compose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42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--profile dev up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42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App sur localhost:3000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volume monté, hot reload actif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1480" cy="4565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1480" cy="85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2840" rIns="9000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540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08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Profil prod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08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Image Docker multi-stage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85720" cy="4510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2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standalone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42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42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docker-compose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42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--profile prod up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42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App sur localhost:3000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image de production identique au déployé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1480" cy="45658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1480" cy="8532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2840" rIns="90000" bIns="428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540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08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Variables d'environnement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08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Fichier .env à la racine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85720" cy="4510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284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DATABASE_URL, JWT_SECRET, REDIS_URL...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42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42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env_file: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42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- .env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428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Secrets jamais committés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857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via .gitignore + .env.example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09080" cy="45658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1040" cy="1310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1040" cy="1310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1040" cy="1310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0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4320" cy="45658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4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5360" cy="4053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136240"/>
            <a:ext cx="405360" cy="5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5360" cy="4053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5360" cy="4053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484440"/>
            <a:ext cx="40536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5360" cy="4053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24520"/>
            <a:ext cx="40536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5360" cy="4053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728600"/>
            <a:ext cx="405360" cy="5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5360" cy="4053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09080" cy="456588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1040" cy="13104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1040" cy="13104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1040" cy="13104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5520" tIns="45000" rIns="655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0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${DATABASE_URL}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UPSTASH_REDIS_REST_URL: ${UPSTASH_REDIS_REST_URL}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env_file: [ .env 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# DB → Neon (externe)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#   PostgreSQL managé — aucun container local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# Redis → Upstash (externe)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#   Redis REST managé — aucun container local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332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4320" cy="456588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428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5360" cy="4053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5360" cy="40536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44360"/>
            <a:ext cx="40536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+ services cloud (Neon · Upstash)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5360" cy="40536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5360" cy="40536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5360" cy="40536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764600"/>
            <a:ext cx="4413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5360" cy="40536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53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37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697200" cy="42001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697200" cy="451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6972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2520" cy="542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25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13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(Neon + Upstash externes)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2520" cy="542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25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13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2520" cy="5425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25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13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697200" cy="42001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697200" cy="4510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6972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2520" cy="542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2520" cy="61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auto sur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13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2520" cy="542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25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13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2520" cy="5425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25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13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697200" cy="42001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697200" cy="4510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6972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2520" cy="542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252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13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2520" cy="542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2520" cy="6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13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2520" cy="5425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252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136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136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58120" cy="26820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09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26000" cy="45658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3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1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65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65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813240" y="2880360"/>
            <a:ext cx="451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65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65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1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65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65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813240" y="4160520"/>
            <a:ext cx="451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65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65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1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65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65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813240" y="5440680"/>
            <a:ext cx="4510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65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6588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26000" cy="45658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3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496800" cy="4968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49680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312280"/>
            <a:ext cx="4565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478600"/>
            <a:ext cx="4565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496800" cy="4968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49680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89520"/>
            <a:ext cx="4565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55840"/>
            <a:ext cx="4565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496800" cy="4968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49680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830760"/>
            <a:ext cx="4565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33080"/>
            <a:ext cx="4565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496800" cy="4968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49680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644000"/>
            <a:ext cx="4565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10320"/>
            <a:ext cx="4565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496800" cy="49680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49680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421240"/>
            <a:ext cx="4565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587560"/>
            <a:ext cx="45658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1360" cy="163980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136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136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1360" cy="163980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136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136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1360" cy="163980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136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136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1360" cy="163980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136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136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666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26000" cy="232560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3120" cy="2142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26000" cy="232560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312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05960" cy="186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1480" cy="154836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148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1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17640" cy="154836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1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1880" cy="10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666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5320" cy="104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5320" cy="104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5320" cy="104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5320" cy="10454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692640" y="598932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599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599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4885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4885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171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171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457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457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1480" cy="154836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148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1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17640" cy="154836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1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1880" cy="10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666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5320" cy="10454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38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5320" cy="10454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5320" cy="10454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5320" cy="10454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692640" y="598932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599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599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4885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4885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171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171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457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457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1480" cy="154836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148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1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17640" cy="154836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1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1880" cy="10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666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5320" cy="10454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5320" cy="10454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5320" cy="10454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5320" cy="10454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692640" y="598932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599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599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60+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4885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4885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171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171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457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457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1480" cy="154836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148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1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17640" cy="154836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18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1880" cy="10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Conteneuriser et déployer une application en environnement de production sécurisé, avec monitoring et capacité de rollback.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666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5320" cy="10454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5320" cy="10454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: déploiement continu par intégration Git native, secrets via env vars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5320" cy="10454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26000" cy="104544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5320" cy="10454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0240" cy="3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0240" cy="54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692640" y="5989320"/>
            <a:ext cx="36514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599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599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4885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4885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Docker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171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171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457200" y="5989320"/>
            <a:ext cx="2188440" cy="26820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457200" y="5989320"/>
            <a:ext cx="218844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26000" cy="21884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2560" cy="8625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256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2073960"/>
            <a:ext cx="42001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024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26000" cy="21884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2560" cy="8625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776240"/>
            <a:ext cx="862560" cy="111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2073960"/>
            <a:ext cx="42001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024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26000" cy="21884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2560" cy="8625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15960"/>
            <a:ext cx="86256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441680"/>
            <a:ext cx="42001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024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26000" cy="218844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2560" cy="8625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143960"/>
            <a:ext cx="862560" cy="10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441680"/>
            <a:ext cx="42001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024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476640" y="1691640"/>
            <a:ext cx="5526000" cy="45658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659520" y="1783080"/>
            <a:ext cx="5023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05240" y="235008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933840" y="22402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05240" y="280728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933840" y="26974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05240" y="326448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933840" y="31546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05240" y="372168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933840" y="36118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05240" y="417888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933840" y="40690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05240" y="463608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933840" y="45262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05240" y="509328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933840" y="49834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05240" y="555048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933840" y="54406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Déploiement Vercel — intégration Git, preview PR, rollback one-click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191640" y="1691640"/>
            <a:ext cx="5526000" cy="456588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374520" y="1783080"/>
            <a:ext cx="50230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20240" y="235008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648840" y="22402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phases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20240" y="280728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648840" y="26974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20240" y="326448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648840" y="31546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20240" y="372168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648840" y="36118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20240" y="417888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648840" y="40690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20240" y="463608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648840" y="45262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20240" y="509328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648840" y="49834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20240" y="5550480"/>
            <a:ext cx="140040" cy="14004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648840" y="5440680"/>
            <a:ext cx="4840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697200" cy="45658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697200" cy="451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6972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14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14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/chat/send et endpoints création (déjà actif sur /login et /register)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14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0040" cy="14004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14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697200" cy="45658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697200" cy="4510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6972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0040" cy="14004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14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0040" cy="14004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14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0040" cy="14004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14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0040" cy="14004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14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697200" cy="456588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697200" cy="4510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6972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0040" cy="1400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14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0040" cy="1400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14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0040" cy="1400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14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0040" cy="1400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0200" tIns="45000" rIns="702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1400" cy="8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0908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6668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66960" cy="771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3480" tIns="45000" rIns="334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5320" cy="16398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2840" tIns="45000" rIns="428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3800" cy="9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380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1360" cy="182268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88240" cy="5882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8824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08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084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1360" cy="182268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88240" cy="5882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14200"/>
            <a:ext cx="5882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08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084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1360" cy="182268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88240" cy="5882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14200"/>
            <a:ext cx="5882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08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084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1360" cy="182268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88240" cy="5882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14200"/>
            <a:ext cx="5882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084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08480" cy="49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68200" cy="2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8" name="Text 27"/>
          <p:cNvSpPr/>
          <p:nvPr/>
        </p:nvSpPr>
        <p:spPr>
          <a:xfrm>
            <a:off x="731520" y="6446520"/>
            <a:ext cx="73094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9" name="Text 28"/>
          <p:cNvSpPr/>
          <p:nvPr/>
        </p:nvSpPr>
        <p:spPr>
          <a:xfrm>
            <a:off x="11064240" y="6446520"/>
            <a:ext cx="63396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Shape 0"/>
          <p:cNvSpPr/>
          <p:nvPr/>
        </p:nvSpPr>
        <p:spPr>
          <a:xfrm>
            <a:off x="-2743200" y="3200400"/>
            <a:ext cx="7309080" cy="730908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1" name="Shape 1"/>
          <p:cNvSpPr/>
          <p:nvPr/>
        </p:nvSpPr>
        <p:spPr>
          <a:xfrm>
            <a:off x="7589520" y="-2743200"/>
            <a:ext cx="7309080" cy="730908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Text 2"/>
          <p:cNvSpPr/>
          <p:nvPr/>
        </p:nvSpPr>
        <p:spPr>
          <a:xfrm>
            <a:off x="457200" y="3108960"/>
            <a:ext cx="11241000" cy="81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3" name="Text 3"/>
          <p:cNvSpPr/>
          <p:nvPr/>
        </p:nvSpPr>
        <p:spPr>
          <a:xfrm>
            <a:off x="474120" y="4343400"/>
            <a:ext cx="1124100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8"/>
          <p:cNvSpPr/>
          <p:nvPr/>
        </p:nvSpPr>
        <p:spPr>
          <a:xfrm>
            <a:off x="3657600" y="5212080"/>
            <a:ext cx="359640" cy="63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16"/>
          <p:cNvSpPr/>
          <p:nvPr/>
        </p:nvSpPr>
        <p:spPr>
          <a:xfrm>
            <a:off x="457200" y="6172200"/>
            <a:ext cx="11241000" cy="26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6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3600" cy="1950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7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0000" cy="4118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284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cp:lastPrinted>2026-05-24T17:18:18Z</cp:lastPrinted>
  <dcterms:modified xsi:type="dcterms:W3CDTF">2026-05-28T13:27:02Z</dcterms:modified>
  <cp:revision>54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