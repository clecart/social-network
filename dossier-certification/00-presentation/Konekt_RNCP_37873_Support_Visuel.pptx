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2" r:id="rId61"/>
    <p:sldId id="275" r:id="rId23"/>
    <p:sldId id="313" r:id="rId62"/>
    <p:sldId id="276" r:id="rId24"/>
    <p:sldId id="314" r:id="rId63"/>
    <p:sldId id="277" r:id="rId25"/>
    <p:sldId id="315" r:id="rId64"/>
    <p:sldId id="278" r:id="rId26"/>
    <p:sldId id="316" r:id="rId65"/>
    <p:sldId id="279" r:id="rId27"/>
    <p:sldId id="317" r:id="rId66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9676854"/>
        <c:axId val="47459759"/>
      </c:barChart>
      <c:catAx>
        <c:axId val="196768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7459759"/>
        <c:crosses val="autoZero"/>
        <c:auto val="1"/>
        <c:lblAlgn val="ctr"/>
        <c:lblOffset val="100"/>
        <c:noMultiLvlLbl val="0"/>
      </c:catAx>
      <c:valAx>
        <c:axId val="4745975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967685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F34411-6254-447F-9D92-692BB2E7C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E5512-B474-4C90-B6B9-C4A74CB8C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37D931-CD76-4815-87A4-719569657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7B143B-EB32-4991-B127-BE594F3E00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CBF14A-FDCF-44A6-98FA-DE190D967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59E36B-7F45-4576-8DD8-31D9E49BB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E2B17-FCB5-41B1-86C7-7D57E4230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F99B3-EC9D-4777-A6AF-5C99DFC7C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8E718-6477-4118-BD02-BC88399F26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F43F19-EF38-45D0-86A9-50135D82D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59D256-1934-4B07-8526-D2F30F404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CFBE6-1DB3-4D47-A251-6918238B7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482FD-2397-4359-A873-93B7CFD13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9BE34-A487-49B3-8C7D-40A8EB27C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BD1E16-702B-4AC2-AAB0-76CFF7970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3A8E0-FFAB-47E6-855A-7EBD6DA3C9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E2FC3-C263-4EC9-9717-90F3F0B481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9FC0E-374C-461D-A41A-ACB1FC576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92DD8-455C-4A54-A020-23D43BF6F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482CD9-FC3A-4FD6-9D5C-9486374A54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88B5-7B2D-4C75-A5E6-685568AC9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2110D-F8EA-45B2-B3C1-4942A2C77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0911A-832F-4646-9DC3-D3B16C003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D4B6B-0064-400F-A30F-58F615A1B5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014B44-45F7-41E5-9D20-4611A0AEB0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AF6F7-1960-4A71-828F-1340F06E8A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59D3B-C0C5-48F9-8E5B-0FD127B4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ACD94-F0E8-46F5-B83D-9E9162A61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07D85-8157-433E-838B-F56B607A1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377D-E0A3-4F6A-A08F-354EAF476E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25C08D-7AB9-4E39-9B51-0E03E22E77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29E240-B094-4424-B646-9A94B8711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E5ACD-9505-4809-813F-10DBBB01D3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AE32AF-7A36-4A5E-BA4B-0B48E4163D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C7DAF-E892-4F57-8C8B-4E7805F9D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EAAD4-D7A3-48B4-96DB-AC80BE938F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099D4-E60A-499D-9FB2-F4A5675C3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EEDDB-CA7C-4EE7-8B6D-EF1530649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154BA-0076-4F50-ADFE-099E38909E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DE69D-2F0C-4B0A-8764-98922E8FC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92EE-2695-4787-BC16-248E79490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C8ABA-1F77-4838-A6B1-E8A20A423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1E420-AD64-4FC7-9752-06F4A72C5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6F0BAE-8ED6-4467-A18D-D2D77B2DF1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2F9AE0-B979-4877-8CD3-21DD64B4A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46A13-C922-4CF9-894E-151215FCD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CF606-8543-4641-BE17-995DB325E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15DBB2-4873-4667-BDE6-F1BCFF2145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3.png"/></Relationships>
</file>

<file path=ppt/slides/_rels/slide59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4.png"/></Relationships>
</file>

<file path=ppt/slides/_rels/slide60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5.png"/></Relationships>
</file>

<file path=ppt/slides/_rels/slide61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6.png"/></Relationships>
</file>

<file path=ppt/slides/_rels/slide62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760" cy="73137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360" cy="63993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760" cy="27417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000" cy="4100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9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plate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form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temp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 réel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Next.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reSQ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840" cy="35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160" cy="36561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480" cy="16444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ieme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ages,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mapping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640" cy="29246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640" cy="3643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9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ans (KONE 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entamé 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 une transition complète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 le développement full-stack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via la formation 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520" cy="11872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4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720" cy="182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280" cy="4570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600" cy="3276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600" cy="3276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600" cy="3276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600" cy="3276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200" cy="54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2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2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200" cy="54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200" cy="54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120" cy="3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120" cy="3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6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2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760" cy="410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360" cy="108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360" cy="1083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440" cy="181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64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64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360" cy="109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360" cy="109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360" cy="109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360" cy="1095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120" cy="2741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52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480" cy="27417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60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000" cy="27417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68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000" cy="100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000" cy="1004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000" cy="100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80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480" cy="7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48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480" cy="50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480" cy="50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000" cy="16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000" cy="169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000" cy="16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800" cy="14158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800" cy="27417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800" cy="7117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800" cy="32446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400" cy="47439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080" cy="45705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1760" cy="16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920" cy="17359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92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400" cy="100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400" cy="100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400" cy="10044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400" cy="10044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400" cy="26503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40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160" cy="7758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4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2800" cy="7758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040" cy="50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040" cy="50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040" cy="50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040" cy="50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040" cy="50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000" cy="2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000" cy="90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00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164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000" cy="900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44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164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400" cy="8672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00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000" cy="9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2800" cy="9586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0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0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7800" cy="36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780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360" cy="86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360" cy="86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360" cy="86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360" cy="86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120" cy="4479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000" cy="8215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000" cy="8215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000" cy="8215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000" cy="821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2800" cy="6843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8640" cy="63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8640" cy="6386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8640" cy="6386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2800" cy="15530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320" cy="71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320" cy="71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320" cy="7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320" cy="7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320" cy="71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320" cy="7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560" cy="2467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000" cy="2467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160" cy="9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16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160" cy="90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2800" cy="2728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7800" cy="214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7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0640" cy="187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240" cy="867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240" cy="867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240" cy="867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240" cy="867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000" cy="1644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2920" cy="59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2920" cy="59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2920" cy="59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2920" cy="59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3760" cy="73137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3760" cy="73137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56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5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56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280" cy="195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2026-05-21T17:57:33Z</dcterms:modified>
  <cp:revision>10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