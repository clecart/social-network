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2.xml" ContentType="application/vnd.openxmlformats-officedocument.drawingml.chart+xml"/>
  <Override PartName="/ppt/charts/colors2.xml" ContentType="application/vnd.ms-office.chartcolorstyl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40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31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27.xml" ContentType="application/vnd.openxmlformats-officedocument.presentationml.slide+xml"/>
  <Override PartName="/ppt/slides/slide43.xml" ContentType="application/vnd.openxmlformats-officedocument.presentationml.slide+xml"/>
  <Override PartName="/ppt/slides/slide61.xml" ContentType="application/vnd.openxmlformats-officedocument.presentationml.slide+xml"/>
  <Override PartName="/ppt/slides/slide2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60.xml" ContentType="application/vnd.openxmlformats-officedocument.presentationml.slide+xml"/>
  <Override PartName="/ppt/slides/slide49.xml" ContentType="application/vnd.openxmlformats-officedocument.presentationml.slide+xml"/>
  <Override PartName="/ppt/slides/slide57.xml" ContentType="application/vnd.openxmlformats-officedocument.presentationml.slide+xml"/>
  <Override PartName="/ppt/slides/slide29.xml" ContentType="application/vnd.openxmlformats-officedocument.presentationml.slide+xml"/>
  <Override PartName="/ppt/slides/slide12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4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1.xml" ContentType="application/vnd.openxmlformats-officedocument.presentationml.slide+xml"/>
  <Override PartName="/ppt/slides/slide16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58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8.xml" ContentType="application/vnd.openxmlformats-officedocument.presentationml.slide+xml"/>
  <Override PartName="/ppt/slides/slide44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0.xml" ContentType="application/vnd.openxmlformats-officedocument.presentationml.slide+xml"/>
  <Override PartName="/ppt/slides/slide53.xml" ContentType="application/vnd.openxmlformats-officedocument.presentationml.slide+xml"/>
  <Override PartName="/ppt/notesSlides/notesSlide35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29728184"/>
        <c:axId val="10689445"/>
      </c:barChart>
      <c:catAx>
        <c:axId val="297281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10689445"/>
        <c:crosses val="autoZero"/>
        <c:auto val="1"/>
        <c:lblAlgn val="ctr"/>
        <c:lblOffset val="100"/>
        <c:noMultiLvlLbl val="0"/>
      </c:catAx>
      <c:valAx>
        <c:axId val="10689445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29728184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7EC4454-BF41-445F-B74C-75E3B5DF1AB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7FB28BF-0B0B-4C2E-8AFA-960A754972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0FBED5-BFB1-43D9-88D1-C40865FF511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748615-0B24-400F-940C-AD4C8D4159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40F6D9-A122-4C2C-8BEA-E414A4FEA4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128E0D2-1162-4EFC-9747-FD362ABC16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2E6E4C-15CB-4241-B7E0-221881A565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3F3F59D-E15D-4DA1-8CCE-F7E5F2C521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AC3218-6C86-4AD4-9D12-7F50FB8B14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76CE922-8473-4E1A-898F-928B21D928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8E0FA3-879F-4C74-9373-F59DBDE2CE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9CE0CC-7FFC-4C9C-A109-884B9B8F39F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CC3D49-9B83-4E7B-8BCC-8678C2B67F7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958E07-3FAC-4C0F-BDC1-661A056B82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3CEDA8-8FEC-46C7-A94A-47456BE495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DCA8415-415E-4207-9039-66B117DF18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3A3035-A45A-4031-BF40-C22A1567D0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E44C41-3FFD-44D0-96F3-5CFE545B3E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D8C488-B9DC-429F-8EBB-F2DB0D6B53D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19719E-6A8C-498D-B729-3D237D0C4C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939371-B644-4581-8AE7-C7EADB9E031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E9C56E-F5A8-4F6C-9A3C-FD5273A558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C9C487-CDAC-4AD2-AFD4-6281196706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C82BF2-EFA9-4D88-B162-B48B8995F0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34DF2A-9489-4D50-955C-43363042DA1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E5CC8E-3587-4657-AECD-BB66F094BEE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9E6EB5-C9E1-4DF1-A784-46201FE7177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DD870E3-695A-4F24-B5CE-DB6316C7042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D67D72-A833-4780-9CE3-E994981A695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F3DCAEE-D696-4585-B8DF-DF13E52F1F1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CECFFA-E03E-47C0-AC74-628F188829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3DD512-9BC6-4948-B0D4-7AE0DE24FF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724B6E-DEB5-46EF-A03D-8022EB9A950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E88962-E525-498A-A3B9-BAC1D88431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068E0D-2436-4EDD-A8E8-B1775072C8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D7E1B90-98B1-4AA1-9BEC-29F452DB537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AD25FE-4C27-4177-9606-4871A29C83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7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34B43DB-D785-4CF5-9BED-357E092C90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8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4FF1608-C60A-4191-8E75-CEF0ECD7CB6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8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8C79342-3499-4A3E-BD15-C66AF0F61A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8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2F0557-55F5-4F9F-A43C-6DA8078F7E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8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F3BCE3-16CF-4FF8-B666-D6F0500261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8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57BDD2-92A9-448C-8AD8-64FFF34FAA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8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64DF9B4-82E4-438D-AB2B-7508D1D495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8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03455B-3335-45D8-92A9-FEC51C1DE7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8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1E114B-C614-42D3-AF2A-E0F638BF76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8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7EAC4C6-A330-4D13-862D-4757BC102E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8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3CE525-127D-4DD8-B5AF-EE0230C777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2320" cy="731232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7920" cy="639792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40320" cy="274032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4560" cy="40860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456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552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</a:t>
            </a: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ort </a:t>
            </a: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</a:t>
            </a: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sout</a:t>
            </a: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enan</a:t>
            </a: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552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 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social 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55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plateforme sociale full-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stack temps réel — Next.js 15,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Prisma, PostgreSQL, 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4400" cy="33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232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2880" cy="4121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4720" cy="365472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3040" cy="164304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1360" cy="63720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2008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5480" cy="36288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920" tIns="45000" rIns="7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35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776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1360" cy="63720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2008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5480" cy="36288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920" tIns="45000" rIns="7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35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776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1360" cy="63720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2008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5480" cy="36288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920" tIns="45000" rIns="7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35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776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1360" cy="63720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2008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5480" cy="36288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920" tIns="45000" rIns="7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35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&amp; développement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776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1360" cy="63720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2008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5480" cy="36288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920" tIns="45000" rIns="7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35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Tests, CI/CD &amp; déploiement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776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Qualité, automatisation,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1360" cy="63720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2008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5480" cy="36288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920" tIns="45000" rIns="7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35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&amp; compétences RNCP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776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Apprentissages, mapping 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3200" cy="292320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3200" cy="36288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32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695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69520" cy="127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ans (KONE Ascenseurs, SOCOTEC Équipements), j'ai entamé en 2024 une transition complète vers le développement full-stack via la formation Zone01 Rouen 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5920" cy="127728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592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59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5920" cy="127728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592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59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5920" cy="127728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592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59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5920" cy="127728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592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59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074920"/>
            <a:ext cx="7678080" cy="118584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500040" cy="50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304880" y="5342040"/>
            <a:ext cx="500040" cy="56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300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500040" cy="50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77320"/>
            <a:ext cx="50004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300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500040" cy="50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50004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300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500040" cy="50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413320"/>
            <a:ext cx="500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300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6280" cy="1826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1840" cy="45691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6160" cy="32616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44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6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1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6160" cy="32616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44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6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1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6160" cy="32616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44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6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1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6160" cy="32616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44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6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1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6160" cy="32616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44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6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1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6160" cy="32616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44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6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1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699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1680" cy="168876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5760" cy="54576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576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08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0880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1680" cy="168876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5760" cy="5457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5760" cy="80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08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0880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1680" cy="168876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5760" cy="5457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57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08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0880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1680" cy="168876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5760" cy="54576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57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08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0880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1680" cy="168876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5760" cy="5457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57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08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0880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29240" cy="22374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63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3280" cy="1432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16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40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3280" cy="1432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16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40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3280" cy="1432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16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40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3280" cy="1432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16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40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CI bloquante : lint + test +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29240" cy="22374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63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72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76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72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76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72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76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72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76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10055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51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i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↑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u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R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q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u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i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é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r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g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←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r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r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n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h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r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n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699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1600" cy="42955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656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5680" cy="345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4000" cy="1440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4000" cy="1440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4000" cy="1440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656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5680" cy="34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4000" cy="144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4000" cy="144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4000" cy="144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4000" cy="144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4000" cy="144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656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5680" cy="34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656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5680" cy="34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4000" cy="144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4000" cy="144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4000" cy="144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4000" cy="144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293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4560" cy="1049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5000" rIns="17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293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4560" cy="2100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5000" rIns="17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4000" cy="144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22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4560" cy="1049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5000" rIns="17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4000" cy="1440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5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8280" cy="42955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25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09320" cy="409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093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49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09320" cy="4093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093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49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09320" cy="409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093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49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09320" cy="4093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093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49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10055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2320" cy="4569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2320" cy="4086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2920" cy="22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29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50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#73  Profil utilisateur — données publiques par ID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65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CLecart  wants to merge  10 commits  into  main  ← from  10-get-profileid-public-profile-data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65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6920" cy="106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640" tIns="32760" rIns="5364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30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feat(post):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77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create post avec upload image, validation serveur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6920" cy="106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640" tIns="32760" rIns="5364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30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fix(api):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77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auth cookie JWT + vérification userId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6920" cy="10692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640" tIns="32760" rIns="5364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30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feat(profile):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77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route GET /api/user/[id] — données publiques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6920" cy="106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640" tIns="32760" rIns="5364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30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chore: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77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suppression imports inutilisés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65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h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e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k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s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I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·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G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i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t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H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u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b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A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t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i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o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n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80000" cy="18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72000"/>
            <a:ext cx="180000" cy="1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30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63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80000" cy="18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46320"/>
            <a:ext cx="180000" cy="1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30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63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80000" cy="18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120640"/>
            <a:ext cx="180000" cy="1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30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63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80000" cy="180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94960"/>
            <a:ext cx="180000" cy="1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30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63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3040" cy="3628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760720"/>
            <a:ext cx="164304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06440"/>
            <a:ext cx="5026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7560" cy="45691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1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08600" cy="4086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4888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08600" cy="4086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4888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08600" cy="40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4888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08600" cy="4086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4888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08600" cy="4086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4888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29240" cy="219168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6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2040" cy="159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.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'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: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29240" cy="219168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6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2040" cy="159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4960" cy="182592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7200" cy="63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281120"/>
            <a:ext cx="637200" cy="88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20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20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4960" cy="182592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7200" cy="63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72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20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20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4960" cy="182592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7200" cy="6372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7200" cy="90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20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20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4960" cy="182592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7200" cy="63720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3952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20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20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4960" cy="182592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7200" cy="63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72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20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alisatio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20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4960" cy="13687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49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4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4960" cy="13687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49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</a:t>
            </a: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</a:t>
            </a: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4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4960" cy="13687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49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4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4960" cy="13687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49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4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4960" cy="13687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49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4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1360" cy="109440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6920" cy="10944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640" tIns="45000" rIns="53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40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403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69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69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69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donné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(use-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api,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use-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real-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time-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1360" cy="109440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6920" cy="1094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640" tIns="45000" rIns="53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40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403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è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69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69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)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69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1360" cy="109440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6920" cy="10944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640" tIns="45000" rIns="53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40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403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69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69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69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1360" cy="109440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6920" cy="10944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640" tIns="45000" rIns="53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40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403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69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69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69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4720" cy="22374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70200" cy="22374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4720" cy="22374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70200" cy="2237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4720" cy="22374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70200" cy="22374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4720" cy="22374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70200" cy="22374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 · Secret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+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4720" cy="22374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70200" cy="22374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 &amp; CI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 · 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4720" cy="22374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70200" cy="223740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+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889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1680" cy="27403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1680" cy="362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16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3080" cy="21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3040" cy="274032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3040" cy="3628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304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60160" cy="21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4560" cy="274032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4560" cy="3628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45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100240" cy="21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29040" cy="100296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88560" cy="10029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47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47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29040" cy="100296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88560" cy="100296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47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47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29040" cy="100296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88560" cy="10029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47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47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transformations à la volée,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13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7360" cy="3171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736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699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4720" cy="196308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500040" cy="50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500040" cy="6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8896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88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x</a:t>
            </a: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4720" cy="196308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500040" cy="50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500040" cy="70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8896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88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4720" cy="196308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500040" cy="50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2040" cy="82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8896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88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4720" cy="196308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500040" cy="50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5000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8896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88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4720" cy="196308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500040" cy="50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5000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8896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88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s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r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—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N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o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s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t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·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s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r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N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—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N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s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r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v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i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a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F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r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i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n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d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s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h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i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4720" cy="196308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500040" cy="50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500040" cy="6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8896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88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1360" cy="82008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40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41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4560" cy="146016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456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4560" cy="15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168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4560" cy="146016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456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4560" cy="154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168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4560" cy="146016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456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4560" cy="154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168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4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4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1360" cy="141444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937760"/>
            <a:ext cx="109699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257800"/>
            <a:ext cx="1069560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7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7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1360" cy="82008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40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41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1360" cy="274032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4280" cy="1342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4280" cy="1342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4280" cy="1342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41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41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41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41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41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41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41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41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1360" cy="71028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56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1360" cy="82008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40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41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061360" cy="324324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4280" cy="1342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4280" cy="1342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4280" cy="1342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41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41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41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41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41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41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41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41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41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41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41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41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41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41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41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41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788080"/>
            <a:ext cx="106041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MCD — 10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9" name="Shape 3"/>
          <p:cNvSpPr/>
          <p:nvPr/>
        </p:nvSpPr>
        <p:spPr>
          <a:xfrm>
            <a:off x="8595360" y="1691640"/>
            <a:ext cx="3014640" cy="456912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Text 4"/>
          <p:cNvSpPr/>
          <p:nvPr/>
        </p:nvSpPr>
        <p:spPr>
          <a:xfrm>
            <a:off x="8732520" y="1783080"/>
            <a:ext cx="2740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5"/>
          <p:cNvSpPr/>
          <p:nvPr/>
        </p:nvSpPr>
        <p:spPr>
          <a:xfrm>
            <a:off x="8732520" y="2148840"/>
            <a:ext cx="91152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6"/>
          <p:cNvSpPr/>
          <p:nvPr/>
        </p:nvSpPr>
        <p:spPr>
          <a:xfrm>
            <a:off x="9646920" y="2148840"/>
            <a:ext cx="191736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7"/>
          <p:cNvSpPr/>
          <p:nvPr/>
        </p:nvSpPr>
        <p:spPr>
          <a:xfrm>
            <a:off x="8732520" y="2651760"/>
            <a:ext cx="91152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8"/>
          <p:cNvSpPr/>
          <p:nvPr/>
        </p:nvSpPr>
        <p:spPr>
          <a:xfrm>
            <a:off x="9646920" y="2651760"/>
            <a:ext cx="191736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9"/>
          <p:cNvSpPr/>
          <p:nvPr/>
        </p:nvSpPr>
        <p:spPr>
          <a:xfrm>
            <a:off x="8732520" y="3154680"/>
            <a:ext cx="91152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0"/>
          <p:cNvSpPr/>
          <p:nvPr/>
        </p:nvSpPr>
        <p:spPr>
          <a:xfrm>
            <a:off x="9646920" y="3154680"/>
            <a:ext cx="191736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1"/>
          <p:cNvSpPr/>
          <p:nvPr/>
        </p:nvSpPr>
        <p:spPr>
          <a:xfrm>
            <a:off x="8732520" y="3657600"/>
            <a:ext cx="91152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2"/>
          <p:cNvSpPr/>
          <p:nvPr/>
        </p:nvSpPr>
        <p:spPr>
          <a:xfrm>
            <a:off x="9646920" y="3657600"/>
            <a:ext cx="191736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3"/>
          <p:cNvSpPr/>
          <p:nvPr/>
        </p:nvSpPr>
        <p:spPr>
          <a:xfrm>
            <a:off x="8732520" y="4297680"/>
            <a:ext cx="2740320" cy="1548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0" name="Text 14"/>
          <p:cNvSpPr/>
          <p:nvPr/>
        </p:nvSpPr>
        <p:spPr>
          <a:xfrm>
            <a:off x="8732520" y="4389120"/>
            <a:ext cx="2740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5"/>
          <p:cNvSpPr/>
          <p:nvPr/>
        </p:nvSpPr>
        <p:spPr>
          <a:xfrm>
            <a:off x="8732520" y="4663440"/>
            <a:ext cx="27403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6"/>
          <p:cNvSpPr/>
          <p:nvPr/>
        </p:nvSpPr>
        <p:spPr>
          <a:xfrm>
            <a:off x="8732520" y="4919400"/>
            <a:ext cx="27403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7"/>
          <p:cNvSpPr/>
          <p:nvPr/>
        </p:nvSpPr>
        <p:spPr>
          <a:xfrm>
            <a:off x="8732520" y="5175360"/>
            <a:ext cx="27403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8"/>
          <p:cNvSpPr/>
          <p:nvPr/>
        </p:nvSpPr>
        <p:spPr>
          <a:xfrm>
            <a:off x="8732520" y="5431680"/>
            <a:ext cx="27403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9"/>
          <p:cNvSpPr/>
          <p:nvPr/>
        </p:nvSpPr>
        <p:spPr>
          <a:xfrm>
            <a:off x="8732520" y="5687640"/>
            <a:ext cx="27403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20"/>
          <p:cNvSpPr/>
          <p:nvPr/>
        </p:nvSpPr>
        <p:spPr>
          <a:xfrm>
            <a:off x="8732520" y="5943600"/>
            <a:ext cx="27403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7" name="Image 1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Text 21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2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0" name=""/>
          <p:cNvPicPr/>
          <p:nvPr/>
        </p:nvPicPr>
        <p:blipFill>
          <a:blip r:embed="rId2"/>
          <a:stretch/>
        </p:blipFill>
        <p:spPr>
          <a:xfrm>
            <a:off x="457200" y="1691640"/>
            <a:ext cx="8046000" cy="456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4480" cy="173448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4480" cy="14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448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2960" cy="100296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29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646640"/>
            <a:ext cx="1002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920960"/>
            <a:ext cx="1002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2960" cy="100296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29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75920"/>
            <a:ext cx="1002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50240"/>
            <a:ext cx="1002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2960" cy="100296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29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95480"/>
            <a:ext cx="1002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69800"/>
            <a:ext cx="1002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2960" cy="100296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29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315040"/>
            <a:ext cx="1002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89360"/>
            <a:ext cx="1002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2960" cy="100296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29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944320"/>
            <a:ext cx="1002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218640"/>
            <a:ext cx="1002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2960" cy="100296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29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315040"/>
            <a:ext cx="1002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89360"/>
            <a:ext cx="1002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2960" cy="100296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29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95480"/>
            <a:ext cx="1002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69800"/>
            <a:ext cx="1002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2960" cy="100296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29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75920"/>
            <a:ext cx="1002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50240"/>
            <a:ext cx="10029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72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47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3040" cy="100296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60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60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3040" cy="100296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60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60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3040" cy="100296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60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60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3040" cy="10029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60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60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</a:t>
            </a: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F</a:t>
            </a: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F</a:t>
            </a: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F</a:t>
            </a: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F</a:t>
            </a: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F</a:t>
            </a: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3040" cy="100296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60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60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</a:t>
            </a: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</a:t>
            </a: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0</a:t>
            </a: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</a:t>
            </a: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9</a:t>
            </a: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8</a:t>
            </a: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3040" cy="100296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60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60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3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4960" cy="264888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6016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472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4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59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59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59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</a:t>
            </a: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</a:t>
            </a: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</a:t>
            </a: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59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3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5800" cy="2898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580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5800" cy="2898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580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5800" cy="2898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580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5800" cy="2898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580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5800" cy="2898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580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5800" cy="2898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580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5800" cy="2898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580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5800" cy="2898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580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5800" cy="2898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580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3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4960" cy="100296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4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448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4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Ta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bl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448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4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448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6320" cy="45691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440" cy="26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78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3120" cy="3171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3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7840" cy="13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78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6320" cy="45691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440" cy="230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78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3120" cy="3171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3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7840" cy="13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78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6320" cy="45691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440" cy="26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78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3120" cy="3171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3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7840" cy="13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suggestions de profils, infinite scroll, image full-width. Tout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est servi par /api/private/post avec pagination cursor-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78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 —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6320" cy="45691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440" cy="230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78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3120" cy="3171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3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7840" cy="13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œ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: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.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78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7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7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6320" cy="45691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440" cy="26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78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3120" cy="3171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3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7840" cy="13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78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è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6320" cy="45691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440" cy="230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78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3120" cy="3171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3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7840" cy="13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78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026320" cy="45691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54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440" cy="26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5" name="Text 4"/>
          <p:cNvSpPr/>
          <p:nvPr/>
        </p:nvSpPr>
        <p:spPr>
          <a:xfrm>
            <a:off x="5852160" y="1691640"/>
            <a:ext cx="57578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5"/>
          <p:cNvSpPr/>
          <p:nvPr/>
        </p:nvSpPr>
        <p:spPr>
          <a:xfrm>
            <a:off x="5852160" y="2194560"/>
            <a:ext cx="2283120" cy="3171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7" name="Text 6"/>
          <p:cNvSpPr/>
          <p:nvPr/>
        </p:nvSpPr>
        <p:spPr>
          <a:xfrm>
            <a:off x="5852160" y="2194560"/>
            <a:ext cx="2283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7"/>
          <p:cNvSpPr/>
          <p:nvPr/>
        </p:nvSpPr>
        <p:spPr>
          <a:xfrm>
            <a:off x="5852160" y="2651760"/>
            <a:ext cx="5757840" cy="13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 8"/>
          <p:cNvSpPr/>
          <p:nvPr/>
        </p:nvSpPr>
        <p:spPr>
          <a:xfrm>
            <a:off x="5852160" y="4114800"/>
            <a:ext cx="57578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9"/>
          <p:cNvSpPr/>
          <p:nvPr/>
        </p:nvSpPr>
        <p:spPr>
          <a:xfrm>
            <a:off x="585216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1" name="Shape 10"/>
          <p:cNvSpPr/>
          <p:nvPr/>
        </p:nvSpPr>
        <p:spPr>
          <a:xfrm>
            <a:off x="585216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2" name="Text 11"/>
          <p:cNvSpPr/>
          <p:nvPr/>
        </p:nvSpPr>
        <p:spPr>
          <a:xfrm>
            <a:off x="601668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12"/>
          <p:cNvSpPr/>
          <p:nvPr/>
        </p:nvSpPr>
        <p:spPr>
          <a:xfrm>
            <a:off x="601668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13"/>
          <p:cNvSpPr/>
          <p:nvPr/>
        </p:nvSpPr>
        <p:spPr>
          <a:xfrm>
            <a:off x="877824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Shape 14"/>
          <p:cNvSpPr/>
          <p:nvPr/>
        </p:nvSpPr>
        <p:spPr>
          <a:xfrm>
            <a:off x="877824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6" name="Text 15"/>
          <p:cNvSpPr/>
          <p:nvPr/>
        </p:nvSpPr>
        <p:spPr>
          <a:xfrm>
            <a:off x="894276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6"/>
          <p:cNvSpPr/>
          <p:nvPr/>
        </p:nvSpPr>
        <p:spPr>
          <a:xfrm>
            <a:off x="894276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7"/>
          <p:cNvSpPr/>
          <p:nvPr/>
        </p:nvSpPr>
        <p:spPr>
          <a:xfrm>
            <a:off x="585216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8"/>
          <p:cNvSpPr/>
          <p:nvPr/>
        </p:nvSpPr>
        <p:spPr>
          <a:xfrm>
            <a:off x="585216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19"/>
          <p:cNvSpPr/>
          <p:nvPr/>
        </p:nvSpPr>
        <p:spPr>
          <a:xfrm>
            <a:off x="601668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0"/>
          <p:cNvSpPr/>
          <p:nvPr/>
        </p:nvSpPr>
        <p:spPr>
          <a:xfrm>
            <a:off x="601668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21"/>
          <p:cNvSpPr/>
          <p:nvPr/>
        </p:nvSpPr>
        <p:spPr>
          <a:xfrm>
            <a:off x="877824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3" name="Shape 22"/>
          <p:cNvSpPr/>
          <p:nvPr/>
        </p:nvSpPr>
        <p:spPr>
          <a:xfrm>
            <a:off x="877824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Text 23"/>
          <p:cNvSpPr/>
          <p:nvPr/>
        </p:nvSpPr>
        <p:spPr>
          <a:xfrm>
            <a:off x="894276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24"/>
          <p:cNvSpPr/>
          <p:nvPr/>
        </p:nvSpPr>
        <p:spPr>
          <a:xfrm>
            <a:off x="894276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y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x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.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6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7" name="Text 25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26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2" name="Shape 3"/>
          <p:cNvSpPr/>
          <p:nvPr/>
        </p:nvSpPr>
        <p:spPr>
          <a:xfrm>
            <a:off x="548640" y="1691640"/>
            <a:ext cx="5026320" cy="45691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83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440" cy="230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4" name="Text 4"/>
          <p:cNvSpPr/>
          <p:nvPr/>
        </p:nvSpPr>
        <p:spPr>
          <a:xfrm>
            <a:off x="5852160" y="1691640"/>
            <a:ext cx="57578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5"/>
          <p:cNvSpPr/>
          <p:nvPr/>
        </p:nvSpPr>
        <p:spPr>
          <a:xfrm>
            <a:off x="5852160" y="2194560"/>
            <a:ext cx="2283120" cy="3171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6" name="Text 6"/>
          <p:cNvSpPr/>
          <p:nvPr/>
        </p:nvSpPr>
        <p:spPr>
          <a:xfrm>
            <a:off x="5852160" y="2194560"/>
            <a:ext cx="2283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7"/>
          <p:cNvSpPr/>
          <p:nvPr/>
        </p:nvSpPr>
        <p:spPr>
          <a:xfrm>
            <a:off x="5852160" y="2651760"/>
            <a:ext cx="5757840" cy="13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8"/>
          <p:cNvSpPr/>
          <p:nvPr/>
        </p:nvSpPr>
        <p:spPr>
          <a:xfrm>
            <a:off x="5852160" y="4114800"/>
            <a:ext cx="57578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Shape 9"/>
          <p:cNvSpPr/>
          <p:nvPr/>
        </p:nvSpPr>
        <p:spPr>
          <a:xfrm>
            <a:off x="585216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Shape 10"/>
          <p:cNvSpPr/>
          <p:nvPr/>
        </p:nvSpPr>
        <p:spPr>
          <a:xfrm>
            <a:off x="585216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1" name="Text 11"/>
          <p:cNvSpPr/>
          <p:nvPr/>
        </p:nvSpPr>
        <p:spPr>
          <a:xfrm>
            <a:off x="601668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12"/>
          <p:cNvSpPr/>
          <p:nvPr/>
        </p:nvSpPr>
        <p:spPr>
          <a:xfrm>
            <a:off x="601668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13"/>
          <p:cNvSpPr/>
          <p:nvPr/>
        </p:nvSpPr>
        <p:spPr>
          <a:xfrm>
            <a:off x="877824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14"/>
          <p:cNvSpPr/>
          <p:nvPr/>
        </p:nvSpPr>
        <p:spPr>
          <a:xfrm>
            <a:off x="877824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15"/>
          <p:cNvSpPr/>
          <p:nvPr/>
        </p:nvSpPr>
        <p:spPr>
          <a:xfrm>
            <a:off x="894276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16"/>
          <p:cNvSpPr/>
          <p:nvPr/>
        </p:nvSpPr>
        <p:spPr>
          <a:xfrm>
            <a:off x="894276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17"/>
          <p:cNvSpPr/>
          <p:nvPr/>
        </p:nvSpPr>
        <p:spPr>
          <a:xfrm>
            <a:off x="585216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8" name="Shape 18"/>
          <p:cNvSpPr/>
          <p:nvPr/>
        </p:nvSpPr>
        <p:spPr>
          <a:xfrm>
            <a:off x="585216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Text 19"/>
          <p:cNvSpPr/>
          <p:nvPr/>
        </p:nvSpPr>
        <p:spPr>
          <a:xfrm>
            <a:off x="601668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20"/>
          <p:cNvSpPr/>
          <p:nvPr/>
        </p:nvSpPr>
        <p:spPr>
          <a:xfrm>
            <a:off x="601668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21"/>
          <p:cNvSpPr/>
          <p:nvPr/>
        </p:nvSpPr>
        <p:spPr>
          <a:xfrm>
            <a:off x="877824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2" name="Shape 22"/>
          <p:cNvSpPr/>
          <p:nvPr/>
        </p:nvSpPr>
        <p:spPr>
          <a:xfrm>
            <a:off x="877824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Text 23"/>
          <p:cNvSpPr/>
          <p:nvPr/>
        </p:nvSpPr>
        <p:spPr>
          <a:xfrm>
            <a:off x="894276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24"/>
          <p:cNvSpPr/>
          <p:nvPr/>
        </p:nvSpPr>
        <p:spPr>
          <a:xfrm>
            <a:off x="894276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5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6" name="Text 25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26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Shape 3"/>
          <p:cNvSpPr/>
          <p:nvPr/>
        </p:nvSpPr>
        <p:spPr>
          <a:xfrm>
            <a:off x="548640" y="1691640"/>
            <a:ext cx="5026320" cy="45691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12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440" cy="26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3" name="Text 4"/>
          <p:cNvSpPr/>
          <p:nvPr/>
        </p:nvSpPr>
        <p:spPr>
          <a:xfrm>
            <a:off x="5852160" y="1691640"/>
            <a:ext cx="57578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5"/>
          <p:cNvSpPr/>
          <p:nvPr/>
        </p:nvSpPr>
        <p:spPr>
          <a:xfrm>
            <a:off x="5852160" y="2194560"/>
            <a:ext cx="2283120" cy="3171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"/>
          <p:cNvSpPr/>
          <p:nvPr/>
        </p:nvSpPr>
        <p:spPr>
          <a:xfrm>
            <a:off x="5852160" y="2194560"/>
            <a:ext cx="2283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7"/>
          <p:cNvSpPr/>
          <p:nvPr/>
        </p:nvSpPr>
        <p:spPr>
          <a:xfrm>
            <a:off x="5852160" y="2651760"/>
            <a:ext cx="5757840" cy="13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8"/>
          <p:cNvSpPr/>
          <p:nvPr/>
        </p:nvSpPr>
        <p:spPr>
          <a:xfrm>
            <a:off x="5852160" y="4114800"/>
            <a:ext cx="57578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9"/>
          <p:cNvSpPr/>
          <p:nvPr/>
        </p:nvSpPr>
        <p:spPr>
          <a:xfrm>
            <a:off x="585216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10"/>
          <p:cNvSpPr/>
          <p:nvPr/>
        </p:nvSpPr>
        <p:spPr>
          <a:xfrm>
            <a:off x="585216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11"/>
          <p:cNvSpPr/>
          <p:nvPr/>
        </p:nvSpPr>
        <p:spPr>
          <a:xfrm>
            <a:off x="601668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12"/>
          <p:cNvSpPr/>
          <p:nvPr/>
        </p:nvSpPr>
        <p:spPr>
          <a:xfrm>
            <a:off x="601668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Shape 13"/>
          <p:cNvSpPr/>
          <p:nvPr/>
        </p:nvSpPr>
        <p:spPr>
          <a:xfrm>
            <a:off x="877824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3" name="Shape 14"/>
          <p:cNvSpPr/>
          <p:nvPr/>
        </p:nvSpPr>
        <p:spPr>
          <a:xfrm>
            <a:off x="877824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4" name="Text 15"/>
          <p:cNvSpPr/>
          <p:nvPr/>
        </p:nvSpPr>
        <p:spPr>
          <a:xfrm>
            <a:off x="894276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6"/>
          <p:cNvSpPr/>
          <p:nvPr/>
        </p:nvSpPr>
        <p:spPr>
          <a:xfrm>
            <a:off x="894276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7"/>
          <p:cNvSpPr/>
          <p:nvPr/>
        </p:nvSpPr>
        <p:spPr>
          <a:xfrm>
            <a:off x="585216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7" name="Shape 18"/>
          <p:cNvSpPr/>
          <p:nvPr/>
        </p:nvSpPr>
        <p:spPr>
          <a:xfrm>
            <a:off x="585216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8" name="Text 19"/>
          <p:cNvSpPr/>
          <p:nvPr/>
        </p:nvSpPr>
        <p:spPr>
          <a:xfrm>
            <a:off x="601668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20"/>
          <p:cNvSpPr/>
          <p:nvPr/>
        </p:nvSpPr>
        <p:spPr>
          <a:xfrm>
            <a:off x="601668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21"/>
          <p:cNvSpPr/>
          <p:nvPr/>
        </p:nvSpPr>
        <p:spPr>
          <a:xfrm>
            <a:off x="877824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Shape 22"/>
          <p:cNvSpPr/>
          <p:nvPr/>
        </p:nvSpPr>
        <p:spPr>
          <a:xfrm>
            <a:off x="877824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 23"/>
          <p:cNvSpPr/>
          <p:nvPr/>
        </p:nvSpPr>
        <p:spPr>
          <a:xfrm>
            <a:off x="894276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24"/>
          <p:cNvSpPr/>
          <p:nvPr/>
        </p:nvSpPr>
        <p:spPr>
          <a:xfrm>
            <a:off x="894276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4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5" name="Text 25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26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0" name="Shape 3"/>
          <p:cNvSpPr/>
          <p:nvPr/>
        </p:nvSpPr>
        <p:spPr>
          <a:xfrm>
            <a:off x="548640" y="1691640"/>
            <a:ext cx="5026320" cy="45691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41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440" cy="230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2" name="Text 4"/>
          <p:cNvSpPr/>
          <p:nvPr/>
        </p:nvSpPr>
        <p:spPr>
          <a:xfrm>
            <a:off x="5852160" y="1691640"/>
            <a:ext cx="57578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5"/>
          <p:cNvSpPr/>
          <p:nvPr/>
        </p:nvSpPr>
        <p:spPr>
          <a:xfrm>
            <a:off x="5852160" y="2194560"/>
            <a:ext cx="2283120" cy="3171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4" name="Text 6"/>
          <p:cNvSpPr/>
          <p:nvPr/>
        </p:nvSpPr>
        <p:spPr>
          <a:xfrm>
            <a:off x="5852160" y="2194560"/>
            <a:ext cx="2283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7"/>
          <p:cNvSpPr/>
          <p:nvPr/>
        </p:nvSpPr>
        <p:spPr>
          <a:xfrm>
            <a:off x="5852160" y="2651760"/>
            <a:ext cx="5757840" cy="13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écran des stories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 amis,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progression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segmentée,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swipe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navigation,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expiration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automatique à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24h. Statistique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vues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persistée pour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8"/>
          <p:cNvSpPr/>
          <p:nvPr/>
        </p:nvSpPr>
        <p:spPr>
          <a:xfrm>
            <a:off x="5852160" y="4114800"/>
            <a:ext cx="57578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Shape 9"/>
          <p:cNvSpPr/>
          <p:nvPr/>
        </p:nvSpPr>
        <p:spPr>
          <a:xfrm>
            <a:off x="585216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8" name="Shape 10"/>
          <p:cNvSpPr/>
          <p:nvPr/>
        </p:nvSpPr>
        <p:spPr>
          <a:xfrm>
            <a:off x="585216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11"/>
          <p:cNvSpPr/>
          <p:nvPr/>
        </p:nvSpPr>
        <p:spPr>
          <a:xfrm>
            <a:off x="601668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2"/>
          <p:cNvSpPr/>
          <p:nvPr/>
        </p:nvSpPr>
        <p:spPr>
          <a:xfrm>
            <a:off x="601668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Shape 13"/>
          <p:cNvSpPr/>
          <p:nvPr/>
        </p:nvSpPr>
        <p:spPr>
          <a:xfrm>
            <a:off x="877824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2" name="Shape 14"/>
          <p:cNvSpPr/>
          <p:nvPr/>
        </p:nvSpPr>
        <p:spPr>
          <a:xfrm>
            <a:off x="877824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3" name="Text 15"/>
          <p:cNvSpPr/>
          <p:nvPr/>
        </p:nvSpPr>
        <p:spPr>
          <a:xfrm>
            <a:off x="894276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16"/>
          <p:cNvSpPr/>
          <p:nvPr/>
        </p:nvSpPr>
        <p:spPr>
          <a:xfrm>
            <a:off x="894276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17"/>
          <p:cNvSpPr/>
          <p:nvPr/>
        </p:nvSpPr>
        <p:spPr>
          <a:xfrm>
            <a:off x="585216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6" name="Shape 18"/>
          <p:cNvSpPr/>
          <p:nvPr/>
        </p:nvSpPr>
        <p:spPr>
          <a:xfrm>
            <a:off x="585216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 19"/>
          <p:cNvSpPr/>
          <p:nvPr/>
        </p:nvSpPr>
        <p:spPr>
          <a:xfrm>
            <a:off x="601668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20"/>
          <p:cNvSpPr/>
          <p:nvPr/>
        </p:nvSpPr>
        <p:spPr>
          <a:xfrm>
            <a:off x="601668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Shape 21"/>
          <p:cNvSpPr/>
          <p:nvPr/>
        </p:nvSpPr>
        <p:spPr>
          <a:xfrm>
            <a:off x="877824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Shape 22"/>
          <p:cNvSpPr/>
          <p:nvPr/>
        </p:nvSpPr>
        <p:spPr>
          <a:xfrm>
            <a:off x="877824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Text 23"/>
          <p:cNvSpPr/>
          <p:nvPr/>
        </p:nvSpPr>
        <p:spPr>
          <a:xfrm>
            <a:off x="894276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24"/>
          <p:cNvSpPr/>
          <p:nvPr/>
        </p:nvSpPr>
        <p:spPr>
          <a:xfrm>
            <a:off x="894276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63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4" name="Text 25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26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Shape 3"/>
          <p:cNvSpPr/>
          <p:nvPr/>
        </p:nvSpPr>
        <p:spPr>
          <a:xfrm>
            <a:off x="548640" y="1691640"/>
            <a:ext cx="5026320" cy="45691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70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440" cy="26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1" name="Text 4"/>
          <p:cNvSpPr/>
          <p:nvPr/>
        </p:nvSpPr>
        <p:spPr>
          <a:xfrm>
            <a:off x="5852160" y="1691640"/>
            <a:ext cx="57578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Shape 5"/>
          <p:cNvSpPr/>
          <p:nvPr/>
        </p:nvSpPr>
        <p:spPr>
          <a:xfrm>
            <a:off x="5852160" y="2194560"/>
            <a:ext cx="2283120" cy="3171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Text 6"/>
          <p:cNvSpPr/>
          <p:nvPr/>
        </p:nvSpPr>
        <p:spPr>
          <a:xfrm>
            <a:off x="5852160" y="2194560"/>
            <a:ext cx="2283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7"/>
          <p:cNvSpPr/>
          <p:nvPr/>
        </p:nvSpPr>
        <p:spPr>
          <a:xfrm>
            <a:off x="5852160" y="2651760"/>
            <a:ext cx="5757840" cy="13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8"/>
          <p:cNvSpPr/>
          <p:nvPr/>
        </p:nvSpPr>
        <p:spPr>
          <a:xfrm>
            <a:off x="5852160" y="4114800"/>
            <a:ext cx="57578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Shape 9"/>
          <p:cNvSpPr/>
          <p:nvPr/>
        </p:nvSpPr>
        <p:spPr>
          <a:xfrm>
            <a:off x="585216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Shape 10"/>
          <p:cNvSpPr/>
          <p:nvPr/>
        </p:nvSpPr>
        <p:spPr>
          <a:xfrm>
            <a:off x="585216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Text 11"/>
          <p:cNvSpPr/>
          <p:nvPr/>
        </p:nvSpPr>
        <p:spPr>
          <a:xfrm>
            <a:off x="601668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 12"/>
          <p:cNvSpPr/>
          <p:nvPr/>
        </p:nvSpPr>
        <p:spPr>
          <a:xfrm>
            <a:off x="601668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Shape 13"/>
          <p:cNvSpPr/>
          <p:nvPr/>
        </p:nvSpPr>
        <p:spPr>
          <a:xfrm>
            <a:off x="877824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Shape 14"/>
          <p:cNvSpPr/>
          <p:nvPr/>
        </p:nvSpPr>
        <p:spPr>
          <a:xfrm>
            <a:off x="877824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 15"/>
          <p:cNvSpPr/>
          <p:nvPr/>
        </p:nvSpPr>
        <p:spPr>
          <a:xfrm>
            <a:off x="894276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16"/>
          <p:cNvSpPr/>
          <p:nvPr/>
        </p:nvSpPr>
        <p:spPr>
          <a:xfrm>
            <a:off x="894276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Shape 17"/>
          <p:cNvSpPr/>
          <p:nvPr/>
        </p:nvSpPr>
        <p:spPr>
          <a:xfrm>
            <a:off x="585216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Shape 18"/>
          <p:cNvSpPr/>
          <p:nvPr/>
        </p:nvSpPr>
        <p:spPr>
          <a:xfrm>
            <a:off x="585216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Text 19"/>
          <p:cNvSpPr/>
          <p:nvPr/>
        </p:nvSpPr>
        <p:spPr>
          <a:xfrm>
            <a:off x="601668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20"/>
          <p:cNvSpPr/>
          <p:nvPr/>
        </p:nvSpPr>
        <p:spPr>
          <a:xfrm>
            <a:off x="601668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Shape 21"/>
          <p:cNvSpPr/>
          <p:nvPr/>
        </p:nvSpPr>
        <p:spPr>
          <a:xfrm>
            <a:off x="877824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Shape 22"/>
          <p:cNvSpPr/>
          <p:nvPr/>
        </p:nvSpPr>
        <p:spPr>
          <a:xfrm>
            <a:off x="877824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Text 23"/>
          <p:cNvSpPr/>
          <p:nvPr/>
        </p:nvSpPr>
        <p:spPr>
          <a:xfrm>
            <a:off x="894276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Text 24"/>
          <p:cNvSpPr/>
          <p:nvPr/>
        </p:nvSpPr>
        <p:spPr>
          <a:xfrm>
            <a:off x="894276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3" name="Text 25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7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7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26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Shape 3"/>
          <p:cNvSpPr/>
          <p:nvPr/>
        </p:nvSpPr>
        <p:spPr>
          <a:xfrm>
            <a:off x="548640" y="1691640"/>
            <a:ext cx="5026320" cy="45691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99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440" cy="230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Text 4"/>
          <p:cNvSpPr/>
          <p:nvPr/>
        </p:nvSpPr>
        <p:spPr>
          <a:xfrm>
            <a:off x="5852160" y="1691640"/>
            <a:ext cx="57578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Shape 5"/>
          <p:cNvSpPr/>
          <p:nvPr/>
        </p:nvSpPr>
        <p:spPr>
          <a:xfrm>
            <a:off x="5852160" y="2194560"/>
            <a:ext cx="2283120" cy="3171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Text 6"/>
          <p:cNvSpPr/>
          <p:nvPr/>
        </p:nvSpPr>
        <p:spPr>
          <a:xfrm>
            <a:off x="5852160" y="2194560"/>
            <a:ext cx="2283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7"/>
          <p:cNvSpPr/>
          <p:nvPr/>
        </p:nvSpPr>
        <p:spPr>
          <a:xfrm>
            <a:off x="5852160" y="2651760"/>
            <a:ext cx="5757840" cy="13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8"/>
          <p:cNvSpPr/>
          <p:nvPr/>
        </p:nvSpPr>
        <p:spPr>
          <a:xfrm>
            <a:off x="5852160" y="4114800"/>
            <a:ext cx="57578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9"/>
          <p:cNvSpPr/>
          <p:nvPr/>
        </p:nvSpPr>
        <p:spPr>
          <a:xfrm>
            <a:off x="585216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Shape 10"/>
          <p:cNvSpPr/>
          <p:nvPr/>
        </p:nvSpPr>
        <p:spPr>
          <a:xfrm>
            <a:off x="585216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 11"/>
          <p:cNvSpPr/>
          <p:nvPr/>
        </p:nvSpPr>
        <p:spPr>
          <a:xfrm>
            <a:off x="601668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12"/>
          <p:cNvSpPr/>
          <p:nvPr/>
        </p:nvSpPr>
        <p:spPr>
          <a:xfrm>
            <a:off x="601668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Shape 13"/>
          <p:cNvSpPr/>
          <p:nvPr/>
        </p:nvSpPr>
        <p:spPr>
          <a:xfrm>
            <a:off x="8778240" y="443484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Shape 14"/>
          <p:cNvSpPr/>
          <p:nvPr/>
        </p:nvSpPr>
        <p:spPr>
          <a:xfrm>
            <a:off x="8778240" y="443484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 15"/>
          <p:cNvSpPr/>
          <p:nvPr/>
        </p:nvSpPr>
        <p:spPr>
          <a:xfrm>
            <a:off x="8942760" y="452628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16"/>
          <p:cNvSpPr/>
          <p:nvPr/>
        </p:nvSpPr>
        <p:spPr>
          <a:xfrm>
            <a:off x="8942760" y="481896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ô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Shape 17"/>
          <p:cNvSpPr/>
          <p:nvPr/>
        </p:nvSpPr>
        <p:spPr>
          <a:xfrm>
            <a:off x="585216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Shape 18"/>
          <p:cNvSpPr/>
          <p:nvPr/>
        </p:nvSpPr>
        <p:spPr>
          <a:xfrm>
            <a:off x="585216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 19"/>
          <p:cNvSpPr/>
          <p:nvPr/>
        </p:nvSpPr>
        <p:spPr>
          <a:xfrm>
            <a:off x="601668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20"/>
          <p:cNvSpPr/>
          <p:nvPr/>
        </p:nvSpPr>
        <p:spPr>
          <a:xfrm>
            <a:off x="601668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Shape 21"/>
          <p:cNvSpPr/>
          <p:nvPr/>
        </p:nvSpPr>
        <p:spPr>
          <a:xfrm>
            <a:off x="8778240" y="5394960"/>
            <a:ext cx="2740320" cy="8658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Shape 22"/>
          <p:cNvSpPr/>
          <p:nvPr/>
        </p:nvSpPr>
        <p:spPr>
          <a:xfrm>
            <a:off x="8778240" y="5394960"/>
            <a:ext cx="51840" cy="86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Text 23"/>
          <p:cNvSpPr/>
          <p:nvPr/>
        </p:nvSpPr>
        <p:spPr>
          <a:xfrm>
            <a:off x="8942760" y="5486400"/>
            <a:ext cx="24660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24"/>
          <p:cNvSpPr/>
          <p:nvPr/>
        </p:nvSpPr>
        <p:spPr>
          <a:xfrm>
            <a:off x="8942760" y="5779080"/>
            <a:ext cx="2466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y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2" name="Text 25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6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Shape 3"/>
          <p:cNvSpPr/>
          <p:nvPr/>
        </p:nvSpPr>
        <p:spPr>
          <a:xfrm>
            <a:off x="548640" y="1691640"/>
            <a:ext cx="5483520" cy="32616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Shape 4"/>
          <p:cNvSpPr/>
          <p:nvPr/>
        </p:nvSpPr>
        <p:spPr>
          <a:xfrm>
            <a:off x="685800" y="178308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Text 5"/>
          <p:cNvSpPr/>
          <p:nvPr/>
        </p:nvSpPr>
        <p:spPr>
          <a:xfrm>
            <a:off x="914400" y="1691640"/>
            <a:ext cx="17344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6"/>
          <p:cNvSpPr/>
          <p:nvPr/>
        </p:nvSpPr>
        <p:spPr>
          <a:xfrm>
            <a:off x="2651760" y="1691640"/>
            <a:ext cx="12772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7"/>
          <p:cNvSpPr/>
          <p:nvPr/>
        </p:nvSpPr>
        <p:spPr>
          <a:xfrm>
            <a:off x="3931920" y="1691640"/>
            <a:ext cx="210024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Shape 8"/>
          <p:cNvSpPr/>
          <p:nvPr/>
        </p:nvSpPr>
        <p:spPr>
          <a:xfrm>
            <a:off x="6217920" y="1691640"/>
            <a:ext cx="5483520" cy="32616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3" name="Shape 9"/>
          <p:cNvSpPr/>
          <p:nvPr/>
        </p:nvSpPr>
        <p:spPr>
          <a:xfrm>
            <a:off x="6355080" y="178308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4" name="Text 10"/>
          <p:cNvSpPr/>
          <p:nvPr/>
        </p:nvSpPr>
        <p:spPr>
          <a:xfrm>
            <a:off x="6583680" y="1691640"/>
            <a:ext cx="17344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11"/>
          <p:cNvSpPr/>
          <p:nvPr/>
        </p:nvSpPr>
        <p:spPr>
          <a:xfrm>
            <a:off x="8321040" y="1691640"/>
            <a:ext cx="12772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12"/>
          <p:cNvSpPr/>
          <p:nvPr/>
        </p:nvSpPr>
        <p:spPr>
          <a:xfrm>
            <a:off x="9601200" y="1691640"/>
            <a:ext cx="210024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13"/>
          <p:cNvSpPr/>
          <p:nvPr/>
        </p:nvSpPr>
        <p:spPr>
          <a:xfrm>
            <a:off x="548640" y="2057400"/>
            <a:ext cx="5483520" cy="32616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Shape 14"/>
          <p:cNvSpPr/>
          <p:nvPr/>
        </p:nvSpPr>
        <p:spPr>
          <a:xfrm>
            <a:off x="685800" y="214884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Text 15"/>
          <p:cNvSpPr/>
          <p:nvPr/>
        </p:nvSpPr>
        <p:spPr>
          <a:xfrm>
            <a:off x="914400" y="2057400"/>
            <a:ext cx="17344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16"/>
          <p:cNvSpPr/>
          <p:nvPr/>
        </p:nvSpPr>
        <p:spPr>
          <a:xfrm>
            <a:off x="2651760" y="2057400"/>
            <a:ext cx="12772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17"/>
          <p:cNvSpPr/>
          <p:nvPr/>
        </p:nvSpPr>
        <p:spPr>
          <a:xfrm>
            <a:off x="3931920" y="2057400"/>
            <a:ext cx="210024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Shape 18"/>
          <p:cNvSpPr/>
          <p:nvPr/>
        </p:nvSpPr>
        <p:spPr>
          <a:xfrm>
            <a:off x="6217920" y="2057400"/>
            <a:ext cx="5483520" cy="32616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Shape 19"/>
          <p:cNvSpPr/>
          <p:nvPr/>
        </p:nvSpPr>
        <p:spPr>
          <a:xfrm>
            <a:off x="6355080" y="214884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Text 20"/>
          <p:cNvSpPr/>
          <p:nvPr/>
        </p:nvSpPr>
        <p:spPr>
          <a:xfrm>
            <a:off x="6583680" y="2057400"/>
            <a:ext cx="17344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21"/>
          <p:cNvSpPr/>
          <p:nvPr/>
        </p:nvSpPr>
        <p:spPr>
          <a:xfrm>
            <a:off x="8321040" y="2057400"/>
            <a:ext cx="12772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22"/>
          <p:cNvSpPr/>
          <p:nvPr/>
        </p:nvSpPr>
        <p:spPr>
          <a:xfrm>
            <a:off x="9601200" y="2057400"/>
            <a:ext cx="210024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Shape 23"/>
          <p:cNvSpPr/>
          <p:nvPr/>
        </p:nvSpPr>
        <p:spPr>
          <a:xfrm>
            <a:off x="548640" y="2423160"/>
            <a:ext cx="5483520" cy="32616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Shape 24"/>
          <p:cNvSpPr/>
          <p:nvPr/>
        </p:nvSpPr>
        <p:spPr>
          <a:xfrm>
            <a:off x="685800" y="251460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Text 25"/>
          <p:cNvSpPr/>
          <p:nvPr/>
        </p:nvSpPr>
        <p:spPr>
          <a:xfrm>
            <a:off x="914400" y="2423160"/>
            <a:ext cx="17344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26"/>
          <p:cNvSpPr/>
          <p:nvPr/>
        </p:nvSpPr>
        <p:spPr>
          <a:xfrm>
            <a:off x="2651760" y="2423160"/>
            <a:ext cx="12772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27"/>
          <p:cNvSpPr/>
          <p:nvPr/>
        </p:nvSpPr>
        <p:spPr>
          <a:xfrm>
            <a:off x="3931920" y="2423160"/>
            <a:ext cx="210024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Shape 28"/>
          <p:cNvSpPr/>
          <p:nvPr/>
        </p:nvSpPr>
        <p:spPr>
          <a:xfrm>
            <a:off x="6217920" y="2423160"/>
            <a:ext cx="5483520" cy="32616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Shape 29"/>
          <p:cNvSpPr/>
          <p:nvPr/>
        </p:nvSpPr>
        <p:spPr>
          <a:xfrm>
            <a:off x="6355080" y="251460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Text 30"/>
          <p:cNvSpPr/>
          <p:nvPr/>
        </p:nvSpPr>
        <p:spPr>
          <a:xfrm>
            <a:off x="6583680" y="2423160"/>
            <a:ext cx="17344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31"/>
          <p:cNvSpPr/>
          <p:nvPr/>
        </p:nvSpPr>
        <p:spPr>
          <a:xfrm>
            <a:off x="8321040" y="2423160"/>
            <a:ext cx="12772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32"/>
          <p:cNvSpPr/>
          <p:nvPr/>
        </p:nvSpPr>
        <p:spPr>
          <a:xfrm>
            <a:off x="9601200" y="2423160"/>
            <a:ext cx="210024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Shape 33"/>
          <p:cNvSpPr/>
          <p:nvPr/>
        </p:nvSpPr>
        <p:spPr>
          <a:xfrm>
            <a:off x="548640" y="2788920"/>
            <a:ext cx="5483520" cy="32616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8" name="Shape 34"/>
          <p:cNvSpPr/>
          <p:nvPr/>
        </p:nvSpPr>
        <p:spPr>
          <a:xfrm>
            <a:off x="685800" y="288036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9" name="Text 35"/>
          <p:cNvSpPr/>
          <p:nvPr/>
        </p:nvSpPr>
        <p:spPr>
          <a:xfrm>
            <a:off x="914400" y="2788920"/>
            <a:ext cx="17344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36"/>
          <p:cNvSpPr/>
          <p:nvPr/>
        </p:nvSpPr>
        <p:spPr>
          <a:xfrm>
            <a:off x="2651760" y="2788920"/>
            <a:ext cx="12772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1" name="Text 37"/>
          <p:cNvSpPr/>
          <p:nvPr/>
        </p:nvSpPr>
        <p:spPr>
          <a:xfrm>
            <a:off x="3931920" y="2788920"/>
            <a:ext cx="210024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2" name="Shape 38"/>
          <p:cNvSpPr/>
          <p:nvPr/>
        </p:nvSpPr>
        <p:spPr>
          <a:xfrm>
            <a:off x="6217920" y="2788920"/>
            <a:ext cx="5483520" cy="32616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Shape 39"/>
          <p:cNvSpPr/>
          <p:nvPr/>
        </p:nvSpPr>
        <p:spPr>
          <a:xfrm>
            <a:off x="6355080" y="288036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Text 40"/>
          <p:cNvSpPr/>
          <p:nvPr/>
        </p:nvSpPr>
        <p:spPr>
          <a:xfrm>
            <a:off x="6583680" y="2788920"/>
            <a:ext cx="17344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 41"/>
          <p:cNvSpPr/>
          <p:nvPr/>
        </p:nvSpPr>
        <p:spPr>
          <a:xfrm>
            <a:off x="8321040" y="2788920"/>
            <a:ext cx="12772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42"/>
          <p:cNvSpPr/>
          <p:nvPr/>
        </p:nvSpPr>
        <p:spPr>
          <a:xfrm>
            <a:off x="9601200" y="2788920"/>
            <a:ext cx="210024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Shape 43"/>
          <p:cNvSpPr/>
          <p:nvPr/>
        </p:nvSpPr>
        <p:spPr>
          <a:xfrm>
            <a:off x="548640" y="3154680"/>
            <a:ext cx="5483520" cy="32616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Shape 44"/>
          <p:cNvSpPr/>
          <p:nvPr/>
        </p:nvSpPr>
        <p:spPr>
          <a:xfrm>
            <a:off x="685800" y="324612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Text 45"/>
          <p:cNvSpPr/>
          <p:nvPr/>
        </p:nvSpPr>
        <p:spPr>
          <a:xfrm>
            <a:off x="914400" y="3154680"/>
            <a:ext cx="17344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46"/>
          <p:cNvSpPr/>
          <p:nvPr/>
        </p:nvSpPr>
        <p:spPr>
          <a:xfrm>
            <a:off x="2651760" y="3154680"/>
            <a:ext cx="12772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47"/>
          <p:cNvSpPr/>
          <p:nvPr/>
        </p:nvSpPr>
        <p:spPr>
          <a:xfrm>
            <a:off x="3931920" y="3154680"/>
            <a:ext cx="210024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Shape 48"/>
          <p:cNvSpPr/>
          <p:nvPr/>
        </p:nvSpPr>
        <p:spPr>
          <a:xfrm>
            <a:off x="6217920" y="3154680"/>
            <a:ext cx="5483520" cy="32616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Shape 49"/>
          <p:cNvSpPr/>
          <p:nvPr/>
        </p:nvSpPr>
        <p:spPr>
          <a:xfrm>
            <a:off x="6355080" y="324612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Text 50"/>
          <p:cNvSpPr/>
          <p:nvPr/>
        </p:nvSpPr>
        <p:spPr>
          <a:xfrm>
            <a:off x="6583680" y="3154680"/>
            <a:ext cx="17344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51"/>
          <p:cNvSpPr/>
          <p:nvPr/>
        </p:nvSpPr>
        <p:spPr>
          <a:xfrm>
            <a:off x="8321040" y="3154680"/>
            <a:ext cx="12772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52"/>
          <p:cNvSpPr/>
          <p:nvPr/>
        </p:nvSpPr>
        <p:spPr>
          <a:xfrm>
            <a:off x="9601200" y="3154680"/>
            <a:ext cx="210024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Shape 53"/>
          <p:cNvSpPr/>
          <p:nvPr/>
        </p:nvSpPr>
        <p:spPr>
          <a:xfrm>
            <a:off x="548640" y="3520440"/>
            <a:ext cx="5483520" cy="32616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Shape 54"/>
          <p:cNvSpPr/>
          <p:nvPr/>
        </p:nvSpPr>
        <p:spPr>
          <a:xfrm>
            <a:off x="685800" y="361188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Text 55"/>
          <p:cNvSpPr/>
          <p:nvPr/>
        </p:nvSpPr>
        <p:spPr>
          <a:xfrm>
            <a:off x="914400" y="3520440"/>
            <a:ext cx="17344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56"/>
          <p:cNvSpPr/>
          <p:nvPr/>
        </p:nvSpPr>
        <p:spPr>
          <a:xfrm>
            <a:off x="2651760" y="3520440"/>
            <a:ext cx="12772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57"/>
          <p:cNvSpPr/>
          <p:nvPr/>
        </p:nvSpPr>
        <p:spPr>
          <a:xfrm>
            <a:off x="3931920" y="3520440"/>
            <a:ext cx="210024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Shape 58"/>
          <p:cNvSpPr/>
          <p:nvPr/>
        </p:nvSpPr>
        <p:spPr>
          <a:xfrm>
            <a:off x="6217920" y="3520440"/>
            <a:ext cx="5483520" cy="32616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Shape 59"/>
          <p:cNvSpPr/>
          <p:nvPr/>
        </p:nvSpPr>
        <p:spPr>
          <a:xfrm>
            <a:off x="6355080" y="361188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4" name="Text 60"/>
          <p:cNvSpPr/>
          <p:nvPr/>
        </p:nvSpPr>
        <p:spPr>
          <a:xfrm>
            <a:off x="6583680" y="3520440"/>
            <a:ext cx="17344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ev</a:t>
            </a: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en</a:t>
            </a: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61"/>
          <p:cNvSpPr/>
          <p:nvPr/>
        </p:nvSpPr>
        <p:spPr>
          <a:xfrm>
            <a:off x="8321040" y="3520440"/>
            <a:ext cx="12772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62"/>
          <p:cNvSpPr/>
          <p:nvPr/>
        </p:nvSpPr>
        <p:spPr>
          <a:xfrm>
            <a:off x="9601200" y="3520440"/>
            <a:ext cx="210024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63"/>
          <p:cNvSpPr/>
          <p:nvPr/>
        </p:nvSpPr>
        <p:spPr>
          <a:xfrm>
            <a:off x="548640" y="3886200"/>
            <a:ext cx="5483520" cy="32616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Shape 64"/>
          <p:cNvSpPr/>
          <p:nvPr/>
        </p:nvSpPr>
        <p:spPr>
          <a:xfrm>
            <a:off x="685800" y="397764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Text 65"/>
          <p:cNvSpPr/>
          <p:nvPr/>
        </p:nvSpPr>
        <p:spPr>
          <a:xfrm>
            <a:off x="914400" y="3886200"/>
            <a:ext cx="17344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66"/>
          <p:cNvSpPr/>
          <p:nvPr/>
        </p:nvSpPr>
        <p:spPr>
          <a:xfrm>
            <a:off x="2651760" y="3886200"/>
            <a:ext cx="12772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67"/>
          <p:cNvSpPr/>
          <p:nvPr/>
        </p:nvSpPr>
        <p:spPr>
          <a:xfrm>
            <a:off x="3931920" y="3886200"/>
            <a:ext cx="210024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Shape 68"/>
          <p:cNvSpPr/>
          <p:nvPr/>
        </p:nvSpPr>
        <p:spPr>
          <a:xfrm>
            <a:off x="6217920" y="3886200"/>
            <a:ext cx="5483520" cy="32616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Shape 69"/>
          <p:cNvSpPr/>
          <p:nvPr/>
        </p:nvSpPr>
        <p:spPr>
          <a:xfrm>
            <a:off x="6355080" y="397764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Text 70"/>
          <p:cNvSpPr/>
          <p:nvPr/>
        </p:nvSpPr>
        <p:spPr>
          <a:xfrm>
            <a:off x="6583680" y="3886200"/>
            <a:ext cx="17344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71"/>
          <p:cNvSpPr/>
          <p:nvPr/>
        </p:nvSpPr>
        <p:spPr>
          <a:xfrm>
            <a:off x="8321040" y="3886200"/>
            <a:ext cx="127728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72"/>
          <p:cNvSpPr/>
          <p:nvPr/>
        </p:nvSpPr>
        <p:spPr>
          <a:xfrm>
            <a:off x="9601200" y="3886200"/>
            <a:ext cx="210024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8" name="Text 73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74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Shape 3"/>
          <p:cNvSpPr/>
          <p:nvPr/>
        </p:nvSpPr>
        <p:spPr>
          <a:xfrm>
            <a:off x="457200" y="1783080"/>
            <a:ext cx="1643040" cy="50004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4" name="Text 4"/>
          <p:cNvSpPr/>
          <p:nvPr/>
        </p:nvSpPr>
        <p:spPr>
          <a:xfrm>
            <a:off x="457200" y="1783080"/>
            <a:ext cx="1643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Shape 6"/>
          <p:cNvSpPr/>
          <p:nvPr/>
        </p:nvSpPr>
        <p:spPr>
          <a:xfrm>
            <a:off x="4480560" y="1783080"/>
            <a:ext cx="1643040" cy="50004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7" name="Text 7"/>
          <p:cNvSpPr/>
          <p:nvPr/>
        </p:nvSpPr>
        <p:spPr>
          <a:xfrm>
            <a:off x="4480560" y="1783080"/>
            <a:ext cx="1643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Shape 9"/>
          <p:cNvSpPr/>
          <p:nvPr/>
        </p:nvSpPr>
        <p:spPr>
          <a:xfrm>
            <a:off x="8503920" y="1783080"/>
            <a:ext cx="1643040" cy="50004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Text 10"/>
          <p:cNvSpPr/>
          <p:nvPr/>
        </p:nvSpPr>
        <p:spPr>
          <a:xfrm>
            <a:off x="8503920" y="1783080"/>
            <a:ext cx="1643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Text 13"/>
          <p:cNvSpPr/>
          <p:nvPr/>
        </p:nvSpPr>
        <p:spPr>
          <a:xfrm>
            <a:off x="1280160" y="2450520"/>
            <a:ext cx="4020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Text 15"/>
          <p:cNvSpPr/>
          <p:nvPr/>
        </p:nvSpPr>
        <p:spPr>
          <a:xfrm>
            <a:off x="5303520" y="2953440"/>
            <a:ext cx="4020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6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Text 17"/>
          <p:cNvSpPr/>
          <p:nvPr/>
        </p:nvSpPr>
        <p:spPr>
          <a:xfrm>
            <a:off x="5303520" y="3456360"/>
            <a:ext cx="4020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</a:t>
            </a: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row </a:t>
            </a: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(hash</a:t>
            </a: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ed </a:t>
            </a: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Shape 18"/>
          <p:cNvSpPr/>
          <p:nvPr/>
        </p:nvSpPr>
        <p:spPr>
          <a:xfrm>
            <a:off x="5349240" y="4023360"/>
            <a:ext cx="3654720" cy="77436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Text 19"/>
          <p:cNvSpPr/>
          <p:nvPr/>
        </p:nvSpPr>
        <p:spPr>
          <a:xfrm>
            <a:off x="5394960" y="4069080"/>
            <a:ext cx="356328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Text 21"/>
          <p:cNvSpPr/>
          <p:nvPr/>
        </p:nvSpPr>
        <p:spPr>
          <a:xfrm>
            <a:off x="1280160" y="4782240"/>
            <a:ext cx="4020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22"/>
          <p:cNvSpPr/>
          <p:nvPr/>
        </p:nvSpPr>
        <p:spPr>
          <a:xfrm>
            <a:off x="548640" y="5486400"/>
            <a:ext cx="11061360" cy="77436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 23"/>
          <p:cNvSpPr/>
          <p:nvPr/>
        </p:nvSpPr>
        <p:spPr>
          <a:xfrm>
            <a:off x="777240" y="5532120"/>
            <a:ext cx="1060416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5" name="Text 24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25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Rectangle 1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8" name="TextBox 2"/>
          <p:cNvSpPr/>
          <p:nvPr/>
        </p:nvSpPr>
        <p:spPr>
          <a:xfrm>
            <a:off x="548640" y="411480"/>
            <a:ext cx="10055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DIAGRAMME DE SÉQUENCE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TextBox 3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0" name="Rectangle 4"/>
          <p:cNvSpPr/>
          <p:nvPr/>
        </p:nvSpPr>
        <p:spPr>
          <a:xfrm>
            <a:off x="549720" y="1691640"/>
            <a:ext cx="1551600" cy="5000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1" name="TextBox 5"/>
          <p:cNvSpPr/>
          <p:nvPr/>
        </p:nvSpPr>
        <p:spPr>
          <a:xfrm>
            <a:off x="549720" y="1737360"/>
            <a:ext cx="155160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TextBox 6"/>
          <p:cNvSpPr/>
          <p:nvPr/>
        </p:nvSpPr>
        <p:spPr>
          <a:xfrm>
            <a:off x="549720" y="1947600"/>
            <a:ext cx="155160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3" name="Rectangle 7"/>
          <p:cNvSpPr/>
          <p:nvPr/>
        </p:nvSpPr>
        <p:spPr>
          <a:xfrm>
            <a:off x="1308600" y="21945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8"/>
          <p:cNvSpPr/>
          <p:nvPr/>
        </p:nvSpPr>
        <p:spPr>
          <a:xfrm>
            <a:off x="1308600" y="23590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9"/>
          <p:cNvSpPr/>
          <p:nvPr/>
        </p:nvSpPr>
        <p:spPr>
          <a:xfrm>
            <a:off x="1308600" y="25236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0"/>
          <p:cNvSpPr/>
          <p:nvPr/>
        </p:nvSpPr>
        <p:spPr>
          <a:xfrm>
            <a:off x="1308600" y="26884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1"/>
          <p:cNvSpPr/>
          <p:nvPr/>
        </p:nvSpPr>
        <p:spPr>
          <a:xfrm>
            <a:off x="1308600" y="28530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2"/>
          <p:cNvSpPr/>
          <p:nvPr/>
        </p:nvSpPr>
        <p:spPr>
          <a:xfrm>
            <a:off x="1308600" y="30175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3"/>
          <p:cNvSpPr/>
          <p:nvPr/>
        </p:nvSpPr>
        <p:spPr>
          <a:xfrm>
            <a:off x="1308600" y="318204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4"/>
          <p:cNvSpPr/>
          <p:nvPr/>
        </p:nvSpPr>
        <p:spPr>
          <a:xfrm>
            <a:off x="1308600" y="33465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5"/>
          <p:cNvSpPr/>
          <p:nvPr/>
        </p:nvSpPr>
        <p:spPr>
          <a:xfrm>
            <a:off x="1308600" y="351144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6"/>
          <p:cNvSpPr/>
          <p:nvPr/>
        </p:nvSpPr>
        <p:spPr>
          <a:xfrm>
            <a:off x="1308600" y="36759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7"/>
          <p:cNvSpPr/>
          <p:nvPr/>
        </p:nvSpPr>
        <p:spPr>
          <a:xfrm>
            <a:off x="1308600" y="38404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8"/>
          <p:cNvSpPr/>
          <p:nvPr/>
        </p:nvSpPr>
        <p:spPr>
          <a:xfrm>
            <a:off x="1308600" y="40050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19"/>
          <p:cNvSpPr/>
          <p:nvPr/>
        </p:nvSpPr>
        <p:spPr>
          <a:xfrm>
            <a:off x="1308600" y="41695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Rectangle 20"/>
          <p:cNvSpPr/>
          <p:nvPr/>
        </p:nvSpPr>
        <p:spPr>
          <a:xfrm>
            <a:off x="1308600" y="43344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Rectangle 21"/>
          <p:cNvSpPr/>
          <p:nvPr/>
        </p:nvSpPr>
        <p:spPr>
          <a:xfrm>
            <a:off x="1308600" y="44989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8" name="Rectangle 22"/>
          <p:cNvSpPr/>
          <p:nvPr/>
        </p:nvSpPr>
        <p:spPr>
          <a:xfrm>
            <a:off x="1308600" y="466344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9" name="Rectangle 23"/>
          <p:cNvSpPr/>
          <p:nvPr/>
        </p:nvSpPr>
        <p:spPr>
          <a:xfrm>
            <a:off x="1308600" y="48279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0" name="Rectangle 24"/>
          <p:cNvSpPr/>
          <p:nvPr/>
        </p:nvSpPr>
        <p:spPr>
          <a:xfrm>
            <a:off x="1308600" y="49924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1" name="Rectangle 25"/>
          <p:cNvSpPr/>
          <p:nvPr/>
        </p:nvSpPr>
        <p:spPr>
          <a:xfrm>
            <a:off x="1308600" y="51573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2" name="Rectangle 26"/>
          <p:cNvSpPr/>
          <p:nvPr/>
        </p:nvSpPr>
        <p:spPr>
          <a:xfrm>
            <a:off x="1308600" y="53218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3" name="Rectangle 27"/>
          <p:cNvSpPr/>
          <p:nvPr/>
        </p:nvSpPr>
        <p:spPr>
          <a:xfrm>
            <a:off x="1308600" y="54864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Rectangle 28"/>
          <p:cNvSpPr/>
          <p:nvPr/>
        </p:nvSpPr>
        <p:spPr>
          <a:xfrm>
            <a:off x="1308600" y="56509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Rectangle 29"/>
          <p:cNvSpPr/>
          <p:nvPr/>
        </p:nvSpPr>
        <p:spPr>
          <a:xfrm>
            <a:off x="2927160" y="1691640"/>
            <a:ext cx="1551600" cy="5000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6" name="TextBox 30"/>
          <p:cNvSpPr/>
          <p:nvPr/>
        </p:nvSpPr>
        <p:spPr>
          <a:xfrm>
            <a:off x="2927160" y="1737360"/>
            <a:ext cx="155160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TextBox 31"/>
          <p:cNvSpPr/>
          <p:nvPr/>
        </p:nvSpPr>
        <p:spPr>
          <a:xfrm>
            <a:off x="2927160" y="1947600"/>
            <a:ext cx="155160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8" name="Rectangle 32"/>
          <p:cNvSpPr/>
          <p:nvPr/>
        </p:nvSpPr>
        <p:spPr>
          <a:xfrm>
            <a:off x="3686040" y="21945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9" name="Rectangle 33"/>
          <p:cNvSpPr/>
          <p:nvPr/>
        </p:nvSpPr>
        <p:spPr>
          <a:xfrm>
            <a:off x="3686040" y="23590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0" name="Rectangle 34"/>
          <p:cNvSpPr/>
          <p:nvPr/>
        </p:nvSpPr>
        <p:spPr>
          <a:xfrm>
            <a:off x="3686040" y="25236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1" name="Rectangle 35"/>
          <p:cNvSpPr/>
          <p:nvPr/>
        </p:nvSpPr>
        <p:spPr>
          <a:xfrm>
            <a:off x="3686040" y="26884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2" name="Rectangle 36"/>
          <p:cNvSpPr/>
          <p:nvPr/>
        </p:nvSpPr>
        <p:spPr>
          <a:xfrm>
            <a:off x="3686040" y="28530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Rectangle 37"/>
          <p:cNvSpPr/>
          <p:nvPr/>
        </p:nvSpPr>
        <p:spPr>
          <a:xfrm>
            <a:off x="3686040" y="30175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4" name="Rectangle 38"/>
          <p:cNvSpPr/>
          <p:nvPr/>
        </p:nvSpPr>
        <p:spPr>
          <a:xfrm>
            <a:off x="3686040" y="318204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5" name="Rectangle 39"/>
          <p:cNvSpPr/>
          <p:nvPr/>
        </p:nvSpPr>
        <p:spPr>
          <a:xfrm>
            <a:off x="3686040" y="33465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6" name="Rectangle 40"/>
          <p:cNvSpPr/>
          <p:nvPr/>
        </p:nvSpPr>
        <p:spPr>
          <a:xfrm>
            <a:off x="3704400" y="3485520"/>
            <a:ext cx="8856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4280" rIns="1800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Rectangle 41"/>
          <p:cNvSpPr/>
          <p:nvPr/>
        </p:nvSpPr>
        <p:spPr>
          <a:xfrm>
            <a:off x="3686040" y="36759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8" name="Rectangle 42"/>
          <p:cNvSpPr/>
          <p:nvPr/>
        </p:nvSpPr>
        <p:spPr>
          <a:xfrm>
            <a:off x="3686040" y="38404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9" name="Rectangle 43"/>
          <p:cNvSpPr/>
          <p:nvPr/>
        </p:nvSpPr>
        <p:spPr>
          <a:xfrm>
            <a:off x="3686040" y="40050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0" name="Rectangle 44"/>
          <p:cNvSpPr/>
          <p:nvPr/>
        </p:nvSpPr>
        <p:spPr>
          <a:xfrm>
            <a:off x="3686040" y="41695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Rectangle 45"/>
          <p:cNvSpPr/>
          <p:nvPr/>
        </p:nvSpPr>
        <p:spPr>
          <a:xfrm>
            <a:off x="3686040" y="43344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2" name="Rectangle 46"/>
          <p:cNvSpPr/>
          <p:nvPr/>
        </p:nvSpPr>
        <p:spPr>
          <a:xfrm>
            <a:off x="3686040" y="44989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3" name="Rectangle 47"/>
          <p:cNvSpPr/>
          <p:nvPr/>
        </p:nvSpPr>
        <p:spPr>
          <a:xfrm>
            <a:off x="3686040" y="466344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4" name="Rectangle 48"/>
          <p:cNvSpPr/>
          <p:nvPr/>
        </p:nvSpPr>
        <p:spPr>
          <a:xfrm>
            <a:off x="3686040" y="48279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5" name="Rectangle 49"/>
          <p:cNvSpPr/>
          <p:nvPr/>
        </p:nvSpPr>
        <p:spPr>
          <a:xfrm>
            <a:off x="3686040" y="49924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6" name="Rectangle 50"/>
          <p:cNvSpPr/>
          <p:nvPr/>
        </p:nvSpPr>
        <p:spPr>
          <a:xfrm>
            <a:off x="3686040" y="51573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7" name="Rectangle 51"/>
          <p:cNvSpPr/>
          <p:nvPr/>
        </p:nvSpPr>
        <p:spPr>
          <a:xfrm>
            <a:off x="3686040" y="53218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Rectangle 52"/>
          <p:cNvSpPr/>
          <p:nvPr/>
        </p:nvSpPr>
        <p:spPr>
          <a:xfrm>
            <a:off x="3686040" y="54864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Rectangle 53"/>
          <p:cNvSpPr/>
          <p:nvPr/>
        </p:nvSpPr>
        <p:spPr>
          <a:xfrm>
            <a:off x="3686040" y="56509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0" name="Rectangle 54"/>
          <p:cNvSpPr/>
          <p:nvPr/>
        </p:nvSpPr>
        <p:spPr>
          <a:xfrm>
            <a:off x="5304600" y="1691640"/>
            <a:ext cx="1551600" cy="5000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1" name="TextBox 55"/>
          <p:cNvSpPr/>
          <p:nvPr/>
        </p:nvSpPr>
        <p:spPr>
          <a:xfrm>
            <a:off x="5304600" y="1737360"/>
            <a:ext cx="155160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Box 56"/>
          <p:cNvSpPr/>
          <p:nvPr/>
        </p:nvSpPr>
        <p:spPr>
          <a:xfrm>
            <a:off x="5304600" y="1947600"/>
            <a:ext cx="155160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Rectangle 57"/>
          <p:cNvSpPr/>
          <p:nvPr/>
        </p:nvSpPr>
        <p:spPr>
          <a:xfrm>
            <a:off x="6063480" y="21945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Rectangle 58"/>
          <p:cNvSpPr/>
          <p:nvPr/>
        </p:nvSpPr>
        <p:spPr>
          <a:xfrm>
            <a:off x="6063480" y="23590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5" name="Rectangle 59"/>
          <p:cNvSpPr/>
          <p:nvPr/>
        </p:nvSpPr>
        <p:spPr>
          <a:xfrm>
            <a:off x="6063480" y="25236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6" name="Rectangle 60"/>
          <p:cNvSpPr/>
          <p:nvPr/>
        </p:nvSpPr>
        <p:spPr>
          <a:xfrm>
            <a:off x="6063480" y="26884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Rectangle 61"/>
          <p:cNvSpPr/>
          <p:nvPr/>
        </p:nvSpPr>
        <p:spPr>
          <a:xfrm>
            <a:off x="6063480" y="28530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8" name="Rectangle 62"/>
          <p:cNvSpPr/>
          <p:nvPr/>
        </p:nvSpPr>
        <p:spPr>
          <a:xfrm>
            <a:off x="5990400" y="3028320"/>
            <a:ext cx="8856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4280" rIns="1800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9" name="Rectangle 63"/>
          <p:cNvSpPr/>
          <p:nvPr/>
        </p:nvSpPr>
        <p:spPr>
          <a:xfrm>
            <a:off x="6063480" y="318204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Rectangle 64"/>
          <p:cNvSpPr/>
          <p:nvPr/>
        </p:nvSpPr>
        <p:spPr>
          <a:xfrm>
            <a:off x="6063480" y="33465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1" name="Rectangle 65"/>
          <p:cNvSpPr/>
          <p:nvPr/>
        </p:nvSpPr>
        <p:spPr>
          <a:xfrm>
            <a:off x="6063480" y="351144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2" name="Rectangle 66"/>
          <p:cNvSpPr/>
          <p:nvPr/>
        </p:nvSpPr>
        <p:spPr>
          <a:xfrm>
            <a:off x="6063480" y="36759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Rectangle 67"/>
          <p:cNvSpPr/>
          <p:nvPr/>
        </p:nvSpPr>
        <p:spPr>
          <a:xfrm>
            <a:off x="6063480" y="38404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4" name="Rectangle 68"/>
          <p:cNvSpPr/>
          <p:nvPr/>
        </p:nvSpPr>
        <p:spPr>
          <a:xfrm>
            <a:off x="6063480" y="40050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5" name="Rectangle 69"/>
          <p:cNvSpPr/>
          <p:nvPr/>
        </p:nvSpPr>
        <p:spPr>
          <a:xfrm>
            <a:off x="6063480" y="41695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Rectangle 70"/>
          <p:cNvSpPr/>
          <p:nvPr/>
        </p:nvSpPr>
        <p:spPr>
          <a:xfrm>
            <a:off x="6063480" y="43344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7" name="Rectangle 71"/>
          <p:cNvSpPr/>
          <p:nvPr/>
        </p:nvSpPr>
        <p:spPr>
          <a:xfrm>
            <a:off x="6063480" y="44989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8" name="Rectangle 72"/>
          <p:cNvSpPr/>
          <p:nvPr/>
        </p:nvSpPr>
        <p:spPr>
          <a:xfrm>
            <a:off x="6063480" y="466344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9" name="Rectangle 73"/>
          <p:cNvSpPr/>
          <p:nvPr/>
        </p:nvSpPr>
        <p:spPr>
          <a:xfrm>
            <a:off x="6063480" y="48279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0" name="Rectangle 74"/>
          <p:cNvSpPr/>
          <p:nvPr/>
        </p:nvSpPr>
        <p:spPr>
          <a:xfrm>
            <a:off x="6063480" y="49924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1" name="Rectangle 75"/>
          <p:cNvSpPr/>
          <p:nvPr/>
        </p:nvSpPr>
        <p:spPr>
          <a:xfrm>
            <a:off x="6063480" y="51573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2" name="Rectangle 76"/>
          <p:cNvSpPr/>
          <p:nvPr/>
        </p:nvSpPr>
        <p:spPr>
          <a:xfrm>
            <a:off x="6063480" y="53218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3" name="Rectangle 77"/>
          <p:cNvSpPr/>
          <p:nvPr/>
        </p:nvSpPr>
        <p:spPr>
          <a:xfrm>
            <a:off x="6063480" y="54864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Rectangle 78"/>
          <p:cNvSpPr/>
          <p:nvPr/>
        </p:nvSpPr>
        <p:spPr>
          <a:xfrm>
            <a:off x="6063480" y="56509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Rectangle 79"/>
          <p:cNvSpPr/>
          <p:nvPr/>
        </p:nvSpPr>
        <p:spPr>
          <a:xfrm>
            <a:off x="7682040" y="1691640"/>
            <a:ext cx="1551600" cy="50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6" name="TextBox 80"/>
          <p:cNvSpPr/>
          <p:nvPr/>
        </p:nvSpPr>
        <p:spPr>
          <a:xfrm>
            <a:off x="7682040" y="1737360"/>
            <a:ext cx="155160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TextBox 81"/>
          <p:cNvSpPr/>
          <p:nvPr/>
        </p:nvSpPr>
        <p:spPr>
          <a:xfrm>
            <a:off x="7682040" y="1947600"/>
            <a:ext cx="155160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8" name="Rectangle 82"/>
          <p:cNvSpPr/>
          <p:nvPr/>
        </p:nvSpPr>
        <p:spPr>
          <a:xfrm>
            <a:off x="8440920" y="21945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9" name="Rectangle 83"/>
          <p:cNvSpPr/>
          <p:nvPr/>
        </p:nvSpPr>
        <p:spPr>
          <a:xfrm>
            <a:off x="8440920" y="23590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Rectangle 84"/>
          <p:cNvSpPr/>
          <p:nvPr/>
        </p:nvSpPr>
        <p:spPr>
          <a:xfrm>
            <a:off x="8440920" y="25236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Rectangle 85"/>
          <p:cNvSpPr/>
          <p:nvPr/>
        </p:nvSpPr>
        <p:spPr>
          <a:xfrm>
            <a:off x="8440920" y="26884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2" name="Rectangle 86"/>
          <p:cNvSpPr/>
          <p:nvPr/>
        </p:nvSpPr>
        <p:spPr>
          <a:xfrm>
            <a:off x="8440920" y="28530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Rectangle 87"/>
          <p:cNvSpPr/>
          <p:nvPr/>
        </p:nvSpPr>
        <p:spPr>
          <a:xfrm>
            <a:off x="8440920" y="30175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Rectangle 88"/>
          <p:cNvSpPr/>
          <p:nvPr/>
        </p:nvSpPr>
        <p:spPr>
          <a:xfrm>
            <a:off x="8440920" y="318204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5" name="Rectangle 89"/>
          <p:cNvSpPr/>
          <p:nvPr/>
        </p:nvSpPr>
        <p:spPr>
          <a:xfrm>
            <a:off x="8440920" y="33465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Rectangle 90"/>
          <p:cNvSpPr/>
          <p:nvPr/>
        </p:nvSpPr>
        <p:spPr>
          <a:xfrm>
            <a:off x="8440920" y="351144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Rectangle 91"/>
          <p:cNvSpPr/>
          <p:nvPr/>
        </p:nvSpPr>
        <p:spPr>
          <a:xfrm>
            <a:off x="8440920" y="36759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8" name="Rectangle 92"/>
          <p:cNvSpPr/>
          <p:nvPr/>
        </p:nvSpPr>
        <p:spPr>
          <a:xfrm>
            <a:off x="8440920" y="38404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Rectangle 93"/>
          <p:cNvSpPr/>
          <p:nvPr/>
        </p:nvSpPr>
        <p:spPr>
          <a:xfrm>
            <a:off x="8440920" y="40050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Rectangle 94"/>
          <p:cNvSpPr/>
          <p:nvPr/>
        </p:nvSpPr>
        <p:spPr>
          <a:xfrm>
            <a:off x="8440920" y="41695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1" name="Rectangle 95"/>
          <p:cNvSpPr/>
          <p:nvPr/>
        </p:nvSpPr>
        <p:spPr>
          <a:xfrm>
            <a:off x="8440920" y="43344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Rectangle 96"/>
          <p:cNvSpPr/>
          <p:nvPr/>
        </p:nvSpPr>
        <p:spPr>
          <a:xfrm>
            <a:off x="8440920" y="44989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3" name="Rectangle 97"/>
          <p:cNvSpPr/>
          <p:nvPr/>
        </p:nvSpPr>
        <p:spPr>
          <a:xfrm>
            <a:off x="8440920" y="466344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Rectangle 98"/>
          <p:cNvSpPr/>
          <p:nvPr/>
        </p:nvSpPr>
        <p:spPr>
          <a:xfrm>
            <a:off x="8440920" y="48279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5" name="Rectangle 99"/>
          <p:cNvSpPr/>
          <p:nvPr/>
        </p:nvSpPr>
        <p:spPr>
          <a:xfrm>
            <a:off x="8440920" y="49924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Rectangle 100"/>
          <p:cNvSpPr/>
          <p:nvPr/>
        </p:nvSpPr>
        <p:spPr>
          <a:xfrm>
            <a:off x="8440920" y="51573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7" name="Rectangle 101"/>
          <p:cNvSpPr/>
          <p:nvPr/>
        </p:nvSpPr>
        <p:spPr>
          <a:xfrm>
            <a:off x="8440920" y="53218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Rectangle 102"/>
          <p:cNvSpPr/>
          <p:nvPr/>
        </p:nvSpPr>
        <p:spPr>
          <a:xfrm>
            <a:off x="8440920" y="54864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9" name="Rectangle 103"/>
          <p:cNvSpPr/>
          <p:nvPr/>
        </p:nvSpPr>
        <p:spPr>
          <a:xfrm>
            <a:off x="8440920" y="56509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Rectangle 104"/>
          <p:cNvSpPr/>
          <p:nvPr/>
        </p:nvSpPr>
        <p:spPr>
          <a:xfrm>
            <a:off x="10059480" y="1691640"/>
            <a:ext cx="1551600" cy="500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1" name="TextBox 105"/>
          <p:cNvSpPr/>
          <p:nvPr/>
        </p:nvSpPr>
        <p:spPr>
          <a:xfrm>
            <a:off x="10059480" y="1737360"/>
            <a:ext cx="155160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TextBox 106"/>
          <p:cNvSpPr/>
          <p:nvPr/>
        </p:nvSpPr>
        <p:spPr>
          <a:xfrm>
            <a:off x="10059480" y="1947600"/>
            <a:ext cx="155160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3" name="Rectangle 107"/>
          <p:cNvSpPr/>
          <p:nvPr/>
        </p:nvSpPr>
        <p:spPr>
          <a:xfrm>
            <a:off x="10818360" y="21945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4" name="Rectangle 108"/>
          <p:cNvSpPr/>
          <p:nvPr/>
        </p:nvSpPr>
        <p:spPr>
          <a:xfrm>
            <a:off x="10818360" y="23590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5" name="Rectangle 109"/>
          <p:cNvSpPr/>
          <p:nvPr/>
        </p:nvSpPr>
        <p:spPr>
          <a:xfrm>
            <a:off x="10818360" y="25236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6" name="Rectangle 110"/>
          <p:cNvSpPr/>
          <p:nvPr/>
        </p:nvSpPr>
        <p:spPr>
          <a:xfrm>
            <a:off x="10818360" y="26884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7" name="Rectangle 111"/>
          <p:cNvSpPr/>
          <p:nvPr/>
        </p:nvSpPr>
        <p:spPr>
          <a:xfrm>
            <a:off x="10818360" y="28530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8" name="Rectangle 112"/>
          <p:cNvSpPr/>
          <p:nvPr/>
        </p:nvSpPr>
        <p:spPr>
          <a:xfrm>
            <a:off x="10818360" y="30175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Rectangle 113"/>
          <p:cNvSpPr/>
          <p:nvPr/>
        </p:nvSpPr>
        <p:spPr>
          <a:xfrm>
            <a:off x="10818360" y="318204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Rectangle 114"/>
          <p:cNvSpPr/>
          <p:nvPr/>
        </p:nvSpPr>
        <p:spPr>
          <a:xfrm>
            <a:off x="10818360" y="33465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Rectangle 115"/>
          <p:cNvSpPr/>
          <p:nvPr/>
        </p:nvSpPr>
        <p:spPr>
          <a:xfrm>
            <a:off x="10818360" y="351144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Rectangle 116"/>
          <p:cNvSpPr/>
          <p:nvPr/>
        </p:nvSpPr>
        <p:spPr>
          <a:xfrm>
            <a:off x="10818360" y="36759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Rectangle 117"/>
          <p:cNvSpPr/>
          <p:nvPr/>
        </p:nvSpPr>
        <p:spPr>
          <a:xfrm>
            <a:off x="10818360" y="38404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4" name="Rectangle 118"/>
          <p:cNvSpPr/>
          <p:nvPr/>
        </p:nvSpPr>
        <p:spPr>
          <a:xfrm>
            <a:off x="10818360" y="40050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5" name="Rectangle 119"/>
          <p:cNvSpPr/>
          <p:nvPr/>
        </p:nvSpPr>
        <p:spPr>
          <a:xfrm>
            <a:off x="10818360" y="41695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6" name="Rectangle 120"/>
          <p:cNvSpPr/>
          <p:nvPr/>
        </p:nvSpPr>
        <p:spPr>
          <a:xfrm>
            <a:off x="10818360" y="43344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7" name="Rectangle 121"/>
          <p:cNvSpPr/>
          <p:nvPr/>
        </p:nvSpPr>
        <p:spPr>
          <a:xfrm>
            <a:off x="10818360" y="44989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8" name="Rectangle 122"/>
          <p:cNvSpPr/>
          <p:nvPr/>
        </p:nvSpPr>
        <p:spPr>
          <a:xfrm>
            <a:off x="10818360" y="466344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9" name="Rectangle 123"/>
          <p:cNvSpPr/>
          <p:nvPr/>
        </p:nvSpPr>
        <p:spPr>
          <a:xfrm>
            <a:off x="10818360" y="48279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0" name="Rectangle 124"/>
          <p:cNvSpPr/>
          <p:nvPr/>
        </p:nvSpPr>
        <p:spPr>
          <a:xfrm>
            <a:off x="10818360" y="49924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1" name="Rectangle 125"/>
          <p:cNvSpPr/>
          <p:nvPr/>
        </p:nvSpPr>
        <p:spPr>
          <a:xfrm>
            <a:off x="10818360" y="515736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2" name="Rectangle 126"/>
          <p:cNvSpPr/>
          <p:nvPr/>
        </p:nvSpPr>
        <p:spPr>
          <a:xfrm>
            <a:off x="10818360" y="532188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3" name="Rectangle 127"/>
          <p:cNvSpPr/>
          <p:nvPr/>
        </p:nvSpPr>
        <p:spPr>
          <a:xfrm>
            <a:off x="10818360" y="548640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4" name="Rectangle 128"/>
          <p:cNvSpPr/>
          <p:nvPr/>
        </p:nvSpPr>
        <p:spPr>
          <a:xfrm>
            <a:off x="10818360" y="5650920"/>
            <a:ext cx="33840" cy="885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5" name="Rectangle 129"/>
          <p:cNvSpPr/>
          <p:nvPr/>
        </p:nvSpPr>
        <p:spPr>
          <a:xfrm>
            <a:off x="1326960" y="2606040"/>
            <a:ext cx="2374560" cy="201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6" name="Oval 130"/>
          <p:cNvSpPr/>
          <p:nvPr/>
        </p:nvSpPr>
        <p:spPr>
          <a:xfrm>
            <a:off x="3612960" y="2571120"/>
            <a:ext cx="88560" cy="885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19440" rIns="4428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7" name="TextBox 131"/>
          <p:cNvSpPr/>
          <p:nvPr/>
        </p:nvSpPr>
        <p:spPr>
          <a:xfrm>
            <a:off x="1418400" y="2283480"/>
            <a:ext cx="22831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Rectangle 132"/>
          <p:cNvSpPr/>
          <p:nvPr/>
        </p:nvSpPr>
        <p:spPr>
          <a:xfrm>
            <a:off x="3704400" y="3063240"/>
            <a:ext cx="2374560" cy="201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9" name="Oval 133"/>
          <p:cNvSpPr/>
          <p:nvPr/>
        </p:nvSpPr>
        <p:spPr>
          <a:xfrm>
            <a:off x="5990400" y="3028320"/>
            <a:ext cx="88560" cy="885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19440" rIns="4428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0" name="TextBox 134"/>
          <p:cNvSpPr/>
          <p:nvPr/>
        </p:nvSpPr>
        <p:spPr>
          <a:xfrm>
            <a:off x="3795840" y="2770560"/>
            <a:ext cx="22831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Rectangle 135"/>
          <p:cNvSpPr/>
          <p:nvPr/>
        </p:nvSpPr>
        <p:spPr>
          <a:xfrm>
            <a:off x="3704400" y="3485520"/>
            <a:ext cx="88560" cy="88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2" name="Rectangle 136"/>
          <p:cNvSpPr/>
          <p:nvPr/>
        </p:nvSpPr>
        <p:spPr>
          <a:xfrm>
            <a:off x="3868920" y="3520440"/>
            <a:ext cx="88560" cy="201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3" name="Rectangle 137"/>
          <p:cNvSpPr/>
          <p:nvPr/>
        </p:nvSpPr>
        <p:spPr>
          <a:xfrm>
            <a:off x="4033440" y="3520440"/>
            <a:ext cx="88560" cy="201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4" name="Rectangle 138"/>
          <p:cNvSpPr/>
          <p:nvPr/>
        </p:nvSpPr>
        <p:spPr>
          <a:xfrm>
            <a:off x="4198320" y="3520440"/>
            <a:ext cx="88560" cy="201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5" name="Rectangle 139"/>
          <p:cNvSpPr/>
          <p:nvPr/>
        </p:nvSpPr>
        <p:spPr>
          <a:xfrm>
            <a:off x="4362840" y="3520440"/>
            <a:ext cx="88560" cy="201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6" name="Rectangle 140"/>
          <p:cNvSpPr/>
          <p:nvPr/>
        </p:nvSpPr>
        <p:spPr>
          <a:xfrm>
            <a:off x="4527360" y="3520440"/>
            <a:ext cx="88560" cy="201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7" name="Rectangle 141"/>
          <p:cNvSpPr/>
          <p:nvPr/>
        </p:nvSpPr>
        <p:spPr>
          <a:xfrm>
            <a:off x="4691880" y="3520440"/>
            <a:ext cx="88560" cy="201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8" name="Rectangle 142"/>
          <p:cNvSpPr/>
          <p:nvPr/>
        </p:nvSpPr>
        <p:spPr>
          <a:xfrm>
            <a:off x="4856400" y="3520440"/>
            <a:ext cx="88560" cy="201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9" name="Rectangle 143"/>
          <p:cNvSpPr/>
          <p:nvPr/>
        </p:nvSpPr>
        <p:spPr>
          <a:xfrm>
            <a:off x="5021280" y="3520440"/>
            <a:ext cx="88560" cy="201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0" name="Rectangle 144"/>
          <p:cNvSpPr/>
          <p:nvPr/>
        </p:nvSpPr>
        <p:spPr>
          <a:xfrm>
            <a:off x="5185800" y="3520440"/>
            <a:ext cx="88560" cy="201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1" name="Rectangle 145"/>
          <p:cNvSpPr/>
          <p:nvPr/>
        </p:nvSpPr>
        <p:spPr>
          <a:xfrm>
            <a:off x="5350320" y="3520440"/>
            <a:ext cx="88560" cy="201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2" name="Rectangle 146"/>
          <p:cNvSpPr/>
          <p:nvPr/>
        </p:nvSpPr>
        <p:spPr>
          <a:xfrm>
            <a:off x="5514840" y="3520440"/>
            <a:ext cx="88560" cy="201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Rectangle 147"/>
          <p:cNvSpPr/>
          <p:nvPr/>
        </p:nvSpPr>
        <p:spPr>
          <a:xfrm>
            <a:off x="5679360" y="3520440"/>
            <a:ext cx="88560" cy="201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4" name="Rectangle 148"/>
          <p:cNvSpPr/>
          <p:nvPr/>
        </p:nvSpPr>
        <p:spPr>
          <a:xfrm>
            <a:off x="5844240" y="3520440"/>
            <a:ext cx="88560" cy="201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Rectangle 149"/>
          <p:cNvSpPr/>
          <p:nvPr/>
        </p:nvSpPr>
        <p:spPr>
          <a:xfrm>
            <a:off x="6008760" y="3520440"/>
            <a:ext cx="70200" cy="201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-21960" rIns="35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6" name="Oval 150"/>
          <p:cNvSpPr/>
          <p:nvPr/>
        </p:nvSpPr>
        <p:spPr>
          <a:xfrm>
            <a:off x="3704400" y="3485520"/>
            <a:ext cx="88560" cy="885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19440" rIns="4428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7" name="TextBox 151"/>
          <p:cNvSpPr/>
          <p:nvPr/>
        </p:nvSpPr>
        <p:spPr>
          <a:xfrm>
            <a:off x="3795840" y="3227760"/>
            <a:ext cx="22831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8" name="Rectangle 152"/>
          <p:cNvSpPr/>
          <p:nvPr/>
        </p:nvSpPr>
        <p:spPr>
          <a:xfrm>
            <a:off x="3704400" y="3977640"/>
            <a:ext cx="4752000" cy="201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9" name="Oval 153"/>
          <p:cNvSpPr/>
          <p:nvPr/>
        </p:nvSpPr>
        <p:spPr>
          <a:xfrm>
            <a:off x="8367840" y="3942720"/>
            <a:ext cx="88560" cy="885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19440" rIns="4428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0" name="TextBox 154"/>
          <p:cNvSpPr/>
          <p:nvPr/>
        </p:nvSpPr>
        <p:spPr>
          <a:xfrm>
            <a:off x="3780000" y="3716640"/>
            <a:ext cx="466056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1" name="Rectangle 155"/>
          <p:cNvSpPr/>
          <p:nvPr/>
        </p:nvSpPr>
        <p:spPr>
          <a:xfrm>
            <a:off x="1326960" y="4399920"/>
            <a:ext cx="88560" cy="88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2" name="Rectangle 156"/>
          <p:cNvSpPr/>
          <p:nvPr/>
        </p:nvSpPr>
        <p:spPr>
          <a:xfrm>
            <a:off x="1491480" y="4434840"/>
            <a:ext cx="88560" cy="2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3" name="Rectangle 157"/>
          <p:cNvSpPr/>
          <p:nvPr/>
        </p:nvSpPr>
        <p:spPr>
          <a:xfrm>
            <a:off x="1656000" y="4434840"/>
            <a:ext cx="88560" cy="2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Rectangle 158"/>
          <p:cNvSpPr/>
          <p:nvPr/>
        </p:nvSpPr>
        <p:spPr>
          <a:xfrm>
            <a:off x="1820880" y="4434840"/>
            <a:ext cx="88560" cy="2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5" name="Rectangle 159"/>
          <p:cNvSpPr/>
          <p:nvPr/>
        </p:nvSpPr>
        <p:spPr>
          <a:xfrm>
            <a:off x="1985400" y="4434840"/>
            <a:ext cx="88560" cy="2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6" name="Rectangle 160"/>
          <p:cNvSpPr/>
          <p:nvPr/>
        </p:nvSpPr>
        <p:spPr>
          <a:xfrm>
            <a:off x="2149920" y="4434840"/>
            <a:ext cx="88560" cy="2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Rectangle 161"/>
          <p:cNvSpPr/>
          <p:nvPr/>
        </p:nvSpPr>
        <p:spPr>
          <a:xfrm>
            <a:off x="2314440" y="4434840"/>
            <a:ext cx="88560" cy="2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8" name="Rectangle 162"/>
          <p:cNvSpPr/>
          <p:nvPr/>
        </p:nvSpPr>
        <p:spPr>
          <a:xfrm>
            <a:off x="2478960" y="4434840"/>
            <a:ext cx="88560" cy="2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9" name="Rectangle 163"/>
          <p:cNvSpPr/>
          <p:nvPr/>
        </p:nvSpPr>
        <p:spPr>
          <a:xfrm>
            <a:off x="2643840" y="4434840"/>
            <a:ext cx="88560" cy="2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Rectangle 164"/>
          <p:cNvSpPr/>
          <p:nvPr/>
        </p:nvSpPr>
        <p:spPr>
          <a:xfrm>
            <a:off x="2808360" y="4434840"/>
            <a:ext cx="88560" cy="2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1" name="Rectangle 165"/>
          <p:cNvSpPr/>
          <p:nvPr/>
        </p:nvSpPr>
        <p:spPr>
          <a:xfrm>
            <a:off x="2972880" y="4434840"/>
            <a:ext cx="88560" cy="2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2" name="Rectangle 166"/>
          <p:cNvSpPr/>
          <p:nvPr/>
        </p:nvSpPr>
        <p:spPr>
          <a:xfrm>
            <a:off x="3137400" y="4434840"/>
            <a:ext cx="88560" cy="2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3" name="Rectangle 167"/>
          <p:cNvSpPr/>
          <p:nvPr/>
        </p:nvSpPr>
        <p:spPr>
          <a:xfrm>
            <a:off x="3301920" y="4434840"/>
            <a:ext cx="88560" cy="2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4" name="Rectangle 168"/>
          <p:cNvSpPr/>
          <p:nvPr/>
        </p:nvSpPr>
        <p:spPr>
          <a:xfrm>
            <a:off x="3466800" y="4434840"/>
            <a:ext cx="88560" cy="2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5" name="Rectangle 169"/>
          <p:cNvSpPr/>
          <p:nvPr/>
        </p:nvSpPr>
        <p:spPr>
          <a:xfrm>
            <a:off x="3631320" y="4434840"/>
            <a:ext cx="70200" cy="2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-21960" rIns="35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6" name="Oval 170"/>
          <p:cNvSpPr/>
          <p:nvPr/>
        </p:nvSpPr>
        <p:spPr>
          <a:xfrm>
            <a:off x="1326960" y="4399920"/>
            <a:ext cx="88560" cy="885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19440" rIns="4428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7" name="TextBox 171"/>
          <p:cNvSpPr/>
          <p:nvPr/>
        </p:nvSpPr>
        <p:spPr>
          <a:xfrm>
            <a:off x="1418400" y="4480560"/>
            <a:ext cx="22831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8" name="Rectangle 172"/>
          <p:cNvSpPr/>
          <p:nvPr/>
        </p:nvSpPr>
        <p:spPr>
          <a:xfrm>
            <a:off x="8002080" y="4572000"/>
            <a:ext cx="3288960" cy="104868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Rectangle 173"/>
          <p:cNvSpPr/>
          <p:nvPr/>
        </p:nvSpPr>
        <p:spPr>
          <a:xfrm>
            <a:off x="8002080" y="4574520"/>
            <a:ext cx="591480" cy="22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0" name="TextBox 174"/>
          <p:cNvSpPr/>
          <p:nvPr/>
        </p:nvSpPr>
        <p:spPr>
          <a:xfrm>
            <a:off x="8002080" y="4574520"/>
            <a:ext cx="59148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TextBox 175"/>
          <p:cNvSpPr/>
          <p:nvPr/>
        </p:nvSpPr>
        <p:spPr>
          <a:xfrm>
            <a:off x="8642160" y="4574520"/>
            <a:ext cx="22831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2" name="Rectangle 176"/>
          <p:cNvSpPr/>
          <p:nvPr/>
        </p:nvSpPr>
        <p:spPr>
          <a:xfrm>
            <a:off x="8459280" y="5120640"/>
            <a:ext cx="2374560" cy="2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3" name="Oval 177"/>
          <p:cNvSpPr/>
          <p:nvPr/>
        </p:nvSpPr>
        <p:spPr>
          <a:xfrm>
            <a:off x="8459280" y="5085720"/>
            <a:ext cx="88560" cy="885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19440" rIns="4428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4" name="TextBox 178"/>
          <p:cNvSpPr/>
          <p:nvPr/>
        </p:nvSpPr>
        <p:spPr>
          <a:xfrm>
            <a:off x="8475120" y="4894560"/>
            <a:ext cx="22831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5" name="Rectangle 179"/>
          <p:cNvSpPr/>
          <p:nvPr/>
        </p:nvSpPr>
        <p:spPr>
          <a:xfrm>
            <a:off x="8459280" y="5440680"/>
            <a:ext cx="88560" cy="20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6" name="Rectangle 180"/>
          <p:cNvSpPr/>
          <p:nvPr/>
        </p:nvSpPr>
        <p:spPr>
          <a:xfrm>
            <a:off x="8623800" y="5440680"/>
            <a:ext cx="88560" cy="20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7" name="Rectangle 181"/>
          <p:cNvSpPr/>
          <p:nvPr/>
        </p:nvSpPr>
        <p:spPr>
          <a:xfrm>
            <a:off x="8788320" y="5440680"/>
            <a:ext cx="88560" cy="20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Rectangle 182"/>
          <p:cNvSpPr/>
          <p:nvPr/>
        </p:nvSpPr>
        <p:spPr>
          <a:xfrm>
            <a:off x="8953200" y="5440680"/>
            <a:ext cx="88560" cy="20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9" name="Rectangle 183"/>
          <p:cNvSpPr/>
          <p:nvPr/>
        </p:nvSpPr>
        <p:spPr>
          <a:xfrm>
            <a:off x="9117720" y="5440680"/>
            <a:ext cx="88560" cy="20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0" name="Rectangle 184"/>
          <p:cNvSpPr/>
          <p:nvPr/>
        </p:nvSpPr>
        <p:spPr>
          <a:xfrm>
            <a:off x="9282240" y="5440680"/>
            <a:ext cx="88560" cy="20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Rectangle 185"/>
          <p:cNvSpPr/>
          <p:nvPr/>
        </p:nvSpPr>
        <p:spPr>
          <a:xfrm>
            <a:off x="9446760" y="5440680"/>
            <a:ext cx="88560" cy="20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2" name="Rectangle 186"/>
          <p:cNvSpPr/>
          <p:nvPr/>
        </p:nvSpPr>
        <p:spPr>
          <a:xfrm>
            <a:off x="9611280" y="5440680"/>
            <a:ext cx="88560" cy="20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3" name="Rectangle 187"/>
          <p:cNvSpPr/>
          <p:nvPr/>
        </p:nvSpPr>
        <p:spPr>
          <a:xfrm>
            <a:off x="9776160" y="5440680"/>
            <a:ext cx="88560" cy="20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Rectangle 188"/>
          <p:cNvSpPr/>
          <p:nvPr/>
        </p:nvSpPr>
        <p:spPr>
          <a:xfrm>
            <a:off x="9940680" y="5440680"/>
            <a:ext cx="88560" cy="20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Rectangle 189"/>
          <p:cNvSpPr/>
          <p:nvPr/>
        </p:nvSpPr>
        <p:spPr>
          <a:xfrm>
            <a:off x="10105200" y="5440680"/>
            <a:ext cx="88560" cy="20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6" name="Rectangle 190"/>
          <p:cNvSpPr/>
          <p:nvPr/>
        </p:nvSpPr>
        <p:spPr>
          <a:xfrm>
            <a:off x="10269720" y="5440680"/>
            <a:ext cx="88560" cy="20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Rectangle 191"/>
          <p:cNvSpPr/>
          <p:nvPr/>
        </p:nvSpPr>
        <p:spPr>
          <a:xfrm>
            <a:off x="10434240" y="5440680"/>
            <a:ext cx="88560" cy="20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8" name="Rectangle 192"/>
          <p:cNvSpPr/>
          <p:nvPr/>
        </p:nvSpPr>
        <p:spPr>
          <a:xfrm>
            <a:off x="10599120" y="5440680"/>
            <a:ext cx="88560" cy="20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9" name="Rectangle 193"/>
          <p:cNvSpPr/>
          <p:nvPr/>
        </p:nvSpPr>
        <p:spPr>
          <a:xfrm>
            <a:off x="10745280" y="5405760"/>
            <a:ext cx="88560" cy="88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Oval 194"/>
          <p:cNvSpPr/>
          <p:nvPr/>
        </p:nvSpPr>
        <p:spPr>
          <a:xfrm>
            <a:off x="10745280" y="5405760"/>
            <a:ext cx="88560" cy="885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19440" rIns="4428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1" name="TextBox 195"/>
          <p:cNvSpPr/>
          <p:nvPr/>
        </p:nvSpPr>
        <p:spPr>
          <a:xfrm>
            <a:off x="8475120" y="5214600"/>
            <a:ext cx="22831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a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t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a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{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i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,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m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e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s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s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a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g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e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</a:t>
            </a: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TextBox 196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3" name="TextBox 197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6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8" name="Shape 3"/>
          <p:cNvSpPr/>
          <p:nvPr/>
        </p:nvSpPr>
        <p:spPr>
          <a:xfrm>
            <a:off x="548640" y="1691640"/>
            <a:ext cx="7312320" cy="456912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4"/>
          <p:cNvSpPr/>
          <p:nvPr/>
        </p:nvSpPr>
        <p:spPr>
          <a:xfrm>
            <a:off x="777240" y="1874520"/>
            <a:ext cx="134280" cy="1342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Shape 5"/>
          <p:cNvSpPr/>
          <p:nvPr/>
        </p:nvSpPr>
        <p:spPr>
          <a:xfrm>
            <a:off x="960120" y="1874520"/>
            <a:ext cx="134280" cy="1342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1" name="Shape 6"/>
          <p:cNvSpPr/>
          <p:nvPr/>
        </p:nvSpPr>
        <p:spPr>
          <a:xfrm>
            <a:off x="1143000" y="1874520"/>
            <a:ext cx="134280" cy="1342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7"/>
          <p:cNvSpPr/>
          <p:nvPr/>
        </p:nvSpPr>
        <p:spPr>
          <a:xfrm>
            <a:off x="1371600" y="1783080"/>
            <a:ext cx="5483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8"/>
          <p:cNvSpPr/>
          <p:nvPr/>
        </p:nvSpPr>
        <p:spPr>
          <a:xfrm>
            <a:off x="777240" y="224028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Text 9"/>
          <p:cNvSpPr/>
          <p:nvPr/>
        </p:nvSpPr>
        <p:spPr>
          <a:xfrm>
            <a:off x="777240" y="244152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5" name="Text 10"/>
          <p:cNvSpPr/>
          <p:nvPr/>
        </p:nvSpPr>
        <p:spPr>
          <a:xfrm>
            <a:off x="777240" y="264276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11"/>
          <p:cNvSpPr/>
          <p:nvPr/>
        </p:nvSpPr>
        <p:spPr>
          <a:xfrm>
            <a:off x="777240" y="284364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Text 12"/>
          <p:cNvSpPr/>
          <p:nvPr/>
        </p:nvSpPr>
        <p:spPr>
          <a:xfrm>
            <a:off x="777240" y="304488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8" name="Text 13"/>
          <p:cNvSpPr/>
          <p:nvPr/>
        </p:nvSpPr>
        <p:spPr>
          <a:xfrm>
            <a:off x="777240" y="324612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14"/>
          <p:cNvSpPr/>
          <p:nvPr/>
        </p:nvSpPr>
        <p:spPr>
          <a:xfrm>
            <a:off x="777240" y="344736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Text 15"/>
          <p:cNvSpPr/>
          <p:nvPr/>
        </p:nvSpPr>
        <p:spPr>
          <a:xfrm>
            <a:off x="777240" y="364860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bcrypt.compare(passw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1" name="Text 16"/>
          <p:cNvSpPr/>
          <p:nvPr/>
        </p:nvSpPr>
        <p:spPr>
          <a:xfrm>
            <a:off x="777240" y="384948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17"/>
          <p:cNvSpPr/>
          <p:nvPr/>
        </p:nvSpPr>
        <p:spPr>
          <a:xfrm>
            <a:off x="777240" y="405072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Text 18"/>
          <p:cNvSpPr/>
          <p:nvPr/>
        </p:nvSpPr>
        <p:spPr>
          <a:xfrm>
            <a:off x="777240" y="425196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4" name="Text 19"/>
          <p:cNvSpPr/>
          <p:nvPr/>
        </p:nvSpPr>
        <p:spPr>
          <a:xfrm>
            <a:off x="777240" y="445320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5" name="Text 20"/>
          <p:cNvSpPr/>
          <p:nvPr/>
        </p:nvSpPr>
        <p:spPr>
          <a:xfrm>
            <a:off x="777240" y="465444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t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P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r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o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t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c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t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H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a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r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(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{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a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l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g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: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'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H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2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5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6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'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}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Text 21"/>
          <p:cNvSpPr/>
          <p:nvPr/>
        </p:nvSpPr>
        <p:spPr>
          <a:xfrm>
            <a:off x="777240" y="485532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7" name="Text 22"/>
          <p:cNvSpPr/>
          <p:nvPr/>
        </p:nvSpPr>
        <p:spPr>
          <a:xfrm>
            <a:off x="777240" y="505656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23"/>
          <p:cNvSpPr/>
          <p:nvPr/>
        </p:nvSpPr>
        <p:spPr>
          <a:xfrm>
            <a:off x="777240" y="525780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Text 24"/>
          <p:cNvSpPr/>
          <p:nvPr/>
        </p:nvSpPr>
        <p:spPr>
          <a:xfrm>
            <a:off x="777240" y="545904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0" name="Text 25"/>
          <p:cNvSpPr/>
          <p:nvPr/>
        </p:nvSpPr>
        <p:spPr>
          <a:xfrm>
            <a:off x="777240" y="566028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26"/>
          <p:cNvSpPr/>
          <p:nvPr/>
        </p:nvSpPr>
        <p:spPr>
          <a:xfrm>
            <a:off x="777240" y="586116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27"/>
          <p:cNvSpPr/>
          <p:nvPr/>
        </p:nvSpPr>
        <p:spPr>
          <a:xfrm>
            <a:off x="8092440" y="1691640"/>
            <a:ext cx="3517560" cy="456912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28"/>
          <p:cNvSpPr/>
          <p:nvPr/>
        </p:nvSpPr>
        <p:spPr>
          <a:xfrm>
            <a:off x="8275320" y="1783080"/>
            <a:ext cx="3197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Shape 29"/>
          <p:cNvSpPr/>
          <p:nvPr/>
        </p:nvSpPr>
        <p:spPr>
          <a:xfrm>
            <a:off x="8275320" y="2240280"/>
            <a:ext cx="408600" cy="40860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5" name="Text 30"/>
          <p:cNvSpPr/>
          <p:nvPr/>
        </p:nvSpPr>
        <p:spPr>
          <a:xfrm>
            <a:off x="8275320" y="224028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6" name="Text 31"/>
          <p:cNvSpPr/>
          <p:nvPr/>
        </p:nvSpPr>
        <p:spPr>
          <a:xfrm>
            <a:off x="8778240" y="219456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Shape 32"/>
          <p:cNvSpPr/>
          <p:nvPr/>
        </p:nvSpPr>
        <p:spPr>
          <a:xfrm>
            <a:off x="8275320" y="2880360"/>
            <a:ext cx="408600" cy="40860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8" name="Text 33"/>
          <p:cNvSpPr/>
          <p:nvPr/>
        </p:nvSpPr>
        <p:spPr>
          <a:xfrm>
            <a:off x="8275320" y="2844360"/>
            <a:ext cx="408600" cy="44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9" name="Text 34"/>
          <p:cNvSpPr/>
          <p:nvPr/>
        </p:nvSpPr>
        <p:spPr>
          <a:xfrm>
            <a:off x="8778240" y="283464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0" name="Shape 35"/>
          <p:cNvSpPr/>
          <p:nvPr/>
        </p:nvSpPr>
        <p:spPr>
          <a:xfrm>
            <a:off x="8275320" y="3520440"/>
            <a:ext cx="408600" cy="40860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1" name="Text 36"/>
          <p:cNvSpPr/>
          <p:nvPr/>
        </p:nvSpPr>
        <p:spPr>
          <a:xfrm>
            <a:off x="8275320" y="3484440"/>
            <a:ext cx="40860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2" name="Text 37"/>
          <p:cNvSpPr/>
          <p:nvPr/>
        </p:nvSpPr>
        <p:spPr>
          <a:xfrm>
            <a:off x="8778240" y="347472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Shape 38"/>
          <p:cNvSpPr/>
          <p:nvPr/>
        </p:nvSpPr>
        <p:spPr>
          <a:xfrm>
            <a:off x="8275320" y="4160520"/>
            <a:ext cx="408600" cy="40860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4" name="Text 39"/>
          <p:cNvSpPr/>
          <p:nvPr/>
        </p:nvSpPr>
        <p:spPr>
          <a:xfrm>
            <a:off x="8275320" y="4114800"/>
            <a:ext cx="4086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5" name="Text 40"/>
          <p:cNvSpPr/>
          <p:nvPr/>
        </p:nvSpPr>
        <p:spPr>
          <a:xfrm>
            <a:off x="8778240" y="411480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Shape 41"/>
          <p:cNvSpPr/>
          <p:nvPr/>
        </p:nvSpPr>
        <p:spPr>
          <a:xfrm>
            <a:off x="8275320" y="4800600"/>
            <a:ext cx="408600" cy="40860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7" name="Text 42"/>
          <p:cNvSpPr/>
          <p:nvPr/>
        </p:nvSpPr>
        <p:spPr>
          <a:xfrm>
            <a:off x="8275320" y="4764600"/>
            <a:ext cx="408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8" name="Text 43"/>
          <p:cNvSpPr/>
          <p:nvPr/>
        </p:nvSpPr>
        <p:spPr>
          <a:xfrm>
            <a:off x="8778240" y="475488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Shape 44"/>
          <p:cNvSpPr/>
          <p:nvPr/>
        </p:nvSpPr>
        <p:spPr>
          <a:xfrm>
            <a:off x="8275320" y="5440680"/>
            <a:ext cx="408600" cy="40860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0" name="Text 45"/>
          <p:cNvSpPr/>
          <p:nvPr/>
        </p:nvSpPr>
        <p:spPr>
          <a:xfrm>
            <a:off x="8275320" y="5293800"/>
            <a:ext cx="408600" cy="64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1" name="Text 46"/>
          <p:cNvSpPr/>
          <p:nvPr/>
        </p:nvSpPr>
        <p:spPr>
          <a:xfrm>
            <a:off x="8778240" y="539496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3" name="Text 47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4" name="Text 48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7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8" name="Shape 3"/>
          <p:cNvSpPr/>
          <p:nvPr/>
        </p:nvSpPr>
        <p:spPr>
          <a:xfrm>
            <a:off x="166320" y="1655640"/>
            <a:ext cx="1277280" cy="50004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9" name="Text 4"/>
          <p:cNvSpPr/>
          <p:nvPr/>
        </p:nvSpPr>
        <p:spPr>
          <a:xfrm>
            <a:off x="166320" y="1655640"/>
            <a:ext cx="12772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0" name="Shape 5"/>
          <p:cNvSpPr/>
          <p:nvPr/>
        </p:nvSpPr>
        <p:spPr>
          <a:xfrm>
            <a:off x="8064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1" name="Shape 6"/>
          <p:cNvSpPr/>
          <p:nvPr/>
        </p:nvSpPr>
        <p:spPr>
          <a:xfrm>
            <a:off x="3275280" y="1655640"/>
            <a:ext cx="1277280" cy="50004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2" name="Text 7"/>
          <p:cNvSpPr/>
          <p:nvPr/>
        </p:nvSpPr>
        <p:spPr>
          <a:xfrm>
            <a:off x="3275280" y="1655640"/>
            <a:ext cx="12772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x</a:t>
            </a: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.</a:t>
            </a: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</a:t>
            </a: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3" name="Shape 8"/>
          <p:cNvSpPr/>
          <p:nvPr/>
        </p:nvSpPr>
        <p:spPr>
          <a:xfrm>
            <a:off x="39153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4" name="Shape 9"/>
          <p:cNvSpPr/>
          <p:nvPr/>
        </p:nvSpPr>
        <p:spPr>
          <a:xfrm>
            <a:off x="6018480" y="1655640"/>
            <a:ext cx="1277280" cy="50004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5" name="Text 10"/>
          <p:cNvSpPr/>
          <p:nvPr/>
        </p:nvSpPr>
        <p:spPr>
          <a:xfrm>
            <a:off x="6018480" y="1655640"/>
            <a:ext cx="12772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6" name="Shape 11"/>
          <p:cNvSpPr/>
          <p:nvPr/>
        </p:nvSpPr>
        <p:spPr>
          <a:xfrm>
            <a:off x="66585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7" name="Shape 12"/>
          <p:cNvSpPr/>
          <p:nvPr/>
        </p:nvSpPr>
        <p:spPr>
          <a:xfrm>
            <a:off x="8395920" y="1655640"/>
            <a:ext cx="1277280" cy="50004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8" name="Text 13"/>
          <p:cNvSpPr/>
          <p:nvPr/>
        </p:nvSpPr>
        <p:spPr>
          <a:xfrm>
            <a:off x="8395920" y="1655640"/>
            <a:ext cx="12772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9" name="Shape 14"/>
          <p:cNvSpPr/>
          <p:nvPr/>
        </p:nvSpPr>
        <p:spPr>
          <a:xfrm>
            <a:off x="90360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0" name="Shape 15"/>
          <p:cNvSpPr/>
          <p:nvPr/>
        </p:nvSpPr>
        <p:spPr>
          <a:xfrm>
            <a:off x="10773360" y="1655640"/>
            <a:ext cx="1277280" cy="50004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1" name="Text 16"/>
          <p:cNvSpPr/>
          <p:nvPr/>
        </p:nvSpPr>
        <p:spPr>
          <a:xfrm>
            <a:off x="10773360" y="1655640"/>
            <a:ext cx="12772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Shape 17"/>
          <p:cNvSpPr/>
          <p:nvPr/>
        </p:nvSpPr>
        <p:spPr>
          <a:xfrm>
            <a:off x="1141344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3" name="Shape 18"/>
          <p:cNvSpPr/>
          <p:nvPr/>
        </p:nvSpPr>
        <p:spPr>
          <a:xfrm>
            <a:off x="806400" y="2615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Text 19"/>
          <p:cNvSpPr/>
          <p:nvPr/>
        </p:nvSpPr>
        <p:spPr>
          <a:xfrm>
            <a:off x="806400" y="2323080"/>
            <a:ext cx="31060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5" name="Shape 20"/>
          <p:cNvSpPr/>
          <p:nvPr/>
        </p:nvSpPr>
        <p:spPr>
          <a:xfrm>
            <a:off x="3915360" y="3027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Text 21"/>
          <p:cNvSpPr/>
          <p:nvPr/>
        </p:nvSpPr>
        <p:spPr>
          <a:xfrm>
            <a:off x="3915360" y="2734560"/>
            <a:ext cx="2740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7" name="Shape 22"/>
          <p:cNvSpPr/>
          <p:nvPr/>
        </p:nvSpPr>
        <p:spPr>
          <a:xfrm>
            <a:off x="3915360" y="3438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23"/>
          <p:cNvSpPr/>
          <p:nvPr/>
        </p:nvSpPr>
        <p:spPr>
          <a:xfrm>
            <a:off x="3915360" y="3146040"/>
            <a:ext cx="51177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Shape 24"/>
          <p:cNvSpPr/>
          <p:nvPr/>
        </p:nvSpPr>
        <p:spPr>
          <a:xfrm flipH="1">
            <a:off x="806400" y="3850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0" name="Text 25"/>
          <p:cNvSpPr/>
          <p:nvPr/>
        </p:nvSpPr>
        <p:spPr>
          <a:xfrm>
            <a:off x="806400" y="3557520"/>
            <a:ext cx="31060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</a:t>
            </a: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0</a:t>
            </a: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0</a:t>
            </a: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O</a:t>
            </a: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K</a:t>
            </a: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s</a:t>
            </a: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t</a:t>
            </a: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a</a:t>
            </a: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t</a:t>
            </a: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u</a:t>
            </a: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s</a:t>
            </a: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S</a:t>
            </a: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N</a:t>
            </a: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Shape 26"/>
          <p:cNvSpPr/>
          <p:nvPr/>
        </p:nvSpPr>
        <p:spPr>
          <a:xfrm flipH="1">
            <a:off x="9036000" y="4307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2" name="Text 27"/>
          <p:cNvSpPr/>
          <p:nvPr/>
        </p:nvSpPr>
        <p:spPr>
          <a:xfrm>
            <a:off x="9036000" y="4014720"/>
            <a:ext cx="23745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Shape 28"/>
          <p:cNvSpPr/>
          <p:nvPr/>
        </p:nvSpPr>
        <p:spPr>
          <a:xfrm>
            <a:off x="9036000" y="4718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4" name="Text 29"/>
          <p:cNvSpPr/>
          <p:nvPr/>
        </p:nvSpPr>
        <p:spPr>
          <a:xfrm>
            <a:off x="9036000" y="4426200"/>
            <a:ext cx="23745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Shape 30"/>
          <p:cNvSpPr/>
          <p:nvPr/>
        </p:nvSpPr>
        <p:spPr>
          <a:xfrm>
            <a:off x="548640" y="5313240"/>
            <a:ext cx="11061360" cy="95724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6" name="Text 31"/>
          <p:cNvSpPr/>
          <p:nvPr/>
        </p:nvSpPr>
        <p:spPr>
          <a:xfrm>
            <a:off x="777240" y="5404680"/>
            <a:ext cx="106041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 un service REST (pas de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pub/sub TCP) : on poll la clé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latest:chat:* depuis l'endpoint SSE,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qui reste compatible avec Vercel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serverless et suffit pour le volume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projet. Roadmap : Redis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classique en pub/sub si la charge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8" name="Text 32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37873 -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CDA  ·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Christoph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33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3" name="Shape 3"/>
          <p:cNvSpPr/>
          <p:nvPr/>
        </p:nvSpPr>
        <p:spPr>
          <a:xfrm>
            <a:off x="548640" y="1691640"/>
            <a:ext cx="7312320" cy="456912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4" name="Shape 4"/>
          <p:cNvSpPr/>
          <p:nvPr/>
        </p:nvSpPr>
        <p:spPr>
          <a:xfrm>
            <a:off x="777240" y="1874520"/>
            <a:ext cx="134280" cy="1342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5" name="Shape 5"/>
          <p:cNvSpPr/>
          <p:nvPr/>
        </p:nvSpPr>
        <p:spPr>
          <a:xfrm>
            <a:off x="960120" y="1874520"/>
            <a:ext cx="134280" cy="1342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6" name="Shape 6"/>
          <p:cNvSpPr/>
          <p:nvPr/>
        </p:nvSpPr>
        <p:spPr>
          <a:xfrm>
            <a:off x="1143000" y="1874520"/>
            <a:ext cx="134280" cy="1342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7" name="Text 7"/>
          <p:cNvSpPr/>
          <p:nvPr/>
        </p:nvSpPr>
        <p:spPr>
          <a:xfrm>
            <a:off x="1371600" y="1783080"/>
            <a:ext cx="5483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8" name="Text 8"/>
          <p:cNvSpPr/>
          <p:nvPr/>
        </p:nvSpPr>
        <p:spPr>
          <a:xfrm>
            <a:off x="777240" y="224028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Text 9"/>
          <p:cNvSpPr/>
          <p:nvPr/>
        </p:nvSpPr>
        <p:spPr>
          <a:xfrm>
            <a:off x="777240" y="238212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0" name="Text 10"/>
          <p:cNvSpPr/>
          <p:nvPr/>
        </p:nvSpPr>
        <p:spPr>
          <a:xfrm>
            <a:off x="777240" y="252360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</a:t>
            </a: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Response('Unauthorized', { status: </a:t>
            </a: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11"/>
          <p:cNvSpPr/>
          <p:nvPr/>
        </p:nvSpPr>
        <p:spPr>
          <a:xfrm>
            <a:off x="777240" y="266544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Text 12"/>
          <p:cNvSpPr/>
          <p:nvPr/>
        </p:nvSpPr>
        <p:spPr>
          <a:xfrm>
            <a:off x="777240" y="280728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3" name="Text 13"/>
          <p:cNvSpPr/>
          <p:nvPr/>
        </p:nvSpPr>
        <p:spPr>
          <a:xfrm>
            <a:off x="777240" y="294912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14"/>
          <p:cNvSpPr/>
          <p:nvPr/>
        </p:nvSpPr>
        <p:spPr>
          <a:xfrm>
            <a:off x="777240" y="309060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Text 15"/>
          <p:cNvSpPr/>
          <p:nvPr/>
        </p:nvSpPr>
        <p:spPr>
          <a:xfrm>
            <a:off x="777240" y="323244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6" name="Text 16"/>
          <p:cNvSpPr/>
          <p:nvPr/>
        </p:nvSpPr>
        <p:spPr>
          <a:xfrm>
            <a:off x="777240" y="337428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17"/>
          <p:cNvSpPr/>
          <p:nvPr/>
        </p:nvSpPr>
        <p:spPr>
          <a:xfrm>
            <a:off x="777240" y="351576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Text 18"/>
          <p:cNvSpPr/>
          <p:nvPr/>
        </p:nvSpPr>
        <p:spPr>
          <a:xfrm>
            <a:off x="777240" y="365760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9" name="Text 19"/>
          <p:cNvSpPr/>
          <p:nvPr/>
        </p:nvSpPr>
        <p:spPr>
          <a:xfrm>
            <a:off x="777240" y="379944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l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t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a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c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t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i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v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=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t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u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,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l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a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t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I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d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=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'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'</a:t>
            </a: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20"/>
          <p:cNvSpPr/>
          <p:nvPr/>
        </p:nvSpPr>
        <p:spPr>
          <a:xfrm>
            <a:off x="777240" y="394092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Text 21"/>
          <p:cNvSpPr/>
          <p:nvPr/>
        </p:nvSpPr>
        <p:spPr>
          <a:xfrm>
            <a:off x="777240" y="408276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2" name="Text 22"/>
          <p:cNvSpPr/>
          <p:nvPr/>
        </p:nvSpPr>
        <p:spPr>
          <a:xfrm>
            <a:off x="777240" y="422460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23"/>
          <p:cNvSpPr/>
          <p:nvPr/>
        </p:nvSpPr>
        <p:spPr>
          <a:xfrm>
            <a:off x="777240" y="436644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Text 24"/>
          <p:cNvSpPr/>
          <p:nvPr/>
        </p:nvSpPr>
        <p:spPr>
          <a:xfrm>
            <a:off x="777240" y="450792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5" name="Text 25"/>
          <p:cNvSpPr/>
          <p:nvPr/>
        </p:nvSpPr>
        <p:spPr>
          <a:xfrm>
            <a:off x="777240" y="464976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26"/>
          <p:cNvSpPr/>
          <p:nvPr/>
        </p:nvSpPr>
        <p:spPr>
          <a:xfrm>
            <a:off x="777240" y="479160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7" name="Text 27"/>
          <p:cNvSpPr/>
          <p:nvPr/>
        </p:nvSpPr>
        <p:spPr>
          <a:xfrm>
            <a:off x="777240" y="493308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8" name="Text 28"/>
          <p:cNvSpPr/>
          <p:nvPr/>
        </p:nvSpPr>
        <p:spPr>
          <a:xfrm>
            <a:off x="777240" y="507492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29"/>
          <p:cNvSpPr/>
          <p:nvPr/>
        </p:nvSpPr>
        <p:spPr>
          <a:xfrm>
            <a:off x="777240" y="521676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0" name="Text 30"/>
          <p:cNvSpPr/>
          <p:nvPr/>
        </p:nvSpPr>
        <p:spPr>
          <a:xfrm>
            <a:off x="777240" y="535824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31"/>
          <p:cNvSpPr/>
          <p:nvPr/>
        </p:nvSpPr>
        <p:spPr>
          <a:xfrm>
            <a:off x="777240" y="550008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Text 32"/>
          <p:cNvSpPr/>
          <p:nvPr/>
        </p:nvSpPr>
        <p:spPr>
          <a:xfrm>
            <a:off x="777240" y="564192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3" name="Text 33"/>
          <p:cNvSpPr/>
          <p:nvPr/>
        </p:nvSpPr>
        <p:spPr>
          <a:xfrm>
            <a:off x="777240" y="578376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4" name="Text 34"/>
          <p:cNvSpPr/>
          <p:nvPr/>
        </p:nvSpPr>
        <p:spPr>
          <a:xfrm>
            <a:off x="777240" y="592524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35"/>
          <p:cNvSpPr/>
          <p:nvPr/>
        </p:nvSpPr>
        <p:spPr>
          <a:xfrm>
            <a:off x="777240" y="6067080"/>
            <a:ext cx="6946560" cy="1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Shape 36"/>
          <p:cNvSpPr/>
          <p:nvPr/>
        </p:nvSpPr>
        <p:spPr>
          <a:xfrm>
            <a:off x="8092440" y="1691640"/>
            <a:ext cx="3517560" cy="456912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7" name="Text 37"/>
          <p:cNvSpPr/>
          <p:nvPr/>
        </p:nvSpPr>
        <p:spPr>
          <a:xfrm>
            <a:off x="8275320" y="1783080"/>
            <a:ext cx="3197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Shape 38"/>
          <p:cNvSpPr/>
          <p:nvPr/>
        </p:nvSpPr>
        <p:spPr>
          <a:xfrm>
            <a:off x="8275320" y="2240280"/>
            <a:ext cx="408600" cy="40860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9" name="Text 39"/>
          <p:cNvSpPr/>
          <p:nvPr/>
        </p:nvSpPr>
        <p:spPr>
          <a:xfrm>
            <a:off x="8275320" y="224028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40"/>
          <p:cNvSpPr/>
          <p:nvPr/>
        </p:nvSpPr>
        <p:spPr>
          <a:xfrm>
            <a:off x="8778240" y="219456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Shape 41"/>
          <p:cNvSpPr/>
          <p:nvPr/>
        </p:nvSpPr>
        <p:spPr>
          <a:xfrm>
            <a:off x="8275320" y="2880360"/>
            <a:ext cx="408600" cy="40860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2" name="Text 42"/>
          <p:cNvSpPr/>
          <p:nvPr/>
        </p:nvSpPr>
        <p:spPr>
          <a:xfrm>
            <a:off x="8275320" y="288036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43"/>
          <p:cNvSpPr/>
          <p:nvPr/>
        </p:nvSpPr>
        <p:spPr>
          <a:xfrm>
            <a:off x="8778240" y="283464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Shape 44"/>
          <p:cNvSpPr/>
          <p:nvPr/>
        </p:nvSpPr>
        <p:spPr>
          <a:xfrm>
            <a:off x="8275320" y="3520440"/>
            <a:ext cx="408600" cy="40860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5" name="Text 45"/>
          <p:cNvSpPr/>
          <p:nvPr/>
        </p:nvSpPr>
        <p:spPr>
          <a:xfrm>
            <a:off x="8275320" y="352044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46"/>
          <p:cNvSpPr/>
          <p:nvPr/>
        </p:nvSpPr>
        <p:spPr>
          <a:xfrm>
            <a:off x="8778240" y="347472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latest:chat:&lt;from&gt;:&lt;t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Shape 47"/>
          <p:cNvSpPr/>
          <p:nvPr/>
        </p:nvSpPr>
        <p:spPr>
          <a:xfrm>
            <a:off x="8275320" y="4160520"/>
            <a:ext cx="408600" cy="40860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8" name="Text 48"/>
          <p:cNvSpPr/>
          <p:nvPr/>
        </p:nvSpPr>
        <p:spPr>
          <a:xfrm>
            <a:off x="8275320" y="416052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Text 49"/>
          <p:cNvSpPr/>
          <p:nvPr/>
        </p:nvSpPr>
        <p:spPr>
          <a:xfrm>
            <a:off x="8778240" y="411480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0" name="Shape 50"/>
          <p:cNvSpPr/>
          <p:nvPr/>
        </p:nvSpPr>
        <p:spPr>
          <a:xfrm>
            <a:off x="8275320" y="4800600"/>
            <a:ext cx="408600" cy="40860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1" name="Text 51"/>
          <p:cNvSpPr/>
          <p:nvPr/>
        </p:nvSpPr>
        <p:spPr>
          <a:xfrm>
            <a:off x="8275320" y="480060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52"/>
          <p:cNvSpPr/>
          <p:nvPr/>
        </p:nvSpPr>
        <p:spPr>
          <a:xfrm>
            <a:off x="8778240" y="475488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Shape 53"/>
          <p:cNvSpPr/>
          <p:nvPr/>
        </p:nvSpPr>
        <p:spPr>
          <a:xfrm>
            <a:off x="8275320" y="5440680"/>
            <a:ext cx="408600" cy="40860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4" name="Text 54"/>
          <p:cNvSpPr/>
          <p:nvPr/>
        </p:nvSpPr>
        <p:spPr>
          <a:xfrm>
            <a:off x="8275320" y="544068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Text 55"/>
          <p:cNvSpPr/>
          <p:nvPr/>
        </p:nvSpPr>
        <p:spPr>
          <a:xfrm>
            <a:off x="8778240" y="539496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7" name="Text 56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 57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Shape 3"/>
          <p:cNvSpPr/>
          <p:nvPr/>
        </p:nvSpPr>
        <p:spPr>
          <a:xfrm>
            <a:off x="457200" y="1691640"/>
            <a:ext cx="3654720" cy="22374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3" name="Shape 4"/>
          <p:cNvSpPr/>
          <p:nvPr/>
        </p:nvSpPr>
        <p:spPr>
          <a:xfrm>
            <a:off x="457200" y="1691640"/>
            <a:ext cx="70200" cy="22374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4" name="Text 5"/>
          <p:cNvSpPr/>
          <p:nvPr/>
        </p:nvSpPr>
        <p:spPr>
          <a:xfrm>
            <a:off x="685800" y="178308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5" name="Shape 6"/>
          <p:cNvSpPr/>
          <p:nvPr/>
        </p:nvSpPr>
        <p:spPr>
          <a:xfrm>
            <a:off x="685800" y="219456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6" name="Text 7"/>
          <p:cNvSpPr/>
          <p:nvPr/>
        </p:nvSpPr>
        <p:spPr>
          <a:xfrm>
            <a:off x="685800" y="219456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Text 8"/>
          <p:cNvSpPr/>
          <p:nvPr/>
        </p:nvSpPr>
        <p:spPr>
          <a:xfrm>
            <a:off x="1325880" y="219456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8" name="Shape 9"/>
          <p:cNvSpPr/>
          <p:nvPr/>
        </p:nvSpPr>
        <p:spPr>
          <a:xfrm>
            <a:off x="685800" y="260604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9" name="Text 10"/>
          <p:cNvSpPr/>
          <p:nvPr/>
        </p:nvSpPr>
        <p:spPr>
          <a:xfrm>
            <a:off x="685800" y="260604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0" name="Text 11"/>
          <p:cNvSpPr/>
          <p:nvPr/>
        </p:nvSpPr>
        <p:spPr>
          <a:xfrm>
            <a:off x="1325880" y="260604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1" name="Shape 12"/>
          <p:cNvSpPr/>
          <p:nvPr/>
        </p:nvSpPr>
        <p:spPr>
          <a:xfrm>
            <a:off x="685800" y="301752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2" name="Text 13"/>
          <p:cNvSpPr/>
          <p:nvPr/>
        </p:nvSpPr>
        <p:spPr>
          <a:xfrm>
            <a:off x="685800" y="301752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3" name="Text 14"/>
          <p:cNvSpPr/>
          <p:nvPr/>
        </p:nvSpPr>
        <p:spPr>
          <a:xfrm>
            <a:off x="1325880" y="301752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4" name="Shape 15"/>
          <p:cNvSpPr/>
          <p:nvPr/>
        </p:nvSpPr>
        <p:spPr>
          <a:xfrm>
            <a:off x="685800" y="342900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5" name="Text 16"/>
          <p:cNvSpPr/>
          <p:nvPr/>
        </p:nvSpPr>
        <p:spPr>
          <a:xfrm>
            <a:off x="685800" y="342900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Text 17"/>
          <p:cNvSpPr/>
          <p:nvPr/>
        </p:nvSpPr>
        <p:spPr>
          <a:xfrm>
            <a:off x="1325880" y="342900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7" name="Shape 18"/>
          <p:cNvSpPr/>
          <p:nvPr/>
        </p:nvSpPr>
        <p:spPr>
          <a:xfrm>
            <a:off x="4251960" y="1691640"/>
            <a:ext cx="3654720" cy="22374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Shape 19"/>
          <p:cNvSpPr/>
          <p:nvPr/>
        </p:nvSpPr>
        <p:spPr>
          <a:xfrm>
            <a:off x="4251960" y="1691640"/>
            <a:ext cx="70200" cy="2237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Text 20"/>
          <p:cNvSpPr/>
          <p:nvPr/>
        </p:nvSpPr>
        <p:spPr>
          <a:xfrm>
            <a:off x="4480560" y="178308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0" name="Shape 21"/>
          <p:cNvSpPr/>
          <p:nvPr/>
        </p:nvSpPr>
        <p:spPr>
          <a:xfrm>
            <a:off x="4480560" y="219456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1" name="Text 22"/>
          <p:cNvSpPr/>
          <p:nvPr/>
        </p:nvSpPr>
        <p:spPr>
          <a:xfrm>
            <a:off x="4480560" y="219456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 23"/>
          <p:cNvSpPr/>
          <p:nvPr/>
        </p:nvSpPr>
        <p:spPr>
          <a:xfrm>
            <a:off x="5120640" y="219456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Shape 24"/>
          <p:cNvSpPr/>
          <p:nvPr/>
        </p:nvSpPr>
        <p:spPr>
          <a:xfrm>
            <a:off x="4480560" y="260604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4" name="Text 25"/>
          <p:cNvSpPr/>
          <p:nvPr/>
        </p:nvSpPr>
        <p:spPr>
          <a:xfrm>
            <a:off x="4480560" y="260604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 26"/>
          <p:cNvSpPr/>
          <p:nvPr/>
        </p:nvSpPr>
        <p:spPr>
          <a:xfrm>
            <a:off x="5120640" y="260604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Shape 27"/>
          <p:cNvSpPr/>
          <p:nvPr/>
        </p:nvSpPr>
        <p:spPr>
          <a:xfrm>
            <a:off x="4480560" y="301752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7" name="Text 28"/>
          <p:cNvSpPr/>
          <p:nvPr/>
        </p:nvSpPr>
        <p:spPr>
          <a:xfrm>
            <a:off x="4480560" y="301752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 29"/>
          <p:cNvSpPr/>
          <p:nvPr/>
        </p:nvSpPr>
        <p:spPr>
          <a:xfrm>
            <a:off x="5120640" y="301752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api/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priva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te/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frien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d-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reque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Shape 30"/>
          <p:cNvSpPr/>
          <p:nvPr/>
        </p:nvSpPr>
        <p:spPr>
          <a:xfrm>
            <a:off x="4480560" y="342900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0" name="Text 31"/>
          <p:cNvSpPr/>
          <p:nvPr/>
        </p:nvSpPr>
        <p:spPr>
          <a:xfrm>
            <a:off x="4480560" y="342900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 32"/>
          <p:cNvSpPr/>
          <p:nvPr/>
        </p:nvSpPr>
        <p:spPr>
          <a:xfrm>
            <a:off x="5120640" y="342900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Shape 33"/>
          <p:cNvSpPr/>
          <p:nvPr/>
        </p:nvSpPr>
        <p:spPr>
          <a:xfrm>
            <a:off x="8046720" y="1691640"/>
            <a:ext cx="3654720" cy="22374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3" name="Shape 34"/>
          <p:cNvSpPr/>
          <p:nvPr/>
        </p:nvSpPr>
        <p:spPr>
          <a:xfrm>
            <a:off x="8046720" y="1691640"/>
            <a:ext cx="70200" cy="22374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4" name="Text 35"/>
          <p:cNvSpPr/>
          <p:nvPr/>
        </p:nvSpPr>
        <p:spPr>
          <a:xfrm>
            <a:off x="8275320" y="178308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Shape 36"/>
          <p:cNvSpPr/>
          <p:nvPr/>
        </p:nvSpPr>
        <p:spPr>
          <a:xfrm>
            <a:off x="8275320" y="219456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6" name="Text 37"/>
          <p:cNvSpPr/>
          <p:nvPr/>
        </p:nvSpPr>
        <p:spPr>
          <a:xfrm>
            <a:off x="8275320" y="219456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 38"/>
          <p:cNvSpPr/>
          <p:nvPr/>
        </p:nvSpPr>
        <p:spPr>
          <a:xfrm>
            <a:off x="8915400" y="219456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Shape 39"/>
          <p:cNvSpPr/>
          <p:nvPr/>
        </p:nvSpPr>
        <p:spPr>
          <a:xfrm>
            <a:off x="8275320" y="260604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9" name="Text 40"/>
          <p:cNvSpPr/>
          <p:nvPr/>
        </p:nvSpPr>
        <p:spPr>
          <a:xfrm>
            <a:off x="8275320" y="260604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 41"/>
          <p:cNvSpPr/>
          <p:nvPr/>
        </p:nvSpPr>
        <p:spPr>
          <a:xfrm>
            <a:off x="8915400" y="260604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Shape 42"/>
          <p:cNvSpPr/>
          <p:nvPr/>
        </p:nvSpPr>
        <p:spPr>
          <a:xfrm>
            <a:off x="8275320" y="301752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 43"/>
          <p:cNvSpPr/>
          <p:nvPr/>
        </p:nvSpPr>
        <p:spPr>
          <a:xfrm>
            <a:off x="8275320" y="301752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Text 44"/>
          <p:cNvSpPr/>
          <p:nvPr/>
        </p:nvSpPr>
        <p:spPr>
          <a:xfrm>
            <a:off x="8915400" y="301752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4" name="Shape 45"/>
          <p:cNvSpPr/>
          <p:nvPr/>
        </p:nvSpPr>
        <p:spPr>
          <a:xfrm>
            <a:off x="8275320" y="342900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5" name="Text 46"/>
          <p:cNvSpPr/>
          <p:nvPr/>
        </p:nvSpPr>
        <p:spPr>
          <a:xfrm>
            <a:off x="8275320" y="342900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Text 47"/>
          <p:cNvSpPr/>
          <p:nvPr/>
        </p:nvSpPr>
        <p:spPr>
          <a:xfrm>
            <a:off x="8915400" y="342900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7" name="Shape 48"/>
          <p:cNvSpPr/>
          <p:nvPr/>
        </p:nvSpPr>
        <p:spPr>
          <a:xfrm>
            <a:off x="457200" y="4069080"/>
            <a:ext cx="3654720" cy="22374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8" name="Shape 49"/>
          <p:cNvSpPr/>
          <p:nvPr/>
        </p:nvSpPr>
        <p:spPr>
          <a:xfrm>
            <a:off x="457200" y="4069080"/>
            <a:ext cx="70200" cy="22374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9" name="Text 50"/>
          <p:cNvSpPr/>
          <p:nvPr/>
        </p:nvSpPr>
        <p:spPr>
          <a:xfrm>
            <a:off x="685800" y="416052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0" name="Shape 51"/>
          <p:cNvSpPr/>
          <p:nvPr/>
        </p:nvSpPr>
        <p:spPr>
          <a:xfrm>
            <a:off x="685800" y="457200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1" name="Text 52"/>
          <p:cNvSpPr/>
          <p:nvPr/>
        </p:nvSpPr>
        <p:spPr>
          <a:xfrm>
            <a:off x="685800" y="457200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Text 53"/>
          <p:cNvSpPr/>
          <p:nvPr/>
        </p:nvSpPr>
        <p:spPr>
          <a:xfrm>
            <a:off x="1325880" y="457200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3" name="Shape 54"/>
          <p:cNvSpPr/>
          <p:nvPr/>
        </p:nvSpPr>
        <p:spPr>
          <a:xfrm>
            <a:off x="685800" y="498348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4" name="Text 55"/>
          <p:cNvSpPr/>
          <p:nvPr/>
        </p:nvSpPr>
        <p:spPr>
          <a:xfrm>
            <a:off x="685800" y="498348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Text 56"/>
          <p:cNvSpPr/>
          <p:nvPr/>
        </p:nvSpPr>
        <p:spPr>
          <a:xfrm>
            <a:off x="1325880" y="498348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6" name="Shape 57"/>
          <p:cNvSpPr/>
          <p:nvPr/>
        </p:nvSpPr>
        <p:spPr>
          <a:xfrm>
            <a:off x="685800" y="539496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7" name="Text 58"/>
          <p:cNvSpPr/>
          <p:nvPr/>
        </p:nvSpPr>
        <p:spPr>
          <a:xfrm>
            <a:off x="685800" y="539496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 59"/>
          <p:cNvSpPr/>
          <p:nvPr/>
        </p:nvSpPr>
        <p:spPr>
          <a:xfrm>
            <a:off x="1325880" y="539496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Shape 60"/>
          <p:cNvSpPr/>
          <p:nvPr/>
        </p:nvSpPr>
        <p:spPr>
          <a:xfrm>
            <a:off x="685800" y="580644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0" name="Text 61"/>
          <p:cNvSpPr/>
          <p:nvPr/>
        </p:nvSpPr>
        <p:spPr>
          <a:xfrm>
            <a:off x="685800" y="580644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1" name="Text 62"/>
          <p:cNvSpPr/>
          <p:nvPr/>
        </p:nvSpPr>
        <p:spPr>
          <a:xfrm>
            <a:off x="1325880" y="580644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2" name="Shape 63"/>
          <p:cNvSpPr/>
          <p:nvPr/>
        </p:nvSpPr>
        <p:spPr>
          <a:xfrm>
            <a:off x="4251960" y="4069080"/>
            <a:ext cx="3654720" cy="22374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3" name="Shape 64"/>
          <p:cNvSpPr/>
          <p:nvPr/>
        </p:nvSpPr>
        <p:spPr>
          <a:xfrm>
            <a:off x="4251960" y="4069080"/>
            <a:ext cx="70200" cy="22374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4" name="Text 65"/>
          <p:cNvSpPr/>
          <p:nvPr/>
        </p:nvSpPr>
        <p:spPr>
          <a:xfrm>
            <a:off x="4480560" y="416052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5" name="Shape 66"/>
          <p:cNvSpPr/>
          <p:nvPr/>
        </p:nvSpPr>
        <p:spPr>
          <a:xfrm>
            <a:off x="4480560" y="457200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 67"/>
          <p:cNvSpPr/>
          <p:nvPr/>
        </p:nvSpPr>
        <p:spPr>
          <a:xfrm>
            <a:off x="4480560" y="457200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 68"/>
          <p:cNvSpPr/>
          <p:nvPr/>
        </p:nvSpPr>
        <p:spPr>
          <a:xfrm>
            <a:off x="5120640" y="457200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Shape 69"/>
          <p:cNvSpPr/>
          <p:nvPr/>
        </p:nvSpPr>
        <p:spPr>
          <a:xfrm>
            <a:off x="4480560" y="498348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9" name="Text 70"/>
          <p:cNvSpPr/>
          <p:nvPr/>
        </p:nvSpPr>
        <p:spPr>
          <a:xfrm>
            <a:off x="4480560" y="498348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 71"/>
          <p:cNvSpPr/>
          <p:nvPr/>
        </p:nvSpPr>
        <p:spPr>
          <a:xfrm>
            <a:off x="5120640" y="498348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Shape 72"/>
          <p:cNvSpPr/>
          <p:nvPr/>
        </p:nvSpPr>
        <p:spPr>
          <a:xfrm>
            <a:off x="4480560" y="539496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2" name="Text 73"/>
          <p:cNvSpPr/>
          <p:nvPr/>
        </p:nvSpPr>
        <p:spPr>
          <a:xfrm>
            <a:off x="4480560" y="539496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 74"/>
          <p:cNvSpPr/>
          <p:nvPr/>
        </p:nvSpPr>
        <p:spPr>
          <a:xfrm>
            <a:off x="5120640" y="539496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Shape 75"/>
          <p:cNvSpPr/>
          <p:nvPr/>
        </p:nvSpPr>
        <p:spPr>
          <a:xfrm>
            <a:off x="4480560" y="580644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5" name="Text 76"/>
          <p:cNvSpPr/>
          <p:nvPr/>
        </p:nvSpPr>
        <p:spPr>
          <a:xfrm>
            <a:off x="4480560" y="580644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 77"/>
          <p:cNvSpPr/>
          <p:nvPr/>
        </p:nvSpPr>
        <p:spPr>
          <a:xfrm>
            <a:off x="5120640" y="580644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Shape 78"/>
          <p:cNvSpPr/>
          <p:nvPr/>
        </p:nvSpPr>
        <p:spPr>
          <a:xfrm>
            <a:off x="8046720" y="4069080"/>
            <a:ext cx="3654720" cy="22374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8" name="Shape 79"/>
          <p:cNvSpPr/>
          <p:nvPr/>
        </p:nvSpPr>
        <p:spPr>
          <a:xfrm>
            <a:off x="8046720" y="4069080"/>
            <a:ext cx="70200" cy="223740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9" name="Text 80"/>
          <p:cNvSpPr/>
          <p:nvPr/>
        </p:nvSpPr>
        <p:spPr>
          <a:xfrm>
            <a:off x="8275320" y="4160520"/>
            <a:ext cx="32889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Shape 81"/>
          <p:cNvSpPr/>
          <p:nvPr/>
        </p:nvSpPr>
        <p:spPr>
          <a:xfrm>
            <a:off x="8275320" y="457200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Text 82"/>
          <p:cNvSpPr/>
          <p:nvPr/>
        </p:nvSpPr>
        <p:spPr>
          <a:xfrm>
            <a:off x="8275320" y="457200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2" name="Text 83"/>
          <p:cNvSpPr/>
          <p:nvPr/>
        </p:nvSpPr>
        <p:spPr>
          <a:xfrm>
            <a:off x="8915400" y="457200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Shape 84"/>
          <p:cNvSpPr/>
          <p:nvPr/>
        </p:nvSpPr>
        <p:spPr>
          <a:xfrm>
            <a:off x="8275320" y="498348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4" name="Text 85"/>
          <p:cNvSpPr/>
          <p:nvPr/>
        </p:nvSpPr>
        <p:spPr>
          <a:xfrm>
            <a:off x="8275320" y="498348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 86"/>
          <p:cNvSpPr/>
          <p:nvPr/>
        </p:nvSpPr>
        <p:spPr>
          <a:xfrm>
            <a:off x="8915400" y="498348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Shape 87"/>
          <p:cNvSpPr/>
          <p:nvPr/>
        </p:nvSpPr>
        <p:spPr>
          <a:xfrm>
            <a:off x="8275320" y="539496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7" name="Text 88"/>
          <p:cNvSpPr/>
          <p:nvPr/>
        </p:nvSpPr>
        <p:spPr>
          <a:xfrm>
            <a:off x="8275320" y="539496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 89"/>
          <p:cNvSpPr/>
          <p:nvPr/>
        </p:nvSpPr>
        <p:spPr>
          <a:xfrm>
            <a:off x="8915400" y="539496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Shape 90"/>
          <p:cNvSpPr/>
          <p:nvPr/>
        </p:nvSpPr>
        <p:spPr>
          <a:xfrm>
            <a:off x="8275320" y="5806440"/>
            <a:ext cx="591480" cy="28980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0" name="Text 91"/>
          <p:cNvSpPr/>
          <p:nvPr/>
        </p:nvSpPr>
        <p:spPr>
          <a:xfrm>
            <a:off x="8275320" y="5806440"/>
            <a:ext cx="5914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 92"/>
          <p:cNvSpPr/>
          <p:nvPr/>
        </p:nvSpPr>
        <p:spPr>
          <a:xfrm>
            <a:off x="8915400" y="5806440"/>
            <a:ext cx="26488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3" name="Text 93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 94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8" name="Shape 3"/>
          <p:cNvSpPr/>
          <p:nvPr/>
        </p:nvSpPr>
        <p:spPr>
          <a:xfrm>
            <a:off x="548640" y="1691640"/>
            <a:ext cx="7312320" cy="456912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9" name="Shape 4"/>
          <p:cNvSpPr/>
          <p:nvPr/>
        </p:nvSpPr>
        <p:spPr>
          <a:xfrm>
            <a:off x="777240" y="1874520"/>
            <a:ext cx="134280" cy="1342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0" name="Shape 5"/>
          <p:cNvSpPr/>
          <p:nvPr/>
        </p:nvSpPr>
        <p:spPr>
          <a:xfrm>
            <a:off x="960120" y="1874520"/>
            <a:ext cx="134280" cy="1342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Shape 6"/>
          <p:cNvSpPr/>
          <p:nvPr/>
        </p:nvSpPr>
        <p:spPr>
          <a:xfrm>
            <a:off x="1143000" y="1874520"/>
            <a:ext cx="134280" cy="1342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2" name="Text 7"/>
          <p:cNvSpPr/>
          <p:nvPr/>
        </p:nvSpPr>
        <p:spPr>
          <a:xfrm>
            <a:off x="1371600" y="1783080"/>
            <a:ext cx="5483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Text 8"/>
          <p:cNvSpPr/>
          <p:nvPr/>
        </p:nvSpPr>
        <p:spPr>
          <a:xfrm>
            <a:off x="777240" y="224028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4" name="Text 9"/>
          <p:cNvSpPr/>
          <p:nvPr/>
        </p:nvSpPr>
        <p:spPr>
          <a:xfrm>
            <a:off x="777240" y="245052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5" name="Text 10"/>
          <p:cNvSpPr/>
          <p:nvPr/>
        </p:nvSpPr>
        <p:spPr>
          <a:xfrm>
            <a:off x="777240" y="266076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 11"/>
          <p:cNvSpPr/>
          <p:nvPr/>
        </p:nvSpPr>
        <p:spPr>
          <a:xfrm>
            <a:off x="777240" y="287136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 12"/>
          <p:cNvSpPr/>
          <p:nvPr/>
        </p:nvSpPr>
        <p:spPr>
          <a:xfrm>
            <a:off x="777240" y="308160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 13"/>
          <p:cNvSpPr/>
          <p:nvPr/>
        </p:nvSpPr>
        <p:spPr>
          <a:xfrm>
            <a:off x="777240" y="329184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Text 14"/>
          <p:cNvSpPr/>
          <p:nvPr/>
        </p:nvSpPr>
        <p:spPr>
          <a:xfrm>
            <a:off x="777240" y="350208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0" name="Text 15"/>
          <p:cNvSpPr/>
          <p:nvPr/>
        </p:nvSpPr>
        <p:spPr>
          <a:xfrm>
            <a:off x="777240" y="371232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1" name="Text 16"/>
          <p:cNvSpPr/>
          <p:nvPr/>
        </p:nvSpPr>
        <p:spPr>
          <a:xfrm>
            <a:off x="777240" y="392292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 17"/>
          <p:cNvSpPr/>
          <p:nvPr/>
        </p:nvSpPr>
        <p:spPr>
          <a:xfrm>
            <a:off x="777240" y="413316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 18"/>
          <p:cNvSpPr/>
          <p:nvPr/>
        </p:nvSpPr>
        <p:spPr>
          <a:xfrm>
            <a:off x="777240" y="434340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 19"/>
          <p:cNvSpPr/>
          <p:nvPr/>
        </p:nvSpPr>
        <p:spPr>
          <a:xfrm>
            <a:off x="777240" y="455364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c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o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n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t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h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a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r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=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n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w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H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a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r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(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r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q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h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a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r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)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Text 20"/>
          <p:cNvSpPr/>
          <p:nvPr/>
        </p:nvSpPr>
        <p:spPr>
          <a:xfrm>
            <a:off x="777240" y="476388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6" name="Text 21"/>
          <p:cNvSpPr/>
          <p:nvPr/>
        </p:nvSpPr>
        <p:spPr>
          <a:xfrm>
            <a:off x="777240" y="497448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7" name="Text 22"/>
          <p:cNvSpPr/>
          <p:nvPr/>
        </p:nvSpPr>
        <p:spPr>
          <a:xfrm>
            <a:off x="777240" y="518472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 23"/>
          <p:cNvSpPr/>
          <p:nvPr/>
        </p:nvSpPr>
        <p:spPr>
          <a:xfrm>
            <a:off x="777240" y="539496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 24"/>
          <p:cNvSpPr/>
          <p:nvPr/>
        </p:nvSpPr>
        <p:spPr>
          <a:xfrm>
            <a:off x="777240" y="560520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 25"/>
          <p:cNvSpPr/>
          <p:nvPr/>
        </p:nvSpPr>
        <p:spPr>
          <a:xfrm>
            <a:off x="777240" y="5815440"/>
            <a:ext cx="694656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Shape 26"/>
          <p:cNvSpPr/>
          <p:nvPr/>
        </p:nvSpPr>
        <p:spPr>
          <a:xfrm>
            <a:off x="8092440" y="1691640"/>
            <a:ext cx="3517560" cy="456912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Text 27"/>
          <p:cNvSpPr/>
          <p:nvPr/>
        </p:nvSpPr>
        <p:spPr>
          <a:xfrm>
            <a:off x="8275320" y="1783080"/>
            <a:ext cx="3197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3" name="Shape 28"/>
          <p:cNvSpPr/>
          <p:nvPr/>
        </p:nvSpPr>
        <p:spPr>
          <a:xfrm>
            <a:off x="8275320" y="2240280"/>
            <a:ext cx="408600" cy="40860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4" name="Text 29"/>
          <p:cNvSpPr/>
          <p:nvPr/>
        </p:nvSpPr>
        <p:spPr>
          <a:xfrm>
            <a:off x="8275320" y="2204280"/>
            <a:ext cx="408600" cy="44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 30"/>
          <p:cNvSpPr/>
          <p:nvPr/>
        </p:nvSpPr>
        <p:spPr>
          <a:xfrm>
            <a:off x="8778240" y="219456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Shape 31"/>
          <p:cNvSpPr/>
          <p:nvPr/>
        </p:nvSpPr>
        <p:spPr>
          <a:xfrm>
            <a:off x="8275320" y="2880360"/>
            <a:ext cx="408600" cy="40860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7" name="Text 32"/>
          <p:cNvSpPr/>
          <p:nvPr/>
        </p:nvSpPr>
        <p:spPr>
          <a:xfrm>
            <a:off x="8275320" y="2808360"/>
            <a:ext cx="4086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8" name="Text 33"/>
          <p:cNvSpPr/>
          <p:nvPr/>
        </p:nvSpPr>
        <p:spPr>
          <a:xfrm>
            <a:off x="8778240" y="283464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Shape 34"/>
          <p:cNvSpPr/>
          <p:nvPr/>
        </p:nvSpPr>
        <p:spPr>
          <a:xfrm>
            <a:off x="8275320" y="3520440"/>
            <a:ext cx="408600" cy="40860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 35"/>
          <p:cNvSpPr/>
          <p:nvPr/>
        </p:nvSpPr>
        <p:spPr>
          <a:xfrm>
            <a:off x="8275320" y="352044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 36"/>
          <p:cNvSpPr/>
          <p:nvPr/>
        </p:nvSpPr>
        <p:spPr>
          <a:xfrm>
            <a:off x="8778240" y="347472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Shape 37"/>
          <p:cNvSpPr/>
          <p:nvPr/>
        </p:nvSpPr>
        <p:spPr>
          <a:xfrm>
            <a:off x="8275320" y="4160520"/>
            <a:ext cx="408600" cy="40860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 38"/>
          <p:cNvSpPr/>
          <p:nvPr/>
        </p:nvSpPr>
        <p:spPr>
          <a:xfrm>
            <a:off x="8275320" y="416052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 39"/>
          <p:cNvSpPr/>
          <p:nvPr/>
        </p:nvSpPr>
        <p:spPr>
          <a:xfrm>
            <a:off x="8778240" y="411480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Shape 40"/>
          <p:cNvSpPr/>
          <p:nvPr/>
        </p:nvSpPr>
        <p:spPr>
          <a:xfrm>
            <a:off x="8275320" y="4800600"/>
            <a:ext cx="408600" cy="40860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 41"/>
          <p:cNvSpPr/>
          <p:nvPr/>
        </p:nvSpPr>
        <p:spPr>
          <a:xfrm>
            <a:off x="8275320" y="480060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 42"/>
          <p:cNvSpPr/>
          <p:nvPr/>
        </p:nvSpPr>
        <p:spPr>
          <a:xfrm>
            <a:off x="8778240" y="475488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x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Shape 43"/>
          <p:cNvSpPr/>
          <p:nvPr/>
        </p:nvSpPr>
        <p:spPr>
          <a:xfrm>
            <a:off x="8275320" y="5440680"/>
            <a:ext cx="408600" cy="40860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 44"/>
          <p:cNvSpPr/>
          <p:nvPr/>
        </p:nvSpPr>
        <p:spPr>
          <a:xfrm>
            <a:off x="8275320" y="5224680"/>
            <a:ext cx="408600" cy="83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 45"/>
          <p:cNvSpPr/>
          <p:nvPr/>
        </p:nvSpPr>
        <p:spPr>
          <a:xfrm>
            <a:off x="8778240" y="539496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2" name="Text 46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 47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7" name="Shape 3"/>
          <p:cNvSpPr/>
          <p:nvPr/>
        </p:nvSpPr>
        <p:spPr>
          <a:xfrm>
            <a:off x="548640" y="1691640"/>
            <a:ext cx="5529240" cy="456912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8" name="Text 4"/>
          <p:cNvSpPr/>
          <p:nvPr/>
        </p:nvSpPr>
        <p:spPr>
          <a:xfrm>
            <a:off x="731520" y="1783080"/>
            <a:ext cx="5026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5"/>
          <p:cNvSpPr/>
          <p:nvPr/>
        </p:nvSpPr>
        <p:spPr>
          <a:xfrm>
            <a:off x="777240" y="2194560"/>
            <a:ext cx="36288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Text 6"/>
          <p:cNvSpPr/>
          <p:nvPr/>
        </p:nvSpPr>
        <p:spPr>
          <a:xfrm>
            <a:off x="1188720" y="219456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1" name="Text 7"/>
          <p:cNvSpPr/>
          <p:nvPr/>
        </p:nvSpPr>
        <p:spPr>
          <a:xfrm>
            <a:off x="777240" y="2743200"/>
            <a:ext cx="36288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2" name="Text 8"/>
          <p:cNvSpPr/>
          <p:nvPr/>
        </p:nvSpPr>
        <p:spPr>
          <a:xfrm>
            <a:off x="1188720" y="274320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Text 9"/>
          <p:cNvSpPr/>
          <p:nvPr/>
        </p:nvSpPr>
        <p:spPr>
          <a:xfrm>
            <a:off x="777240" y="3291840"/>
            <a:ext cx="36288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4" name="Text 10"/>
          <p:cNvSpPr/>
          <p:nvPr/>
        </p:nvSpPr>
        <p:spPr>
          <a:xfrm>
            <a:off x="1188720" y="329184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Text 11"/>
          <p:cNvSpPr/>
          <p:nvPr/>
        </p:nvSpPr>
        <p:spPr>
          <a:xfrm>
            <a:off x="777240" y="3840480"/>
            <a:ext cx="36288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6" name="Text 12"/>
          <p:cNvSpPr/>
          <p:nvPr/>
        </p:nvSpPr>
        <p:spPr>
          <a:xfrm>
            <a:off x="1188720" y="384048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Text 13"/>
          <p:cNvSpPr/>
          <p:nvPr/>
        </p:nvSpPr>
        <p:spPr>
          <a:xfrm>
            <a:off x="777240" y="4389120"/>
            <a:ext cx="36288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8" name="Text 14"/>
          <p:cNvSpPr/>
          <p:nvPr/>
        </p:nvSpPr>
        <p:spPr>
          <a:xfrm>
            <a:off x="1188720" y="438912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Text 15"/>
          <p:cNvSpPr/>
          <p:nvPr/>
        </p:nvSpPr>
        <p:spPr>
          <a:xfrm>
            <a:off x="777240" y="4937760"/>
            <a:ext cx="36288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0" name="Text 16"/>
          <p:cNvSpPr/>
          <p:nvPr/>
        </p:nvSpPr>
        <p:spPr>
          <a:xfrm>
            <a:off x="1188720" y="493776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—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.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Text 17"/>
          <p:cNvSpPr/>
          <p:nvPr/>
        </p:nvSpPr>
        <p:spPr>
          <a:xfrm>
            <a:off x="777240" y="5486400"/>
            <a:ext cx="36288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2" name="Text 18"/>
          <p:cNvSpPr/>
          <p:nvPr/>
        </p:nvSpPr>
        <p:spPr>
          <a:xfrm>
            <a:off x="1188720" y="548640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Shape 19"/>
          <p:cNvSpPr/>
          <p:nvPr/>
        </p:nvSpPr>
        <p:spPr>
          <a:xfrm>
            <a:off x="6263640" y="1691640"/>
            <a:ext cx="5529240" cy="456912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4" name="Text 20"/>
          <p:cNvSpPr/>
          <p:nvPr/>
        </p:nvSpPr>
        <p:spPr>
          <a:xfrm>
            <a:off x="6446520" y="1783080"/>
            <a:ext cx="5026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5" name="Text 21"/>
          <p:cNvSpPr/>
          <p:nvPr/>
        </p:nvSpPr>
        <p:spPr>
          <a:xfrm>
            <a:off x="6446520" y="2194560"/>
            <a:ext cx="5026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Text 22"/>
          <p:cNvSpPr/>
          <p:nvPr/>
        </p:nvSpPr>
        <p:spPr>
          <a:xfrm>
            <a:off x="6446520" y="2468880"/>
            <a:ext cx="52092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traitement marketing ; aucune donnée sensible au sens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 23"/>
          <p:cNvSpPr/>
          <p:nvPr/>
        </p:nvSpPr>
        <p:spPr>
          <a:xfrm>
            <a:off x="6446520" y="3108960"/>
            <a:ext cx="5026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4"/>
          <p:cNvSpPr/>
          <p:nvPr/>
        </p:nvSpPr>
        <p:spPr>
          <a:xfrm>
            <a:off x="6446520" y="338328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5"/>
          <p:cNvSpPr/>
          <p:nvPr/>
        </p:nvSpPr>
        <p:spPr>
          <a:xfrm>
            <a:off x="10058400" y="3410640"/>
            <a:ext cx="1368720" cy="25308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6"/>
          <p:cNvSpPr/>
          <p:nvPr/>
        </p:nvSpPr>
        <p:spPr>
          <a:xfrm>
            <a:off x="10058400" y="3410640"/>
            <a:ext cx="13687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Text 27"/>
          <p:cNvSpPr/>
          <p:nvPr/>
        </p:nvSpPr>
        <p:spPr>
          <a:xfrm>
            <a:off x="6446520" y="374904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2" name="Shape 28"/>
          <p:cNvSpPr/>
          <p:nvPr/>
        </p:nvSpPr>
        <p:spPr>
          <a:xfrm>
            <a:off x="10058400" y="3776400"/>
            <a:ext cx="1368720" cy="25308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3" name="Text 29"/>
          <p:cNvSpPr/>
          <p:nvPr/>
        </p:nvSpPr>
        <p:spPr>
          <a:xfrm>
            <a:off x="10058400" y="3776400"/>
            <a:ext cx="13687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Text 30"/>
          <p:cNvSpPr/>
          <p:nvPr/>
        </p:nvSpPr>
        <p:spPr>
          <a:xfrm>
            <a:off x="6446520" y="411480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5" name="Shape 31"/>
          <p:cNvSpPr/>
          <p:nvPr/>
        </p:nvSpPr>
        <p:spPr>
          <a:xfrm>
            <a:off x="10058400" y="4142160"/>
            <a:ext cx="1368720" cy="25308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6" name="Text 32"/>
          <p:cNvSpPr/>
          <p:nvPr/>
        </p:nvSpPr>
        <p:spPr>
          <a:xfrm>
            <a:off x="10058400" y="4142160"/>
            <a:ext cx="13687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7" name="Text 33"/>
          <p:cNvSpPr/>
          <p:nvPr/>
        </p:nvSpPr>
        <p:spPr>
          <a:xfrm>
            <a:off x="6446520" y="448056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x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Shape 34"/>
          <p:cNvSpPr/>
          <p:nvPr/>
        </p:nvSpPr>
        <p:spPr>
          <a:xfrm>
            <a:off x="10058400" y="4507920"/>
            <a:ext cx="1368720" cy="25308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9" name="Text 35"/>
          <p:cNvSpPr/>
          <p:nvPr/>
        </p:nvSpPr>
        <p:spPr>
          <a:xfrm>
            <a:off x="10058400" y="4507920"/>
            <a:ext cx="13687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0" name="Text 36"/>
          <p:cNvSpPr/>
          <p:nvPr/>
        </p:nvSpPr>
        <p:spPr>
          <a:xfrm>
            <a:off x="6446520" y="484632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1" name="Shape 37"/>
          <p:cNvSpPr/>
          <p:nvPr/>
        </p:nvSpPr>
        <p:spPr>
          <a:xfrm>
            <a:off x="10058400" y="4873680"/>
            <a:ext cx="1368720" cy="25308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2" name="Text 38"/>
          <p:cNvSpPr/>
          <p:nvPr/>
        </p:nvSpPr>
        <p:spPr>
          <a:xfrm>
            <a:off x="10058400" y="4873680"/>
            <a:ext cx="13687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9"/>
          <p:cNvSpPr/>
          <p:nvPr/>
        </p:nvSpPr>
        <p:spPr>
          <a:xfrm>
            <a:off x="6446520" y="5349240"/>
            <a:ext cx="52092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5" name="Text 40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Text 41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Rectangle 1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TextBox 2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4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·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D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É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V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E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L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O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E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M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E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N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T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·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S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9" name="TextBox 3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Rectangle 4"/>
          <p:cNvSpPr/>
          <p:nvPr/>
        </p:nvSpPr>
        <p:spPr>
          <a:xfrm>
            <a:off x="548640" y="1691640"/>
            <a:ext cx="7312320" cy="4569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1" name="Oval 5"/>
          <p:cNvSpPr/>
          <p:nvPr/>
        </p:nvSpPr>
        <p:spPr>
          <a:xfrm>
            <a:off x="777240" y="1874520"/>
            <a:ext cx="134280" cy="13428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2" name="Oval 6"/>
          <p:cNvSpPr/>
          <p:nvPr/>
        </p:nvSpPr>
        <p:spPr>
          <a:xfrm>
            <a:off x="960120" y="1874520"/>
            <a:ext cx="134280" cy="13428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Oval 7"/>
          <p:cNvSpPr/>
          <p:nvPr/>
        </p:nvSpPr>
        <p:spPr>
          <a:xfrm>
            <a:off x="1143000" y="1874520"/>
            <a:ext cx="134280" cy="13428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TextBox 8"/>
          <p:cNvSpPr/>
          <p:nvPr/>
        </p:nvSpPr>
        <p:spPr>
          <a:xfrm>
            <a:off x="1371600" y="1783080"/>
            <a:ext cx="63979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5" name="TextBox 9"/>
          <p:cNvSpPr/>
          <p:nvPr/>
        </p:nvSpPr>
        <p:spPr>
          <a:xfrm>
            <a:off x="777240" y="224028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Box 10"/>
          <p:cNvSpPr/>
          <p:nvPr/>
        </p:nvSpPr>
        <p:spPr>
          <a:xfrm>
            <a:off x="777240" y="244152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m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o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r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t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{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g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e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t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U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e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r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r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o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m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R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e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q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u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e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t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}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r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o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m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'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@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/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l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b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/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e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r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v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e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r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/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a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/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g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e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t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U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e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r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'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Box 12"/>
          <p:cNvSpPr/>
          <p:nvPr/>
        </p:nvSpPr>
        <p:spPr>
          <a:xfrm>
            <a:off x="777240" y="264276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TextBox 13"/>
          <p:cNvSpPr/>
          <p:nvPr/>
        </p:nvSpPr>
        <p:spPr>
          <a:xfrm>
            <a:off x="777240" y="284364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9" name="TextBox 14"/>
          <p:cNvSpPr/>
          <p:nvPr/>
        </p:nvSpPr>
        <p:spPr>
          <a:xfrm>
            <a:off x="777240" y="304488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0" name="TextBox 16"/>
          <p:cNvSpPr/>
          <p:nvPr/>
        </p:nvSpPr>
        <p:spPr>
          <a:xfrm>
            <a:off x="777240" y="324612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1" name="TextBox 18"/>
          <p:cNvSpPr/>
          <p:nvPr/>
        </p:nvSpPr>
        <p:spPr>
          <a:xfrm>
            <a:off x="777240" y="344736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Box 19"/>
          <p:cNvSpPr/>
          <p:nvPr/>
        </p:nvSpPr>
        <p:spPr>
          <a:xfrm>
            <a:off x="777240" y="364860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Box 21"/>
          <p:cNvSpPr/>
          <p:nvPr/>
        </p:nvSpPr>
        <p:spPr>
          <a:xfrm>
            <a:off x="777240" y="384948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TextBox 22"/>
          <p:cNvSpPr/>
          <p:nvPr/>
        </p:nvSpPr>
        <p:spPr>
          <a:xfrm>
            <a:off x="777240" y="405072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5" name="TextBox 23"/>
          <p:cNvSpPr/>
          <p:nvPr/>
        </p:nvSpPr>
        <p:spPr>
          <a:xfrm>
            <a:off x="777240" y="425196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6" name="TextBox 24"/>
          <p:cNvSpPr/>
          <p:nvPr/>
        </p:nvSpPr>
        <p:spPr>
          <a:xfrm>
            <a:off x="777240" y="445320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7" name="TextBox 25"/>
          <p:cNvSpPr/>
          <p:nvPr/>
        </p:nvSpPr>
        <p:spPr>
          <a:xfrm>
            <a:off x="777240" y="465444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Box 26"/>
          <p:cNvSpPr/>
          <p:nvPr/>
        </p:nvSpPr>
        <p:spPr>
          <a:xfrm>
            <a:off x="777240" y="485532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{ id, message, datetime }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Box 27"/>
          <p:cNvSpPr/>
          <p:nvPr/>
        </p:nvSpPr>
        <p:spPr>
          <a:xfrm>
            <a:off x="777240" y="505656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TextBox 28"/>
          <p:cNvSpPr/>
          <p:nvPr/>
        </p:nvSpPr>
        <p:spPr>
          <a:xfrm>
            <a:off x="777240" y="525780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1" name="TextBox 29"/>
          <p:cNvSpPr/>
          <p:nvPr/>
        </p:nvSpPr>
        <p:spPr>
          <a:xfrm>
            <a:off x="777240" y="545904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2" name="TextBox 31"/>
          <p:cNvSpPr/>
          <p:nvPr/>
        </p:nvSpPr>
        <p:spPr>
          <a:xfrm>
            <a:off x="777240" y="566028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3" name="TextBox 32"/>
          <p:cNvSpPr/>
          <p:nvPr/>
        </p:nvSpPr>
        <p:spPr>
          <a:xfrm>
            <a:off x="777240" y="586116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Box 33"/>
          <p:cNvSpPr/>
          <p:nvPr/>
        </p:nvSpPr>
        <p:spPr>
          <a:xfrm>
            <a:off x="777240" y="606240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Rectangle 34"/>
          <p:cNvSpPr/>
          <p:nvPr/>
        </p:nvSpPr>
        <p:spPr>
          <a:xfrm>
            <a:off x="8092440" y="1691640"/>
            <a:ext cx="3517560" cy="45691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6" name="TextBox 35"/>
          <p:cNvSpPr/>
          <p:nvPr/>
        </p:nvSpPr>
        <p:spPr>
          <a:xfrm>
            <a:off x="8275320" y="1783080"/>
            <a:ext cx="3151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7" name="Oval 36"/>
          <p:cNvSpPr/>
          <p:nvPr/>
        </p:nvSpPr>
        <p:spPr>
          <a:xfrm>
            <a:off x="8275320" y="2240280"/>
            <a:ext cx="408600" cy="4086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TextBox 37"/>
          <p:cNvSpPr/>
          <p:nvPr/>
        </p:nvSpPr>
        <p:spPr>
          <a:xfrm>
            <a:off x="8275320" y="224028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9" name="TextBox 38"/>
          <p:cNvSpPr/>
          <p:nvPr/>
        </p:nvSpPr>
        <p:spPr>
          <a:xfrm>
            <a:off x="8814240" y="2302560"/>
            <a:ext cx="26488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Oval 39"/>
          <p:cNvSpPr/>
          <p:nvPr/>
        </p:nvSpPr>
        <p:spPr>
          <a:xfrm>
            <a:off x="8275320" y="2880360"/>
            <a:ext cx="408600" cy="4086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1" name="TextBox 40"/>
          <p:cNvSpPr/>
          <p:nvPr/>
        </p:nvSpPr>
        <p:spPr>
          <a:xfrm>
            <a:off x="8275320" y="288036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TextBox 41"/>
          <p:cNvSpPr/>
          <p:nvPr/>
        </p:nvSpPr>
        <p:spPr>
          <a:xfrm>
            <a:off x="8814240" y="2978640"/>
            <a:ext cx="26488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3" name="Oval 42"/>
          <p:cNvSpPr/>
          <p:nvPr/>
        </p:nvSpPr>
        <p:spPr>
          <a:xfrm>
            <a:off x="8275320" y="3520440"/>
            <a:ext cx="408600" cy="4086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TextBox 43"/>
          <p:cNvSpPr/>
          <p:nvPr/>
        </p:nvSpPr>
        <p:spPr>
          <a:xfrm>
            <a:off x="8275320" y="352044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5" name="TextBox 44"/>
          <p:cNvSpPr/>
          <p:nvPr/>
        </p:nvSpPr>
        <p:spPr>
          <a:xfrm>
            <a:off x="8814240" y="3582720"/>
            <a:ext cx="26488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Oval 45"/>
          <p:cNvSpPr/>
          <p:nvPr/>
        </p:nvSpPr>
        <p:spPr>
          <a:xfrm>
            <a:off x="8275320" y="4160520"/>
            <a:ext cx="408600" cy="40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7" name="TextBox 46"/>
          <p:cNvSpPr/>
          <p:nvPr/>
        </p:nvSpPr>
        <p:spPr>
          <a:xfrm>
            <a:off x="8275320" y="416052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TextBox 47"/>
          <p:cNvSpPr/>
          <p:nvPr/>
        </p:nvSpPr>
        <p:spPr>
          <a:xfrm>
            <a:off x="8814240" y="4222800"/>
            <a:ext cx="26488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9" name="Oval 48"/>
          <p:cNvSpPr/>
          <p:nvPr/>
        </p:nvSpPr>
        <p:spPr>
          <a:xfrm>
            <a:off x="8275320" y="4800600"/>
            <a:ext cx="408600" cy="4086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TextBox 49"/>
          <p:cNvSpPr/>
          <p:nvPr/>
        </p:nvSpPr>
        <p:spPr>
          <a:xfrm>
            <a:off x="8275320" y="480060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1" name="TextBox 50"/>
          <p:cNvSpPr/>
          <p:nvPr/>
        </p:nvSpPr>
        <p:spPr>
          <a:xfrm>
            <a:off x="8814240" y="4862880"/>
            <a:ext cx="264888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Box 51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Box 52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Rectangle 1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6" name="TextBox 2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Box 3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Rectangle 4"/>
          <p:cNvSpPr/>
          <p:nvPr/>
        </p:nvSpPr>
        <p:spPr>
          <a:xfrm>
            <a:off x="548640" y="1691640"/>
            <a:ext cx="5346360" cy="4569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9" name="Rectangle 5"/>
          <p:cNvSpPr/>
          <p:nvPr/>
        </p:nvSpPr>
        <p:spPr>
          <a:xfrm>
            <a:off x="548640" y="1691640"/>
            <a:ext cx="5346360" cy="3628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0" name="TextBox 6"/>
          <p:cNvSpPr/>
          <p:nvPr/>
        </p:nvSpPr>
        <p:spPr>
          <a:xfrm>
            <a:off x="685800" y="1755720"/>
            <a:ext cx="50263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Box 7"/>
          <p:cNvSpPr/>
          <p:nvPr/>
        </p:nvSpPr>
        <p:spPr>
          <a:xfrm>
            <a:off x="731520" y="224028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2" name="TextBox 8"/>
          <p:cNvSpPr/>
          <p:nvPr/>
        </p:nvSpPr>
        <p:spPr>
          <a:xfrm>
            <a:off x="731520" y="251460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3" name="TextBox 9"/>
          <p:cNvSpPr/>
          <p:nvPr/>
        </p:nvSpPr>
        <p:spPr>
          <a:xfrm>
            <a:off x="731520" y="278892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Box 10"/>
          <p:cNvSpPr/>
          <p:nvPr/>
        </p:nvSpPr>
        <p:spPr>
          <a:xfrm>
            <a:off x="731520" y="306324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5" name="TextBox 11"/>
          <p:cNvSpPr/>
          <p:nvPr/>
        </p:nvSpPr>
        <p:spPr>
          <a:xfrm>
            <a:off x="731520" y="333756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6" name="TextBox 12"/>
          <p:cNvSpPr/>
          <p:nvPr/>
        </p:nvSpPr>
        <p:spPr>
          <a:xfrm>
            <a:off x="731520" y="361188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13"/>
          <p:cNvSpPr/>
          <p:nvPr/>
        </p:nvSpPr>
        <p:spPr>
          <a:xfrm>
            <a:off x="731520" y="388620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TextBox 14"/>
          <p:cNvSpPr/>
          <p:nvPr/>
        </p:nvSpPr>
        <p:spPr>
          <a:xfrm>
            <a:off x="731520" y="416052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9" name="TextBox 15"/>
          <p:cNvSpPr/>
          <p:nvPr/>
        </p:nvSpPr>
        <p:spPr>
          <a:xfrm>
            <a:off x="731520" y="443484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0" name="TextBox 16"/>
          <p:cNvSpPr/>
          <p:nvPr/>
        </p:nvSpPr>
        <p:spPr>
          <a:xfrm>
            <a:off x="731520" y="470916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17"/>
          <p:cNvSpPr/>
          <p:nvPr/>
        </p:nvSpPr>
        <p:spPr>
          <a:xfrm>
            <a:off x="731520" y="498348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18"/>
          <p:cNvSpPr/>
          <p:nvPr/>
        </p:nvSpPr>
        <p:spPr>
          <a:xfrm>
            <a:off x="731520" y="525780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19"/>
          <p:cNvSpPr/>
          <p:nvPr/>
        </p:nvSpPr>
        <p:spPr>
          <a:xfrm>
            <a:off x="731520" y="553212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20"/>
          <p:cNvSpPr/>
          <p:nvPr/>
        </p:nvSpPr>
        <p:spPr>
          <a:xfrm>
            <a:off x="6080760" y="1691640"/>
            <a:ext cx="5346360" cy="4569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21"/>
          <p:cNvSpPr/>
          <p:nvPr/>
        </p:nvSpPr>
        <p:spPr>
          <a:xfrm>
            <a:off x="6080760" y="1691640"/>
            <a:ext cx="5346360" cy="3628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22"/>
          <p:cNvSpPr/>
          <p:nvPr/>
        </p:nvSpPr>
        <p:spPr>
          <a:xfrm>
            <a:off x="6217920" y="1755720"/>
            <a:ext cx="50263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23"/>
          <p:cNvSpPr/>
          <p:nvPr/>
        </p:nvSpPr>
        <p:spPr>
          <a:xfrm>
            <a:off x="6263640" y="224028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24"/>
          <p:cNvSpPr/>
          <p:nvPr/>
        </p:nvSpPr>
        <p:spPr>
          <a:xfrm>
            <a:off x="6263640" y="251460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25"/>
          <p:cNvSpPr/>
          <p:nvPr/>
        </p:nvSpPr>
        <p:spPr>
          <a:xfrm>
            <a:off x="6263640" y="278892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TextBox 26"/>
          <p:cNvSpPr/>
          <p:nvPr/>
        </p:nvSpPr>
        <p:spPr>
          <a:xfrm>
            <a:off x="6263640" y="306324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1" name="TextBox 27"/>
          <p:cNvSpPr/>
          <p:nvPr/>
        </p:nvSpPr>
        <p:spPr>
          <a:xfrm>
            <a:off x="6263640" y="333756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2" name="TextBox 28"/>
          <p:cNvSpPr/>
          <p:nvPr/>
        </p:nvSpPr>
        <p:spPr>
          <a:xfrm>
            <a:off x="6263640" y="361188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29"/>
          <p:cNvSpPr/>
          <p:nvPr/>
        </p:nvSpPr>
        <p:spPr>
          <a:xfrm>
            <a:off x="6263640" y="388620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30"/>
          <p:cNvSpPr/>
          <p:nvPr/>
        </p:nvSpPr>
        <p:spPr>
          <a:xfrm>
            <a:off x="6263640" y="416052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31"/>
          <p:cNvSpPr/>
          <p:nvPr/>
        </p:nvSpPr>
        <p:spPr>
          <a:xfrm>
            <a:off x="6263640" y="443484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i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v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o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i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d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i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v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g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TextBox 32"/>
          <p:cNvSpPr/>
          <p:nvPr/>
        </p:nvSpPr>
        <p:spPr>
          <a:xfrm>
            <a:off x="6263640" y="470916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7" name="TextBox 33"/>
          <p:cNvSpPr/>
          <p:nvPr/>
        </p:nvSpPr>
        <p:spPr>
          <a:xfrm>
            <a:off x="6263640" y="498348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8" name="TextBox 34"/>
          <p:cNvSpPr/>
          <p:nvPr/>
        </p:nvSpPr>
        <p:spPr>
          <a:xfrm>
            <a:off x="6263640" y="525780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35"/>
          <p:cNvSpPr/>
          <p:nvPr/>
        </p:nvSpPr>
        <p:spPr>
          <a:xfrm>
            <a:off x="6263640" y="553212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36"/>
          <p:cNvSpPr/>
          <p:nvPr/>
        </p:nvSpPr>
        <p:spPr>
          <a:xfrm>
            <a:off x="6263640" y="5806440"/>
            <a:ext cx="50720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37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TextBox 38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Rectangle 1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5" name="TextBox 2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Rectangle 4"/>
          <p:cNvSpPr/>
          <p:nvPr/>
        </p:nvSpPr>
        <p:spPr>
          <a:xfrm>
            <a:off x="548640" y="1691640"/>
            <a:ext cx="7312320" cy="8658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8" name="Rectangle 5"/>
          <p:cNvSpPr/>
          <p:nvPr/>
        </p:nvSpPr>
        <p:spPr>
          <a:xfrm>
            <a:off x="548640" y="1691640"/>
            <a:ext cx="106920" cy="86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640" tIns="45000" rIns="53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TextBox 6"/>
          <p:cNvSpPr/>
          <p:nvPr/>
        </p:nvSpPr>
        <p:spPr>
          <a:xfrm>
            <a:off x="822960" y="1783080"/>
            <a:ext cx="454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0" name="TextBox 7"/>
          <p:cNvSpPr/>
          <p:nvPr/>
        </p:nvSpPr>
        <p:spPr>
          <a:xfrm>
            <a:off x="1417320" y="1783080"/>
            <a:ext cx="2283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8"/>
          <p:cNvSpPr/>
          <p:nvPr/>
        </p:nvSpPr>
        <p:spPr>
          <a:xfrm>
            <a:off x="1417320" y="2057400"/>
            <a:ext cx="5026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9"/>
          <p:cNvSpPr/>
          <p:nvPr/>
        </p:nvSpPr>
        <p:spPr>
          <a:xfrm>
            <a:off x="4718880" y="2286000"/>
            <a:ext cx="210276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10"/>
          <p:cNvSpPr/>
          <p:nvPr/>
        </p:nvSpPr>
        <p:spPr>
          <a:xfrm>
            <a:off x="548640" y="2743200"/>
            <a:ext cx="7312320" cy="8658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Rectangle 11"/>
          <p:cNvSpPr/>
          <p:nvPr/>
        </p:nvSpPr>
        <p:spPr>
          <a:xfrm>
            <a:off x="548640" y="2743200"/>
            <a:ext cx="106920" cy="86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640" tIns="45000" rIns="53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TextBox 12"/>
          <p:cNvSpPr/>
          <p:nvPr/>
        </p:nvSpPr>
        <p:spPr>
          <a:xfrm>
            <a:off x="822960" y="2834640"/>
            <a:ext cx="454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6" name="TextBox 13"/>
          <p:cNvSpPr/>
          <p:nvPr/>
        </p:nvSpPr>
        <p:spPr>
          <a:xfrm>
            <a:off x="1417320" y="2834640"/>
            <a:ext cx="2283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7" name="TextBox 14"/>
          <p:cNvSpPr/>
          <p:nvPr/>
        </p:nvSpPr>
        <p:spPr>
          <a:xfrm>
            <a:off x="1417320" y="3108960"/>
            <a:ext cx="5026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15"/>
          <p:cNvSpPr/>
          <p:nvPr/>
        </p:nvSpPr>
        <p:spPr>
          <a:xfrm>
            <a:off x="4665960" y="3276000"/>
            <a:ext cx="310608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Rectangle 16"/>
          <p:cNvSpPr/>
          <p:nvPr/>
        </p:nvSpPr>
        <p:spPr>
          <a:xfrm>
            <a:off x="548640" y="3794760"/>
            <a:ext cx="7312320" cy="8658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0" name="Rectangle 17"/>
          <p:cNvSpPr/>
          <p:nvPr/>
        </p:nvSpPr>
        <p:spPr>
          <a:xfrm>
            <a:off x="548640" y="3794760"/>
            <a:ext cx="106920" cy="8658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640" tIns="45000" rIns="53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1" name="TextBox 18"/>
          <p:cNvSpPr/>
          <p:nvPr/>
        </p:nvSpPr>
        <p:spPr>
          <a:xfrm>
            <a:off x="822960" y="3886200"/>
            <a:ext cx="454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19"/>
          <p:cNvSpPr/>
          <p:nvPr/>
        </p:nvSpPr>
        <p:spPr>
          <a:xfrm>
            <a:off x="1417320" y="3886200"/>
            <a:ext cx="2283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20"/>
          <p:cNvSpPr/>
          <p:nvPr/>
        </p:nvSpPr>
        <p:spPr>
          <a:xfrm>
            <a:off x="1417320" y="4160520"/>
            <a:ext cx="5026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21"/>
          <p:cNvSpPr/>
          <p:nvPr/>
        </p:nvSpPr>
        <p:spPr>
          <a:xfrm>
            <a:off x="4699440" y="4333680"/>
            <a:ext cx="24228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Rectangle 22"/>
          <p:cNvSpPr/>
          <p:nvPr/>
        </p:nvSpPr>
        <p:spPr>
          <a:xfrm>
            <a:off x="548640" y="4846320"/>
            <a:ext cx="7312320" cy="8658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6" name="Rectangle 23"/>
          <p:cNvSpPr/>
          <p:nvPr/>
        </p:nvSpPr>
        <p:spPr>
          <a:xfrm>
            <a:off x="548640" y="4846320"/>
            <a:ext cx="106920" cy="86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640" tIns="45000" rIns="53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24"/>
          <p:cNvSpPr/>
          <p:nvPr/>
        </p:nvSpPr>
        <p:spPr>
          <a:xfrm>
            <a:off x="822960" y="4937760"/>
            <a:ext cx="454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TextBox 25"/>
          <p:cNvSpPr/>
          <p:nvPr/>
        </p:nvSpPr>
        <p:spPr>
          <a:xfrm>
            <a:off x="1417320" y="4937760"/>
            <a:ext cx="2283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9" name="TextBox 26"/>
          <p:cNvSpPr/>
          <p:nvPr/>
        </p:nvSpPr>
        <p:spPr>
          <a:xfrm>
            <a:off x="1417320" y="5212080"/>
            <a:ext cx="5026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27"/>
          <p:cNvSpPr/>
          <p:nvPr/>
        </p:nvSpPr>
        <p:spPr>
          <a:xfrm>
            <a:off x="4721040" y="5421240"/>
            <a:ext cx="402048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Rectangle 28"/>
          <p:cNvSpPr/>
          <p:nvPr/>
        </p:nvSpPr>
        <p:spPr>
          <a:xfrm>
            <a:off x="8092440" y="1691640"/>
            <a:ext cx="3517560" cy="45691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29"/>
          <p:cNvSpPr/>
          <p:nvPr/>
        </p:nvSpPr>
        <p:spPr>
          <a:xfrm>
            <a:off x="8275320" y="1783080"/>
            <a:ext cx="3151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a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y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l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o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a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d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a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t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t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a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u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Oval 30"/>
          <p:cNvSpPr/>
          <p:nvPr/>
        </p:nvSpPr>
        <p:spPr>
          <a:xfrm>
            <a:off x="8275320" y="2240280"/>
            <a:ext cx="408600" cy="4086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4" name="TextBox 31"/>
          <p:cNvSpPr/>
          <p:nvPr/>
        </p:nvSpPr>
        <p:spPr>
          <a:xfrm>
            <a:off x="8275320" y="224028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5" name="TextBox 32"/>
          <p:cNvSpPr/>
          <p:nvPr/>
        </p:nvSpPr>
        <p:spPr>
          <a:xfrm>
            <a:off x="8814240" y="2302560"/>
            <a:ext cx="26488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Oval 33"/>
          <p:cNvSpPr/>
          <p:nvPr/>
        </p:nvSpPr>
        <p:spPr>
          <a:xfrm>
            <a:off x="8275320" y="2880360"/>
            <a:ext cx="408600" cy="4086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7" name="TextBox 34"/>
          <p:cNvSpPr/>
          <p:nvPr/>
        </p:nvSpPr>
        <p:spPr>
          <a:xfrm>
            <a:off x="8275320" y="288036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35"/>
          <p:cNvSpPr/>
          <p:nvPr/>
        </p:nvSpPr>
        <p:spPr>
          <a:xfrm>
            <a:off x="8814240" y="2978640"/>
            <a:ext cx="26488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9" name="Oval 36"/>
          <p:cNvSpPr/>
          <p:nvPr/>
        </p:nvSpPr>
        <p:spPr>
          <a:xfrm>
            <a:off x="8275320" y="3520440"/>
            <a:ext cx="408600" cy="4086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0" name="TextBox 37"/>
          <p:cNvSpPr/>
          <p:nvPr/>
        </p:nvSpPr>
        <p:spPr>
          <a:xfrm>
            <a:off x="8275320" y="352044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1" name="TextBox 38"/>
          <p:cNvSpPr/>
          <p:nvPr/>
        </p:nvSpPr>
        <p:spPr>
          <a:xfrm>
            <a:off x="8814240" y="3582720"/>
            <a:ext cx="26488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Oval 39"/>
          <p:cNvSpPr/>
          <p:nvPr/>
        </p:nvSpPr>
        <p:spPr>
          <a:xfrm>
            <a:off x="8275320" y="4160520"/>
            <a:ext cx="408600" cy="4086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3" name="TextBox 40"/>
          <p:cNvSpPr/>
          <p:nvPr/>
        </p:nvSpPr>
        <p:spPr>
          <a:xfrm>
            <a:off x="8275320" y="416052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4" name="TextBox 41"/>
          <p:cNvSpPr/>
          <p:nvPr/>
        </p:nvSpPr>
        <p:spPr>
          <a:xfrm>
            <a:off x="8814240" y="4222800"/>
            <a:ext cx="26488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5" name="Oval 42"/>
          <p:cNvSpPr/>
          <p:nvPr/>
        </p:nvSpPr>
        <p:spPr>
          <a:xfrm>
            <a:off x="8275320" y="4800600"/>
            <a:ext cx="408600" cy="40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TextBox 43"/>
          <p:cNvSpPr/>
          <p:nvPr/>
        </p:nvSpPr>
        <p:spPr>
          <a:xfrm>
            <a:off x="8275320" y="480060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7" name="TextBox 44"/>
          <p:cNvSpPr/>
          <p:nvPr/>
        </p:nvSpPr>
        <p:spPr>
          <a:xfrm>
            <a:off x="8814240" y="4898880"/>
            <a:ext cx="26488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45"/>
          <p:cNvSpPr/>
          <p:nvPr/>
        </p:nvSpPr>
        <p:spPr>
          <a:xfrm>
            <a:off x="548640" y="59893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46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47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5" name="Shape 3"/>
          <p:cNvSpPr/>
          <p:nvPr/>
        </p:nvSpPr>
        <p:spPr>
          <a:xfrm>
            <a:off x="2790000" y="1600200"/>
            <a:ext cx="1243080" cy="95040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6" name="Text 4"/>
          <p:cNvSpPr/>
          <p:nvPr/>
        </p:nvSpPr>
        <p:spPr>
          <a:xfrm>
            <a:off x="2790000" y="1600200"/>
            <a:ext cx="1243080" cy="95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Shape 5"/>
          <p:cNvSpPr/>
          <p:nvPr/>
        </p:nvSpPr>
        <p:spPr>
          <a:xfrm>
            <a:off x="2166840" y="2553840"/>
            <a:ext cx="2489040" cy="133200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8" name="Text 6"/>
          <p:cNvSpPr/>
          <p:nvPr/>
        </p:nvSpPr>
        <p:spPr>
          <a:xfrm>
            <a:off x="2166840" y="2553840"/>
            <a:ext cx="2489040" cy="13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Shape 7"/>
          <p:cNvSpPr/>
          <p:nvPr/>
        </p:nvSpPr>
        <p:spPr>
          <a:xfrm>
            <a:off x="1336320" y="3888720"/>
            <a:ext cx="4150080" cy="152280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0" name="Text 8"/>
          <p:cNvSpPr/>
          <p:nvPr/>
        </p:nvSpPr>
        <p:spPr>
          <a:xfrm>
            <a:off x="1336320" y="3888720"/>
            <a:ext cx="4150080" cy="152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Shape 9"/>
          <p:cNvSpPr/>
          <p:nvPr/>
        </p:nvSpPr>
        <p:spPr>
          <a:xfrm>
            <a:off x="6919200" y="1387080"/>
            <a:ext cx="3886200" cy="400212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2" name="Text 10"/>
          <p:cNvSpPr/>
          <p:nvPr/>
        </p:nvSpPr>
        <p:spPr>
          <a:xfrm>
            <a:off x="7077960" y="1468800"/>
            <a:ext cx="3568680" cy="28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Shape 11"/>
          <p:cNvSpPr/>
          <p:nvPr/>
        </p:nvSpPr>
        <p:spPr>
          <a:xfrm>
            <a:off x="7077960" y="1877400"/>
            <a:ext cx="76680" cy="73296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4" name="Text 12"/>
          <p:cNvSpPr/>
          <p:nvPr/>
        </p:nvSpPr>
        <p:spPr>
          <a:xfrm>
            <a:off x="7236720" y="1877400"/>
            <a:ext cx="2378160" cy="32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Shape 13"/>
          <p:cNvSpPr/>
          <p:nvPr/>
        </p:nvSpPr>
        <p:spPr>
          <a:xfrm>
            <a:off x="9657000" y="1918440"/>
            <a:ext cx="989640" cy="24264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6" name="Text 14"/>
          <p:cNvSpPr/>
          <p:nvPr/>
        </p:nvSpPr>
        <p:spPr>
          <a:xfrm>
            <a:off x="9657000" y="1918440"/>
            <a:ext cx="98964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 15"/>
          <p:cNvSpPr/>
          <p:nvPr/>
        </p:nvSpPr>
        <p:spPr>
          <a:xfrm>
            <a:off x="7236720" y="2204280"/>
            <a:ext cx="3409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Shape 16"/>
          <p:cNvSpPr/>
          <p:nvPr/>
        </p:nvSpPr>
        <p:spPr>
          <a:xfrm>
            <a:off x="7077960" y="2694600"/>
            <a:ext cx="76680" cy="73296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9" name="Text 17"/>
          <p:cNvSpPr/>
          <p:nvPr/>
        </p:nvSpPr>
        <p:spPr>
          <a:xfrm>
            <a:off x="7236720" y="2694600"/>
            <a:ext cx="2378160" cy="32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Shape 18"/>
          <p:cNvSpPr/>
          <p:nvPr/>
        </p:nvSpPr>
        <p:spPr>
          <a:xfrm>
            <a:off x="9657000" y="2735640"/>
            <a:ext cx="989640" cy="24264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 19"/>
          <p:cNvSpPr/>
          <p:nvPr/>
        </p:nvSpPr>
        <p:spPr>
          <a:xfrm>
            <a:off x="9657000" y="2735640"/>
            <a:ext cx="98964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Text 20"/>
          <p:cNvSpPr/>
          <p:nvPr/>
        </p:nvSpPr>
        <p:spPr>
          <a:xfrm>
            <a:off x="7236720" y="3021480"/>
            <a:ext cx="3409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/api/*  (auth, posts, 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3" name="Shape 21"/>
          <p:cNvSpPr/>
          <p:nvPr/>
        </p:nvSpPr>
        <p:spPr>
          <a:xfrm>
            <a:off x="7077960" y="3512160"/>
            <a:ext cx="76680" cy="7329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4" name="Text 22"/>
          <p:cNvSpPr/>
          <p:nvPr/>
        </p:nvSpPr>
        <p:spPr>
          <a:xfrm>
            <a:off x="7236720" y="3512160"/>
            <a:ext cx="2378160" cy="32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Shape 23"/>
          <p:cNvSpPr/>
          <p:nvPr/>
        </p:nvSpPr>
        <p:spPr>
          <a:xfrm>
            <a:off x="9657000" y="3552840"/>
            <a:ext cx="989640" cy="24264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 24"/>
          <p:cNvSpPr/>
          <p:nvPr/>
        </p:nvSpPr>
        <p:spPr>
          <a:xfrm>
            <a:off x="9657000" y="3552840"/>
            <a:ext cx="98964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 25"/>
          <p:cNvSpPr/>
          <p:nvPr/>
        </p:nvSpPr>
        <p:spPr>
          <a:xfrm>
            <a:off x="7236720" y="3839040"/>
            <a:ext cx="3409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Shape 26"/>
          <p:cNvSpPr/>
          <p:nvPr/>
        </p:nvSpPr>
        <p:spPr>
          <a:xfrm>
            <a:off x="7077960" y="4329360"/>
            <a:ext cx="76680" cy="7329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 27"/>
          <p:cNvSpPr/>
          <p:nvPr/>
        </p:nvSpPr>
        <p:spPr>
          <a:xfrm>
            <a:off x="7236720" y="4329360"/>
            <a:ext cx="2378160" cy="32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Shape 28"/>
          <p:cNvSpPr/>
          <p:nvPr/>
        </p:nvSpPr>
        <p:spPr>
          <a:xfrm>
            <a:off x="9657000" y="4370040"/>
            <a:ext cx="989640" cy="24264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1" name="Text 29"/>
          <p:cNvSpPr/>
          <p:nvPr/>
        </p:nvSpPr>
        <p:spPr>
          <a:xfrm>
            <a:off x="9657000" y="4370040"/>
            <a:ext cx="98964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2" name="Text 30"/>
          <p:cNvSpPr/>
          <p:nvPr/>
        </p:nvSpPr>
        <p:spPr>
          <a:xfrm>
            <a:off x="7236720" y="4656240"/>
            <a:ext cx="3409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Shape 31"/>
          <p:cNvSpPr/>
          <p:nvPr/>
        </p:nvSpPr>
        <p:spPr>
          <a:xfrm>
            <a:off x="548640" y="5577840"/>
            <a:ext cx="11061360" cy="68292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4" name="Text 32"/>
          <p:cNvSpPr/>
          <p:nvPr/>
        </p:nvSpPr>
        <p:spPr>
          <a:xfrm>
            <a:off x="777240" y="5623560"/>
            <a:ext cx="1060416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6" name="Text 33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Text 34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8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CI/CD GitHub Actions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1" name="Shape 3"/>
          <p:cNvSpPr/>
          <p:nvPr/>
        </p:nvSpPr>
        <p:spPr>
          <a:xfrm>
            <a:off x="434520" y="2194560"/>
            <a:ext cx="1368720" cy="21916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2" name="Shape 4"/>
          <p:cNvSpPr/>
          <p:nvPr/>
        </p:nvSpPr>
        <p:spPr>
          <a:xfrm>
            <a:off x="800280" y="2423160"/>
            <a:ext cx="637200" cy="63720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3" name="Text 5"/>
          <p:cNvSpPr/>
          <p:nvPr/>
        </p:nvSpPr>
        <p:spPr>
          <a:xfrm>
            <a:off x="800280" y="2315160"/>
            <a:ext cx="637200" cy="80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4" name="Text 6"/>
          <p:cNvSpPr/>
          <p:nvPr/>
        </p:nvSpPr>
        <p:spPr>
          <a:xfrm>
            <a:off x="480240" y="3154680"/>
            <a:ext cx="12772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</a:t>
            </a: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sh </a:t>
            </a: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/ </a:t>
            </a: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 7"/>
          <p:cNvSpPr/>
          <p:nvPr/>
        </p:nvSpPr>
        <p:spPr>
          <a:xfrm>
            <a:off x="480240" y="3520440"/>
            <a:ext cx="127728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Shape 9"/>
          <p:cNvSpPr/>
          <p:nvPr/>
        </p:nvSpPr>
        <p:spPr>
          <a:xfrm>
            <a:off x="1851840" y="2194560"/>
            <a:ext cx="1368720" cy="21916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Shape 10"/>
          <p:cNvSpPr/>
          <p:nvPr/>
        </p:nvSpPr>
        <p:spPr>
          <a:xfrm>
            <a:off x="2217600" y="2423160"/>
            <a:ext cx="637200" cy="63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9" name="Text 11"/>
          <p:cNvSpPr/>
          <p:nvPr/>
        </p:nvSpPr>
        <p:spPr>
          <a:xfrm>
            <a:off x="2217600" y="2351160"/>
            <a:ext cx="637200" cy="70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 12"/>
          <p:cNvSpPr/>
          <p:nvPr/>
        </p:nvSpPr>
        <p:spPr>
          <a:xfrm>
            <a:off x="1897560" y="3154680"/>
            <a:ext cx="12772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Text 13"/>
          <p:cNvSpPr/>
          <p:nvPr/>
        </p:nvSpPr>
        <p:spPr>
          <a:xfrm>
            <a:off x="1897560" y="3520440"/>
            <a:ext cx="127728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2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3" name="Shape 15"/>
          <p:cNvSpPr/>
          <p:nvPr/>
        </p:nvSpPr>
        <p:spPr>
          <a:xfrm>
            <a:off x="3269160" y="2194560"/>
            <a:ext cx="1368720" cy="21916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4" name="Shape 16"/>
          <p:cNvSpPr/>
          <p:nvPr/>
        </p:nvSpPr>
        <p:spPr>
          <a:xfrm>
            <a:off x="3634920" y="2423160"/>
            <a:ext cx="637200" cy="6372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5" name="Text 17"/>
          <p:cNvSpPr/>
          <p:nvPr/>
        </p:nvSpPr>
        <p:spPr>
          <a:xfrm>
            <a:off x="3634920" y="2315160"/>
            <a:ext cx="6372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 18"/>
          <p:cNvSpPr/>
          <p:nvPr/>
        </p:nvSpPr>
        <p:spPr>
          <a:xfrm>
            <a:off x="3314880" y="3154680"/>
            <a:ext cx="12772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 19"/>
          <p:cNvSpPr/>
          <p:nvPr/>
        </p:nvSpPr>
        <p:spPr>
          <a:xfrm>
            <a:off x="3314880" y="3520440"/>
            <a:ext cx="127728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9" name="Shape 21"/>
          <p:cNvSpPr/>
          <p:nvPr/>
        </p:nvSpPr>
        <p:spPr>
          <a:xfrm>
            <a:off x="4686480" y="2194560"/>
            <a:ext cx="1368720" cy="21916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0" name="Shape 22"/>
          <p:cNvSpPr/>
          <p:nvPr/>
        </p:nvSpPr>
        <p:spPr>
          <a:xfrm>
            <a:off x="5052240" y="2423160"/>
            <a:ext cx="637200" cy="63720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Text 23"/>
          <p:cNvSpPr/>
          <p:nvPr/>
        </p:nvSpPr>
        <p:spPr>
          <a:xfrm>
            <a:off x="5052240" y="2315160"/>
            <a:ext cx="637200" cy="80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2" name="Text 24"/>
          <p:cNvSpPr/>
          <p:nvPr/>
        </p:nvSpPr>
        <p:spPr>
          <a:xfrm>
            <a:off x="4732200" y="3154680"/>
            <a:ext cx="12772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 25"/>
          <p:cNvSpPr/>
          <p:nvPr/>
        </p:nvSpPr>
        <p:spPr>
          <a:xfrm>
            <a:off x="4732200" y="3520440"/>
            <a:ext cx="127728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5" name="Shape 27"/>
          <p:cNvSpPr/>
          <p:nvPr/>
        </p:nvSpPr>
        <p:spPr>
          <a:xfrm>
            <a:off x="6103800" y="2194560"/>
            <a:ext cx="1368720" cy="21916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Shape 28"/>
          <p:cNvSpPr/>
          <p:nvPr/>
        </p:nvSpPr>
        <p:spPr>
          <a:xfrm>
            <a:off x="6469560" y="2423160"/>
            <a:ext cx="637200" cy="63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7" name="Text 29"/>
          <p:cNvSpPr/>
          <p:nvPr/>
        </p:nvSpPr>
        <p:spPr>
          <a:xfrm>
            <a:off x="6469560" y="2351160"/>
            <a:ext cx="6372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 30"/>
          <p:cNvSpPr/>
          <p:nvPr/>
        </p:nvSpPr>
        <p:spPr>
          <a:xfrm>
            <a:off x="6149520" y="3154680"/>
            <a:ext cx="12772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 31"/>
          <p:cNvSpPr/>
          <p:nvPr/>
        </p:nvSpPr>
        <p:spPr>
          <a:xfrm>
            <a:off x="6149520" y="3520440"/>
            <a:ext cx="127728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1" name="Shape 33"/>
          <p:cNvSpPr/>
          <p:nvPr/>
        </p:nvSpPr>
        <p:spPr>
          <a:xfrm>
            <a:off x="7521120" y="2194560"/>
            <a:ext cx="1368720" cy="21916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2" name="Shape 34"/>
          <p:cNvSpPr/>
          <p:nvPr/>
        </p:nvSpPr>
        <p:spPr>
          <a:xfrm>
            <a:off x="7886880" y="2423160"/>
            <a:ext cx="637200" cy="63720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3" name="Text 35"/>
          <p:cNvSpPr/>
          <p:nvPr/>
        </p:nvSpPr>
        <p:spPr>
          <a:xfrm>
            <a:off x="7886880" y="2423160"/>
            <a:ext cx="6372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Text 36"/>
          <p:cNvSpPr/>
          <p:nvPr/>
        </p:nvSpPr>
        <p:spPr>
          <a:xfrm>
            <a:off x="7566840" y="3154680"/>
            <a:ext cx="12772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5" name="Text 37"/>
          <p:cNvSpPr/>
          <p:nvPr/>
        </p:nvSpPr>
        <p:spPr>
          <a:xfrm>
            <a:off x="7566840" y="3520440"/>
            <a:ext cx="127728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6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7" name="Shape 39"/>
          <p:cNvSpPr/>
          <p:nvPr/>
        </p:nvSpPr>
        <p:spPr>
          <a:xfrm>
            <a:off x="8938440" y="2194560"/>
            <a:ext cx="1368720" cy="21916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8" name="Shape 40"/>
          <p:cNvSpPr/>
          <p:nvPr/>
        </p:nvSpPr>
        <p:spPr>
          <a:xfrm>
            <a:off x="9304200" y="2423160"/>
            <a:ext cx="637200" cy="63720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9" name="Text 41"/>
          <p:cNvSpPr/>
          <p:nvPr/>
        </p:nvSpPr>
        <p:spPr>
          <a:xfrm>
            <a:off x="9304200" y="2351160"/>
            <a:ext cx="6372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0" name="Text 42"/>
          <p:cNvSpPr/>
          <p:nvPr/>
        </p:nvSpPr>
        <p:spPr>
          <a:xfrm>
            <a:off x="8984160" y="3154680"/>
            <a:ext cx="12772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 43"/>
          <p:cNvSpPr/>
          <p:nvPr/>
        </p:nvSpPr>
        <p:spPr>
          <a:xfrm>
            <a:off x="8984160" y="3520440"/>
            <a:ext cx="127728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3" name="Shape 45"/>
          <p:cNvSpPr/>
          <p:nvPr/>
        </p:nvSpPr>
        <p:spPr>
          <a:xfrm>
            <a:off x="10355760" y="2194560"/>
            <a:ext cx="1368720" cy="21916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4" name="Shape 46"/>
          <p:cNvSpPr/>
          <p:nvPr/>
        </p:nvSpPr>
        <p:spPr>
          <a:xfrm>
            <a:off x="10721520" y="2423160"/>
            <a:ext cx="637200" cy="63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5" name="Text 47"/>
          <p:cNvSpPr/>
          <p:nvPr/>
        </p:nvSpPr>
        <p:spPr>
          <a:xfrm>
            <a:off x="10721520" y="2351160"/>
            <a:ext cx="6372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 48"/>
          <p:cNvSpPr/>
          <p:nvPr/>
        </p:nvSpPr>
        <p:spPr>
          <a:xfrm>
            <a:off x="10401480" y="3154680"/>
            <a:ext cx="12772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 49"/>
          <p:cNvSpPr/>
          <p:nvPr/>
        </p:nvSpPr>
        <p:spPr>
          <a:xfrm>
            <a:off x="10401480" y="3520440"/>
            <a:ext cx="127728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Shape 50"/>
          <p:cNvSpPr/>
          <p:nvPr/>
        </p:nvSpPr>
        <p:spPr>
          <a:xfrm>
            <a:off x="548640" y="4754880"/>
            <a:ext cx="11061360" cy="155160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9" name="Text 51"/>
          <p:cNvSpPr/>
          <p:nvPr/>
        </p:nvSpPr>
        <p:spPr>
          <a:xfrm>
            <a:off x="731520" y="4846320"/>
            <a:ext cx="5483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0" name="Text 52"/>
          <p:cNvSpPr/>
          <p:nvPr/>
        </p:nvSpPr>
        <p:spPr>
          <a:xfrm>
            <a:off x="731520" y="5120640"/>
            <a:ext cx="106956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1" name="Text 53"/>
          <p:cNvSpPr/>
          <p:nvPr/>
        </p:nvSpPr>
        <p:spPr>
          <a:xfrm>
            <a:off x="731520" y="5312520"/>
            <a:ext cx="106956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on: [push, pull_request]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54"/>
          <p:cNvSpPr/>
          <p:nvPr/>
        </p:nvSpPr>
        <p:spPr>
          <a:xfrm>
            <a:off x="731520" y="5504760"/>
            <a:ext cx="106956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Text 55"/>
          <p:cNvSpPr/>
          <p:nvPr/>
        </p:nvSpPr>
        <p:spPr>
          <a:xfrm>
            <a:off x="731520" y="5696640"/>
            <a:ext cx="106956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4" name="Text 56"/>
          <p:cNvSpPr/>
          <p:nvPr/>
        </p:nvSpPr>
        <p:spPr>
          <a:xfrm>
            <a:off x="731520" y="5888880"/>
            <a:ext cx="106956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5" name="Text 57"/>
          <p:cNvSpPr/>
          <p:nvPr/>
        </p:nvSpPr>
        <p:spPr>
          <a:xfrm>
            <a:off x="731520" y="6080760"/>
            <a:ext cx="106956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steps: [checkout, setup-bun, install, prisma:generate, lint, test, build]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7" name="Text 58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7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7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8" name="Text 59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Rectangle 1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0" name="TextBox 2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Box 3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Rectangle 4"/>
          <p:cNvSpPr/>
          <p:nvPr/>
        </p:nvSpPr>
        <p:spPr>
          <a:xfrm>
            <a:off x="685800" y="2011680"/>
            <a:ext cx="1661760" cy="11858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3" name="Rectangle 5"/>
          <p:cNvSpPr/>
          <p:nvPr/>
        </p:nvSpPr>
        <p:spPr>
          <a:xfrm>
            <a:off x="685800" y="2011680"/>
            <a:ext cx="1661760" cy="702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4" name="TextBox 6"/>
          <p:cNvSpPr/>
          <p:nvPr/>
        </p:nvSpPr>
        <p:spPr>
          <a:xfrm>
            <a:off x="685800" y="2194560"/>
            <a:ext cx="166176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Box 7"/>
          <p:cNvSpPr/>
          <p:nvPr/>
        </p:nvSpPr>
        <p:spPr>
          <a:xfrm>
            <a:off x="685800" y="2743200"/>
            <a:ext cx="166176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Box 8"/>
          <p:cNvSpPr/>
          <p:nvPr/>
        </p:nvSpPr>
        <p:spPr>
          <a:xfrm>
            <a:off x="685800" y="2971800"/>
            <a:ext cx="166176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Box 9"/>
          <p:cNvSpPr/>
          <p:nvPr/>
        </p:nvSpPr>
        <p:spPr>
          <a:xfrm>
            <a:off x="2370960" y="2514600"/>
            <a:ext cx="198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Rectangle 10"/>
          <p:cNvSpPr/>
          <p:nvPr/>
        </p:nvSpPr>
        <p:spPr>
          <a:xfrm>
            <a:off x="2502360" y="2011680"/>
            <a:ext cx="1661760" cy="11858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9" name="Rectangle 11"/>
          <p:cNvSpPr/>
          <p:nvPr/>
        </p:nvSpPr>
        <p:spPr>
          <a:xfrm>
            <a:off x="2502360" y="2011680"/>
            <a:ext cx="1661760" cy="702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0" name="TextBox 12"/>
          <p:cNvSpPr/>
          <p:nvPr/>
        </p:nvSpPr>
        <p:spPr>
          <a:xfrm>
            <a:off x="2502360" y="2194560"/>
            <a:ext cx="166176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Box 13"/>
          <p:cNvSpPr/>
          <p:nvPr/>
        </p:nvSpPr>
        <p:spPr>
          <a:xfrm>
            <a:off x="2502360" y="2743200"/>
            <a:ext cx="166176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Box 14"/>
          <p:cNvSpPr/>
          <p:nvPr/>
        </p:nvSpPr>
        <p:spPr>
          <a:xfrm>
            <a:off x="2502360" y="2971800"/>
            <a:ext cx="166176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i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y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Box 15"/>
          <p:cNvSpPr/>
          <p:nvPr/>
        </p:nvSpPr>
        <p:spPr>
          <a:xfrm>
            <a:off x="4187520" y="2514600"/>
            <a:ext cx="198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Rectangle 16"/>
          <p:cNvSpPr/>
          <p:nvPr/>
        </p:nvSpPr>
        <p:spPr>
          <a:xfrm>
            <a:off x="4318560" y="2011680"/>
            <a:ext cx="1662120" cy="11858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5" name="Rectangle 17"/>
          <p:cNvSpPr/>
          <p:nvPr/>
        </p:nvSpPr>
        <p:spPr>
          <a:xfrm>
            <a:off x="4318560" y="2011680"/>
            <a:ext cx="1662120" cy="70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6" name="TextBox 18"/>
          <p:cNvSpPr/>
          <p:nvPr/>
        </p:nvSpPr>
        <p:spPr>
          <a:xfrm>
            <a:off x="4318560" y="2194560"/>
            <a:ext cx="166212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Box 19"/>
          <p:cNvSpPr/>
          <p:nvPr/>
        </p:nvSpPr>
        <p:spPr>
          <a:xfrm>
            <a:off x="4318560" y="2743200"/>
            <a:ext cx="16621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Box 20"/>
          <p:cNvSpPr/>
          <p:nvPr/>
        </p:nvSpPr>
        <p:spPr>
          <a:xfrm>
            <a:off x="4318560" y="2971800"/>
            <a:ext cx="166212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Box 21"/>
          <p:cNvSpPr/>
          <p:nvPr/>
        </p:nvSpPr>
        <p:spPr>
          <a:xfrm>
            <a:off x="6004080" y="2514600"/>
            <a:ext cx="19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Rectangle 22"/>
          <p:cNvSpPr/>
          <p:nvPr/>
        </p:nvSpPr>
        <p:spPr>
          <a:xfrm>
            <a:off x="6135120" y="2011680"/>
            <a:ext cx="1662120" cy="11858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1" name="Rectangle 23"/>
          <p:cNvSpPr/>
          <p:nvPr/>
        </p:nvSpPr>
        <p:spPr>
          <a:xfrm>
            <a:off x="6135120" y="2011680"/>
            <a:ext cx="1662120" cy="70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Box 24"/>
          <p:cNvSpPr/>
          <p:nvPr/>
        </p:nvSpPr>
        <p:spPr>
          <a:xfrm>
            <a:off x="6135120" y="2194560"/>
            <a:ext cx="166212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TextBox 25"/>
          <p:cNvSpPr/>
          <p:nvPr/>
        </p:nvSpPr>
        <p:spPr>
          <a:xfrm>
            <a:off x="6135120" y="2743200"/>
            <a:ext cx="16621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4" name="TextBox 26"/>
          <p:cNvSpPr/>
          <p:nvPr/>
        </p:nvSpPr>
        <p:spPr>
          <a:xfrm>
            <a:off x="6135120" y="2971800"/>
            <a:ext cx="166212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x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t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b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i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l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Box 27"/>
          <p:cNvSpPr/>
          <p:nvPr/>
        </p:nvSpPr>
        <p:spPr>
          <a:xfrm>
            <a:off x="7820640" y="2514600"/>
            <a:ext cx="198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Rectangle 28"/>
          <p:cNvSpPr/>
          <p:nvPr/>
        </p:nvSpPr>
        <p:spPr>
          <a:xfrm>
            <a:off x="7951680" y="2011680"/>
            <a:ext cx="1661760" cy="11858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Rectangle 29"/>
          <p:cNvSpPr/>
          <p:nvPr/>
        </p:nvSpPr>
        <p:spPr>
          <a:xfrm>
            <a:off x="7951680" y="2011680"/>
            <a:ext cx="1661760" cy="702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8" name="TextBox 30"/>
          <p:cNvSpPr/>
          <p:nvPr/>
        </p:nvSpPr>
        <p:spPr>
          <a:xfrm>
            <a:off x="7951680" y="2194560"/>
            <a:ext cx="166176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TextBox 31"/>
          <p:cNvSpPr/>
          <p:nvPr/>
        </p:nvSpPr>
        <p:spPr>
          <a:xfrm>
            <a:off x="7951680" y="2743200"/>
            <a:ext cx="166176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0" name="TextBox 32"/>
          <p:cNvSpPr/>
          <p:nvPr/>
        </p:nvSpPr>
        <p:spPr>
          <a:xfrm>
            <a:off x="7951680" y="2971800"/>
            <a:ext cx="166176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Box 33"/>
          <p:cNvSpPr/>
          <p:nvPr/>
        </p:nvSpPr>
        <p:spPr>
          <a:xfrm>
            <a:off x="9637200" y="2514600"/>
            <a:ext cx="198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Rectangle 34"/>
          <p:cNvSpPr/>
          <p:nvPr/>
        </p:nvSpPr>
        <p:spPr>
          <a:xfrm>
            <a:off x="9768240" y="2011680"/>
            <a:ext cx="1661760" cy="11858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Rectangle 35"/>
          <p:cNvSpPr/>
          <p:nvPr/>
        </p:nvSpPr>
        <p:spPr>
          <a:xfrm>
            <a:off x="9768240" y="2011680"/>
            <a:ext cx="1661760" cy="702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4" name="TextBox 36"/>
          <p:cNvSpPr/>
          <p:nvPr/>
        </p:nvSpPr>
        <p:spPr>
          <a:xfrm>
            <a:off x="9768240" y="2194560"/>
            <a:ext cx="166176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TextBox 37"/>
          <p:cNvSpPr/>
          <p:nvPr/>
        </p:nvSpPr>
        <p:spPr>
          <a:xfrm>
            <a:off x="9768240" y="2743200"/>
            <a:ext cx="166176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6" name="TextBox 38"/>
          <p:cNvSpPr/>
          <p:nvPr/>
        </p:nvSpPr>
        <p:spPr>
          <a:xfrm>
            <a:off x="9768240" y="2971800"/>
            <a:ext cx="166176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Rectangle 39"/>
          <p:cNvSpPr/>
          <p:nvPr/>
        </p:nvSpPr>
        <p:spPr>
          <a:xfrm>
            <a:off x="548640" y="3749040"/>
            <a:ext cx="6855120" cy="24660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8" name="Oval 40"/>
          <p:cNvSpPr/>
          <p:nvPr/>
        </p:nvSpPr>
        <p:spPr>
          <a:xfrm>
            <a:off x="777240" y="3931920"/>
            <a:ext cx="134280" cy="13428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Oval 41"/>
          <p:cNvSpPr/>
          <p:nvPr/>
        </p:nvSpPr>
        <p:spPr>
          <a:xfrm>
            <a:off x="960120" y="3931920"/>
            <a:ext cx="134280" cy="13428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0" name="Oval 42"/>
          <p:cNvSpPr/>
          <p:nvPr/>
        </p:nvSpPr>
        <p:spPr>
          <a:xfrm>
            <a:off x="1143000" y="3931920"/>
            <a:ext cx="134280" cy="13428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1" name="TextBox 43"/>
          <p:cNvSpPr/>
          <p:nvPr/>
        </p:nvSpPr>
        <p:spPr>
          <a:xfrm>
            <a:off x="1371600" y="3840480"/>
            <a:ext cx="59407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 — déclencheurs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2" name="TextBox 44"/>
          <p:cNvSpPr/>
          <p:nvPr/>
        </p:nvSpPr>
        <p:spPr>
          <a:xfrm>
            <a:off x="777240" y="4297680"/>
            <a:ext cx="6397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Box 45"/>
          <p:cNvSpPr/>
          <p:nvPr/>
        </p:nvSpPr>
        <p:spPr>
          <a:xfrm>
            <a:off x="777240" y="4498920"/>
            <a:ext cx="6397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4" name="TextBox 46"/>
          <p:cNvSpPr/>
          <p:nvPr/>
        </p:nvSpPr>
        <p:spPr>
          <a:xfrm>
            <a:off x="777240" y="4700160"/>
            <a:ext cx="6397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Box 47"/>
          <p:cNvSpPr/>
          <p:nvPr/>
        </p:nvSpPr>
        <p:spPr>
          <a:xfrm>
            <a:off x="777240" y="4901040"/>
            <a:ext cx="6397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TextBox 48"/>
          <p:cNvSpPr/>
          <p:nvPr/>
        </p:nvSpPr>
        <p:spPr>
          <a:xfrm>
            <a:off x="777240" y="5102280"/>
            <a:ext cx="6397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[main]              # auto-deploy sur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7" name="TextBox 49"/>
          <p:cNvSpPr/>
          <p:nvPr/>
        </p:nvSpPr>
        <p:spPr>
          <a:xfrm>
            <a:off x="777240" y="5303520"/>
            <a:ext cx="6397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                   # check sur PR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8" name="TextBox 50"/>
          <p:cNvSpPr/>
          <p:nvPr/>
        </p:nvSpPr>
        <p:spPr>
          <a:xfrm>
            <a:off x="777240" y="5504760"/>
            <a:ext cx="6397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9" name="TextBox 51"/>
          <p:cNvSpPr/>
          <p:nvPr/>
        </p:nvSpPr>
        <p:spPr>
          <a:xfrm>
            <a:off x="777240" y="5706000"/>
            <a:ext cx="6397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w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o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r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k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l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o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w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_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a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t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c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h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: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#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b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o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u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t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o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n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m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a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n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u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e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0" name="Rectangle 52"/>
          <p:cNvSpPr/>
          <p:nvPr/>
        </p:nvSpPr>
        <p:spPr>
          <a:xfrm>
            <a:off x="8092440" y="3749040"/>
            <a:ext cx="3517560" cy="24660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Box 53"/>
          <p:cNvSpPr/>
          <p:nvPr/>
        </p:nvSpPr>
        <p:spPr>
          <a:xfrm>
            <a:off x="8275320" y="3840480"/>
            <a:ext cx="3151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Oval 54"/>
          <p:cNvSpPr/>
          <p:nvPr/>
        </p:nvSpPr>
        <p:spPr>
          <a:xfrm>
            <a:off x="8275320" y="4297680"/>
            <a:ext cx="408600" cy="40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3" name="TextBox 55"/>
          <p:cNvSpPr/>
          <p:nvPr/>
        </p:nvSpPr>
        <p:spPr>
          <a:xfrm>
            <a:off x="8275320" y="4379400"/>
            <a:ext cx="4086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Box 56"/>
          <p:cNvSpPr/>
          <p:nvPr/>
        </p:nvSpPr>
        <p:spPr>
          <a:xfrm>
            <a:off x="8814240" y="4359960"/>
            <a:ext cx="2648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Oval 57"/>
          <p:cNvSpPr/>
          <p:nvPr/>
        </p:nvSpPr>
        <p:spPr>
          <a:xfrm>
            <a:off x="8275320" y="4937760"/>
            <a:ext cx="408600" cy="4086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6" name="TextBox 58"/>
          <p:cNvSpPr/>
          <p:nvPr/>
        </p:nvSpPr>
        <p:spPr>
          <a:xfrm>
            <a:off x="8275320" y="493776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Box 59"/>
          <p:cNvSpPr/>
          <p:nvPr/>
        </p:nvSpPr>
        <p:spPr>
          <a:xfrm>
            <a:off x="8814240" y="5000040"/>
            <a:ext cx="26488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Oval 60"/>
          <p:cNvSpPr/>
          <p:nvPr/>
        </p:nvSpPr>
        <p:spPr>
          <a:xfrm>
            <a:off x="8275320" y="5577840"/>
            <a:ext cx="408600" cy="4086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9" name="TextBox 61"/>
          <p:cNvSpPr/>
          <p:nvPr/>
        </p:nvSpPr>
        <p:spPr>
          <a:xfrm>
            <a:off x="8275320" y="557784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Box 62"/>
          <p:cNvSpPr/>
          <p:nvPr/>
        </p:nvSpPr>
        <p:spPr>
          <a:xfrm>
            <a:off x="8814240" y="5676120"/>
            <a:ext cx="26488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Box 63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Box 64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1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5" name="TextBox 2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Box 3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GitHub Actions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Rectangle 4"/>
          <p:cNvSpPr/>
          <p:nvPr/>
        </p:nvSpPr>
        <p:spPr>
          <a:xfrm>
            <a:off x="548640" y="1691640"/>
            <a:ext cx="7312320" cy="4569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8" name="Oval 5"/>
          <p:cNvSpPr/>
          <p:nvPr/>
        </p:nvSpPr>
        <p:spPr>
          <a:xfrm>
            <a:off x="777240" y="1874520"/>
            <a:ext cx="134280" cy="13428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9" name="Oval 6"/>
          <p:cNvSpPr/>
          <p:nvPr/>
        </p:nvSpPr>
        <p:spPr>
          <a:xfrm>
            <a:off x="960120" y="1874520"/>
            <a:ext cx="134280" cy="13428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0" name="Oval 7"/>
          <p:cNvSpPr/>
          <p:nvPr/>
        </p:nvSpPr>
        <p:spPr>
          <a:xfrm>
            <a:off x="1143000" y="1874520"/>
            <a:ext cx="134280" cy="13428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1" name="TextBox 8"/>
          <p:cNvSpPr/>
          <p:nvPr/>
        </p:nvSpPr>
        <p:spPr>
          <a:xfrm>
            <a:off x="1371600" y="1783080"/>
            <a:ext cx="63979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Box 9"/>
          <p:cNvSpPr/>
          <p:nvPr/>
        </p:nvSpPr>
        <p:spPr>
          <a:xfrm>
            <a:off x="777240" y="219456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Box 11"/>
          <p:cNvSpPr/>
          <p:nvPr/>
        </p:nvSpPr>
        <p:spPr>
          <a:xfrm>
            <a:off x="777240" y="237744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TextBox 12"/>
          <p:cNvSpPr/>
          <p:nvPr/>
        </p:nvSpPr>
        <p:spPr>
          <a:xfrm>
            <a:off x="777240" y="256032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push:        { branches: [main]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5" name="TextBox 13"/>
          <p:cNvSpPr/>
          <p:nvPr/>
        </p:nvSpPr>
        <p:spPr>
          <a:xfrm>
            <a:off x="777240" y="274320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u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l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l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_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r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e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q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u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e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t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TextBox 15"/>
          <p:cNvSpPr/>
          <p:nvPr/>
        </p:nvSpPr>
        <p:spPr>
          <a:xfrm>
            <a:off x="777240" y="292608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7" name="TextBox 16"/>
          <p:cNvSpPr/>
          <p:nvPr/>
        </p:nvSpPr>
        <p:spPr>
          <a:xfrm>
            <a:off x="777240" y="310896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Box 17"/>
          <p:cNvSpPr/>
          <p:nvPr/>
        </p:nvSpPr>
        <p:spPr>
          <a:xfrm>
            <a:off x="777240" y="329184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TextBox 18"/>
          <p:cNvSpPr/>
          <p:nvPr/>
        </p:nvSpPr>
        <p:spPr>
          <a:xfrm>
            <a:off x="777240" y="347472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timeout-minutes: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0" name="TextBox 20"/>
          <p:cNvSpPr/>
          <p:nvPr/>
        </p:nvSpPr>
        <p:spPr>
          <a:xfrm>
            <a:off x="777240" y="365760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  steps: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Box 21"/>
          <p:cNvSpPr/>
          <p:nvPr/>
        </p:nvSpPr>
        <p:spPr>
          <a:xfrm>
            <a:off x="777240" y="384048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actions/checkout@v4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TextBox 23"/>
          <p:cNvSpPr/>
          <p:nvPr/>
        </p:nvSpPr>
        <p:spPr>
          <a:xfrm>
            <a:off x="777240" y="402336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oven-sh/setup-bun@v1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3" name="TextBox 24"/>
          <p:cNvSpPr/>
          <p:nvPr/>
        </p:nvSpPr>
        <p:spPr>
          <a:xfrm>
            <a:off x="777240" y="420624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  with: { bun-version: '1'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Box 26"/>
          <p:cNvSpPr/>
          <p:nvPr/>
        </p:nvSpPr>
        <p:spPr>
          <a:xfrm>
            <a:off x="777240" y="438912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Install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TextBox 27"/>
          <p:cNvSpPr/>
          <p:nvPr/>
        </p:nvSpPr>
        <p:spPr>
          <a:xfrm>
            <a:off x="777240" y="457200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6" name="TextBox 29"/>
          <p:cNvSpPr/>
          <p:nvPr/>
        </p:nvSpPr>
        <p:spPr>
          <a:xfrm>
            <a:off x="777240" y="475488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Box 30"/>
          <p:cNvSpPr/>
          <p:nvPr/>
        </p:nvSpPr>
        <p:spPr>
          <a:xfrm>
            <a:off x="777240" y="493776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TextBox 32"/>
          <p:cNvSpPr/>
          <p:nvPr/>
        </p:nvSpPr>
        <p:spPr>
          <a:xfrm>
            <a:off x="777240" y="512064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9" name="TextBox 33"/>
          <p:cNvSpPr/>
          <p:nvPr/>
        </p:nvSpPr>
        <p:spPr>
          <a:xfrm>
            <a:off x="777240" y="530352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Box 35"/>
          <p:cNvSpPr/>
          <p:nvPr/>
        </p:nvSpPr>
        <p:spPr>
          <a:xfrm>
            <a:off x="777240" y="548640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Tests d'intégration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TextBox 36"/>
          <p:cNvSpPr/>
          <p:nvPr/>
        </p:nvSpPr>
        <p:spPr>
          <a:xfrm>
            <a:off x="777240" y="566928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2" name="TextBox 38"/>
          <p:cNvSpPr/>
          <p:nvPr/>
        </p:nvSpPr>
        <p:spPr>
          <a:xfrm>
            <a:off x="777240" y="585216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Build 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Box 39"/>
          <p:cNvSpPr/>
          <p:nvPr/>
        </p:nvSpPr>
        <p:spPr>
          <a:xfrm>
            <a:off x="777240" y="6035040"/>
            <a:ext cx="6855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4" name="Rectangle 40"/>
          <p:cNvSpPr/>
          <p:nvPr/>
        </p:nvSpPr>
        <p:spPr>
          <a:xfrm>
            <a:off x="8092440" y="1691640"/>
            <a:ext cx="3517560" cy="45691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5" name="TextBox 41"/>
          <p:cNvSpPr/>
          <p:nvPr/>
        </p:nvSpPr>
        <p:spPr>
          <a:xfrm>
            <a:off x="8275320" y="1783080"/>
            <a:ext cx="3151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 fait chaque étape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Oval 42"/>
          <p:cNvSpPr/>
          <p:nvPr/>
        </p:nvSpPr>
        <p:spPr>
          <a:xfrm>
            <a:off x="8275320" y="2240280"/>
            <a:ext cx="408600" cy="4086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7" name="TextBox 43"/>
          <p:cNvSpPr/>
          <p:nvPr/>
        </p:nvSpPr>
        <p:spPr>
          <a:xfrm>
            <a:off x="8275320" y="224028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Box 44"/>
          <p:cNvSpPr/>
          <p:nvPr/>
        </p:nvSpPr>
        <p:spPr>
          <a:xfrm>
            <a:off x="8814240" y="2302560"/>
            <a:ext cx="2648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checkout : clone le repo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Oval 45"/>
          <p:cNvSpPr/>
          <p:nvPr/>
        </p:nvSpPr>
        <p:spPr>
          <a:xfrm>
            <a:off x="8275320" y="2880360"/>
            <a:ext cx="408600" cy="4086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TextBox 46"/>
          <p:cNvSpPr/>
          <p:nvPr/>
        </p:nvSpPr>
        <p:spPr>
          <a:xfrm>
            <a:off x="8275320" y="288036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1" name="TextBox 47"/>
          <p:cNvSpPr/>
          <p:nvPr/>
        </p:nvSpPr>
        <p:spPr>
          <a:xfrm>
            <a:off x="8814240" y="2942640"/>
            <a:ext cx="26488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setup-bun : runtime 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2" name="Oval 48"/>
          <p:cNvSpPr/>
          <p:nvPr/>
        </p:nvSpPr>
        <p:spPr>
          <a:xfrm>
            <a:off x="8275320" y="3520440"/>
            <a:ext cx="408600" cy="4086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3" name="TextBox 49"/>
          <p:cNvSpPr/>
          <p:nvPr/>
        </p:nvSpPr>
        <p:spPr>
          <a:xfrm>
            <a:off x="8275320" y="352044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4" name="TextBox 50"/>
          <p:cNvSpPr/>
          <p:nvPr/>
        </p:nvSpPr>
        <p:spPr>
          <a:xfrm>
            <a:off x="8814240" y="3582720"/>
            <a:ext cx="26488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install : deps lockées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Oval 51"/>
          <p:cNvSpPr/>
          <p:nvPr/>
        </p:nvSpPr>
        <p:spPr>
          <a:xfrm>
            <a:off x="8275320" y="4160520"/>
            <a:ext cx="408600" cy="4086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6" name="TextBox 52"/>
          <p:cNvSpPr/>
          <p:nvPr/>
        </p:nvSpPr>
        <p:spPr>
          <a:xfrm>
            <a:off x="8275320" y="416052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TextBox 53"/>
          <p:cNvSpPr/>
          <p:nvPr/>
        </p:nvSpPr>
        <p:spPr>
          <a:xfrm>
            <a:off x="8814240" y="4222800"/>
            <a:ext cx="26488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generate : types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8" name="Oval 54"/>
          <p:cNvSpPr/>
          <p:nvPr/>
        </p:nvSpPr>
        <p:spPr>
          <a:xfrm>
            <a:off x="8275320" y="4800600"/>
            <a:ext cx="408600" cy="40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9" name="TextBox 55"/>
          <p:cNvSpPr/>
          <p:nvPr/>
        </p:nvSpPr>
        <p:spPr>
          <a:xfrm>
            <a:off x="8275320" y="480060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Box 56"/>
          <p:cNvSpPr/>
          <p:nvPr/>
        </p:nvSpPr>
        <p:spPr>
          <a:xfrm>
            <a:off x="8814240" y="4862880"/>
            <a:ext cx="26488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: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Oval 57"/>
          <p:cNvSpPr/>
          <p:nvPr/>
        </p:nvSpPr>
        <p:spPr>
          <a:xfrm>
            <a:off x="8275320" y="5440680"/>
            <a:ext cx="408600" cy="4086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Box 58"/>
          <p:cNvSpPr/>
          <p:nvPr/>
        </p:nvSpPr>
        <p:spPr>
          <a:xfrm>
            <a:off x="8275320" y="544068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Box 59"/>
          <p:cNvSpPr/>
          <p:nvPr/>
        </p:nvSpPr>
        <p:spPr>
          <a:xfrm>
            <a:off x="8814240" y="5538960"/>
            <a:ext cx="26488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: artefact .next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Box 60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TextBox 61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0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Rectangle 1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Box 2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TextBox 3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Triggers : 3 façons de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déclencher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0" name="Rectangle 4"/>
          <p:cNvSpPr/>
          <p:nvPr/>
        </p:nvSpPr>
        <p:spPr>
          <a:xfrm>
            <a:off x="548640" y="1691640"/>
            <a:ext cx="3654720" cy="4569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1" name="Rectangle 5"/>
          <p:cNvSpPr/>
          <p:nvPr/>
        </p:nvSpPr>
        <p:spPr>
          <a:xfrm>
            <a:off x="548640" y="1691640"/>
            <a:ext cx="3654720" cy="88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4280" rIns="9000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2" name="TextBox 6"/>
          <p:cNvSpPr/>
          <p:nvPr/>
        </p:nvSpPr>
        <p:spPr>
          <a:xfrm>
            <a:off x="731520" y="1965960"/>
            <a:ext cx="72864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TextBox 7"/>
          <p:cNvSpPr/>
          <p:nvPr/>
        </p:nvSpPr>
        <p:spPr>
          <a:xfrm>
            <a:off x="1508760" y="1965960"/>
            <a:ext cx="2511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push sur main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4" name="TextBox 8"/>
          <p:cNvSpPr/>
          <p:nvPr/>
        </p:nvSpPr>
        <p:spPr>
          <a:xfrm>
            <a:off x="1508760" y="2331720"/>
            <a:ext cx="2511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Merge d'une PR sur main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Rectangle 9"/>
          <p:cNvSpPr/>
          <p:nvPr/>
        </p:nvSpPr>
        <p:spPr>
          <a:xfrm>
            <a:off x="731520" y="2788920"/>
            <a:ext cx="3288960" cy="4543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6" name="TextBox 10"/>
          <p:cNvSpPr/>
          <p:nvPr/>
        </p:nvSpPr>
        <p:spPr>
          <a:xfrm>
            <a:off x="822960" y="2853000"/>
            <a:ext cx="31060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complet + auto-deploy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TextBox 11"/>
          <p:cNvSpPr/>
          <p:nvPr/>
        </p:nvSpPr>
        <p:spPr>
          <a:xfrm>
            <a:off x="777240" y="3520440"/>
            <a:ext cx="31975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8" name="TextBox 12"/>
          <p:cNvSpPr/>
          <p:nvPr/>
        </p:nvSpPr>
        <p:spPr>
          <a:xfrm>
            <a:off x="777240" y="3776400"/>
            <a:ext cx="31975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Box 13"/>
          <p:cNvSpPr/>
          <p:nvPr/>
        </p:nvSpPr>
        <p:spPr>
          <a:xfrm>
            <a:off x="777240" y="4032360"/>
            <a:ext cx="31975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Box 14"/>
          <p:cNvSpPr/>
          <p:nvPr/>
        </p:nvSpPr>
        <p:spPr>
          <a:xfrm>
            <a:off x="777240" y="4288680"/>
            <a:ext cx="31975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-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TextBox 15"/>
          <p:cNvSpPr/>
          <p:nvPr/>
        </p:nvSpPr>
        <p:spPr>
          <a:xfrm>
            <a:off x="731520" y="498348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2" name="TextBox 16"/>
          <p:cNvSpPr/>
          <p:nvPr/>
        </p:nvSpPr>
        <p:spPr>
          <a:xfrm>
            <a:off x="731520" y="534924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Déploiement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3" name="TextBox 17"/>
          <p:cNvSpPr/>
          <p:nvPr/>
        </p:nvSpPr>
        <p:spPr>
          <a:xfrm>
            <a:off x="731520" y="562356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4" name="Rectangle 18"/>
          <p:cNvSpPr/>
          <p:nvPr/>
        </p:nvSpPr>
        <p:spPr>
          <a:xfrm>
            <a:off x="4343400" y="1691640"/>
            <a:ext cx="3654720" cy="4569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5" name="Rectangle 19"/>
          <p:cNvSpPr/>
          <p:nvPr/>
        </p:nvSpPr>
        <p:spPr>
          <a:xfrm>
            <a:off x="4343400" y="1691640"/>
            <a:ext cx="3654720" cy="88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4280" rIns="9000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Box 20"/>
          <p:cNvSpPr/>
          <p:nvPr/>
        </p:nvSpPr>
        <p:spPr>
          <a:xfrm>
            <a:off x="4526280" y="1965960"/>
            <a:ext cx="72864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⊕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Box 21"/>
          <p:cNvSpPr/>
          <p:nvPr/>
        </p:nvSpPr>
        <p:spPr>
          <a:xfrm>
            <a:off x="5303520" y="1965960"/>
            <a:ext cx="2511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pull_request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Box 22"/>
          <p:cNvSpPr/>
          <p:nvPr/>
        </p:nvSpPr>
        <p:spPr>
          <a:xfrm>
            <a:off x="5303520" y="2331720"/>
            <a:ext cx="2511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/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'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Rectangle 23"/>
          <p:cNvSpPr/>
          <p:nvPr/>
        </p:nvSpPr>
        <p:spPr>
          <a:xfrm>
            <a:off x="4526280" y="2788920"/>
            <a:ext cx="3288960" cy="4543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Box 24"/>
          <p:cNvSpPr/>
          <p:nvPr/>
        </p:nvSpPr>
        <p:spPr>
          <a:xfrm>
            <a:off x="4617720" y="2853000"/>
            <a:ext cx="31060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+ Preview Vercel + Neon branch isolée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Box 25"/>
          <p:cNvSpPr/>
          <p:nvPr/>
        </p:nvSpPr>
        <p:spPr>
          <a:xfrm>
            <a:off x="4572000" y="3520440"/>
            <a:ext cx="31975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Box 26"/>
          <p:cNvSpPr/>
          <p:nvPr/>
        </p:nvSpPr>
        <p:spPr>
          <a:xfrm>
            <a:off x="4572000" y="3776400"/>
            <a:ext cx="31975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TextBox 27"/>
          <p:cNvSpPr/>
          <p:nvPr/>
        </p:nvSpPr>
        <p:spPr>
          <a:xfrm>
            <a:off x="4572000" y="4032360"/>
            <a:ext cx="31975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4" name="TextBox 28"/>
          <p:cNvSpPr/>
          <p:nvPr/>
        </p:nvSpPr>
        <p:spPr>
          <a:xfrm>
            <a:off x="4572000" y="4288680"/>
            <a:ext cx="31975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types: [opened, synchronize]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Box 29"/>
          <p:cNvSpPr/>
          <p:nvPr/>
        </p:nvSpPr>
        <p:spPr>
          <a:xfrm>
            <a:off x="4526280" y="498348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Box 30"/>
          <p:cNvSpPr/>
          <p:nvPr/>
        </p:nvSpPr>
        <p:spPr>
          <a:xfrm>
            <a:off x="4526280" y="534924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Status check obligatoire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TextBox 31"/>
          <p:cNvSpPr/>
          <p:nvPr/>
        </p:nvSpPr>
        <p:spPr>
          <a:xfrm>
            <a:off x="4526280" y="562356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8" name="Rectangle 32"/>
          <p:cNvSpPr/>
          <p:nvPr/>
        </p:nvSpPr>
        <p:spPr>
          <a:xfrm>
            <a:off x="8138160" y="1691640"/>
            <a:ext cx="3654720" cy="4569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9" name="Rectangle 33"/>
          <p:cNvSpPr/>
          <p:nvPr/>
        </p:nvSpPr>
        <p:spPr>
          <a:xfrm>
            <a:off x="8138160" y="1691640"/>
            <a:ext cx="3654720" cy="8856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4280" rIns="9000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0" name="TextBox 34"/>
          <p:cNvSpPr/>
          <p:nvPr/>
        </p:nvSpPr>
        <p:spPr>
          <a:xfrm>
            <a:off x="8321040" y="1965960"/>
            <a:ext cx="72864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Box 35"/>
          <p:cNvSpPr/>
          <p:nvPr/>
        </p:nvSpPr>
        <p:spPr>
          <a:xfrm>
            <a:off x="9098280" y="1965960"/>
            <a:ext cx="2511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workflow_dispatch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2" name="TextBox 36"/>
          <p:cNvSpPr/>
          <p:nvPr/>
        </p:nvSpPr>
        <p:spPr>
          <a:xfrm>
            <a:off x="9098280" y="2331720"/>
            <a:ext cx="2511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Bouton manuel dans GitHub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Rectangle 37"/>
          <p:cNvSpPr/>
          <p:nvPr/>
        </p:nvSpPr>
        <p:spPr>
          <a:xfrm>
            <a:off x="8321040" y="2788920"/>
            <a:ext cx="3288960" cy="4543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4" name="TextBox 38"/>
          <p:cNvSpPr/>
          <p:nvPr/>
        </p:nvSpPr>
        <p:spPr>
          <a:xfrm>
            <a:off x="8412480" y="2853000"/>
            <a:ext cx="31060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Rejeu d'un déploiement, debug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5" name="TextBox 39"/>
          <p:cNvSpPr/>
          <p:nvPr/>
        </p:nvSpPr>
        <p:spPr>
          <a:xfrm>
            <a:off x="8366760" y="3520440"/>
            <a:ext cx="31975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6" name="TextBox 40"/>
          <p:cNvSpPr/>
          <p:nvPr/>
        </p:nvSpPr>
        <p:spPr>
          <a:xfrm>
            <a:off x="8366760" y="3776400"/>
            <a:ext cx="31975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Box 41"/>
          <p:cNvSpPr/>
          <p:nvPr/>
        </p:nvSpPr>
        <p:spPr>
          <a:xfrm>
            <a:off x="8366760" y="4032360"/>
            <a:ext cx="31975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inputs: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Box 42"/>
          <p:cNvSpPr/>
          <p:nvPr/>
        </p:nvSpPr>
        <p:spPr>
          <a:xfrm>
            <a:off x="8366760" y="4288680"/>
            <a:ext cx="31975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env: { type: choice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Box 43"/>
          <p:cNvSpPr/>
          <p:nvPr/>
        </p:nvSpPr>
        <p:spPr>
          <a:xfrm>
            <a:off x="8321040" y="498348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Box 44"/>
          <p:cNvSpPr/>
          <p:nvPr/>
        </p:nvSpPr>
        <p:spPr>
          <a:xfrm>
            <a:off x="8321040" y="534924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Lancement manuel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Box 45"/>
          <p:cNvSpPr/>
          <p:nvPr/>
        </p:nvSpPr>
        <p:spPr>
          <a:xfrm>
            <a:off x="8321040" y="5623560"/>
            <a:ext cx="3288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pour rebuild d'urgence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Box 46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Box 47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8" name="Shape 3"/>
          <p:cNvSpPr/>
          <p:nvPr/>
        </p:nvSpPr>
        <p:spPr>
          <a:xfrm>
            <a:off x="548640" y="1691640"/>
            <a:ext cx="7312320" cy="456912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9" name="Shape 4"/>
          <p:cNvSpPr/>
          <p:nvPr/>
        </p:nvSpPr>
        <p:spPr>
          <a:xfrm>
            <a:off x="777240" y="1874520"/>
            <a:ext cx="134280" cy="1342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0" name="Shape 5"/>
          <p:cNvSpPr/>
          <p:nvPr/>
        </p:nvSpPr>
        <p:spPr>
          <a:xfrm>
            <a:off x="960120" y="1874520"/>
            <a:ext cx="134280" cy="1342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1" name="Shape 6"/>
          <p:cNvSpPr/>
          <p:nvPr/>
        </p:nvSpPr>
        <p:spPr>
          <a:xfrm>
            <a:off x="1143000" y="1874520"/>
            <a:ext cx="134280" cy="1342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2" name="Text 7"/>
          <p:cNvSpPr/>
          <p:nvPr/>
        </p:nvSpPr>
        <p:spPr>
          <a:xfrm>
            <a:off x="1371600" y="1783080"/>
            <a:ext cx="5483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8"/>
          <p:cNvSpPr/>
          <p:nvPr/>
        </p:nvSpPr>
        <p:spPr>
          <a:xfrm>
            <a:off x="777240" y="224028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S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t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a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g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1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—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d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p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s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(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c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a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c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h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 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l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a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y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r</a:t>
            </a: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9"/>
          <p:cNvSpPr/>
          <p:nvPr/>
        </p:nvSpPr>
        <p:spPr>
          <a:xfrm>
            <a:off x="777240" y="241416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Text 10"/>
          <p:cNvSpPr/>
          <p:nvPr/>
        </p:nvSpPr>
        <p:spPr>
          <a:xfrm>
            <a:off x="777240" y="258768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6" name="Text 11"/>
          <p:cNvSpPr/>
          <p:nvPr/>
        </p:nvSpPr>
        <p:spPr>
          <a:xfrm>
            <a:off x="777240" y="276156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Text 12"/>
          <p:cNvSpPr/>
          <p:nvPr/>
        </p:nvSpPr>
        <p:spPr>
          <a:xfrm>
            <a:off x="777240" y="293508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8" name="Text 13"/>
          <p:cNvSpPr/>
          <p:nvPr/>
        </p:nvSpPr>
        <p:spPr>
          <a:xfrm>
            <a:off x="777240" y="310896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14"/>
          <p:cNvSpPr/>
          <p:nvPr/>
        </p:nvSpPr>
        <p:spPr>
          <a:xfrm>
            <a:off x="777240" y="328284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15"/>
          <p:cNvSpPr/>
          <p:nvPr/>
        </p:nvSpPr>
        <p:spPr>
          <a:xfrm>
            <a:off x="777240" y="345636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Text 16"/>
          <p:cNvSpPr/>
          <p:nvPr/>
        </p:nvSpPr>
        <p:spPr>
          <a:xfrm>
            <a:off x="777240" y="363024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2" name="Text 17"/>
          <p:cNvSpPr/>
          <p:nvPr/>
        </p:nvSpPr>
        <p:spPr>
          <a:xfrm>
            <a:off x="777240" y="380376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18"/>
          <p:cNvSpPr/>
          <p:nvPr/>
        </p:nvSpPr>
        <p:spPr>
          <a:xfrm>
            <a:off x="777240" y="397764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19"/>
          <p:cNvSpPr/>
          <p:nvPr/>
        </p:nvSpPr>
        <p:spPr>
          <a:xfrm>
            <a:off x="777240" y="415152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Text 20"/>
          <p:cNvSpPr/>
          <p:nvPr/>
        </p:nvSpPr>
        <p:spPr>
          <a:xfrm>
            <a:off x="777240" y="432504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6" name="Text 21"/>
          <p:cNvSpPr/>
          <p:nvPr/>
        </p:nvSpPr>
        <p:spPr>
          <a:xfrm>
            <a:off x="777240" y="449892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22"/>
          <p:cNvSpPr/>
          <p:nvPr/>
        </p:nvSpPr>
        <p:spPr>
          <a:xfrm>
            <a:off x="777240" y="467244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23"/>
          <p:cNvSpPr/>
          <p:nvPr/>
        </p:nvSpPr>
        <p:spPr>
          <a:xfrm>
            <a:off x="777240" y="484632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Text 24"/>
          <p:cNvSpPr/>
          <p:nvPr/>
        </p:nvSpPr>
        <p:spPr>
          <a:xfrm>
            <a:off x="777240" y="502020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0" name="Text 25"/>
          <p:cNvSpPr/>
          <p:nvPr/>
        </p:nvSpPr>
        <p:spPr>
          <a:xfrm>
            <a:off x="777240" y="519372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26"/>
          <p:cNvSpPr/>
          <p:nvPr/>
        </p:nvSpPr>
        <p:spPr>
          <a:xfrm>
            <a:off x="777240" y="536760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27"/>
          <p:cNvSpPr/>
          <p:nvPr/>
        </p:nvSpPr>
        <p:spPr>
          <a:xfrm>
            <a:off x="777240" y="554112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Text 28"/>
          <p:cNvSpPr/>
          <p:nvPr/>
        </p:nvSpPr>
        <p:spPr>
          <a:xfrm>
            <a:off x="777240" y="571500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4" name="Text 29"/>
          <p:cNvSpPr/>
          <p:nvPr/>
        </p:nvSpPr>
        <p:spPr>
          <a:xfrm>
            <a:off x="777240" y="588888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Shape 30"/>
          <p:cNvSpPr/>
          <p:nvPr/>
        </p:nvSpPr>
        <p:spPr>
          <a:xfrm>
            <a:off x="8092440" y="1691640"/>
            <a:ext cx="3517560" cy="456912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6" name="Text 31"/>
          <p:cNvSpPr/>
          <p:nvPr/>
        </p:nvSpPr>
        <p:spPr>
          <a:xfrm>
            <a:off x="8275320" y="1783080"/>
            <a:ext cx="3197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7" name="Shape 32"/>
          <p:cNvSpPr/>
          <p:nvPr/>
        </p:nvSpPr>
        <p:spPr>
          <a:xfrm>
            <a:off x="8275320" y="2240280"/>
            <a:ext cx="408600" cy="40860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8" name="Text 33"/>
          <p:cNvSpPr/>
          <p:nvPr/>
        </p:nvSpPr>
        <p:spPr>
          <a:xfrm>
            <a:off x="8275320" y="2136240"/>
            <a:ext cx="40860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34"/>
          <p:cNvSpPr/>
          <p:nvPr/>
        </p:nvSpPr>
        <p:spPr>
          <a:xfrm>
            <a:off x="8814240" y="219456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0" name="Shape 35"/>
          <p:cNvSpPr/>
          <p:nvPr/>
        </p:nvSpPr>
        <p:spPr>
          <a:xfrm>
            <a:off x="8275320" y="2880360"/>
            <a:ext cx="408600" cy="40860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1" name="Text 36"/>
          <p:cNvSpPr/>
          <p:nvPr/>
        </p:nvSpPr>
        <p:spPr>
          <a:xfrm>
            <a:off x="8275320" y="288036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Text 37"/>
          <p:cNvSpPr/>
          <p:nvPr/>
        </p:nvSpPr>
        <p:spPr>
          <a:xfrm>
            <a:off x="8814240" y="283464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3" name="Shape 38"/>
          <p:cNvSpPr/>
          <p:nvPr/>
        </p:nvSpPr>
        <p:spPr>
          <a:xfrm>
            <a:off x="8275320" y="3520440"/>
            <a:ext cx="408600" cy="40860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39"/>
          <p:cNvSpPr/>
          <p:nvPr/>
        </p:nvSpPr>
        <p:spPr>
          <a:xfrm>
            <a:off x="8275320" y="3484440"/>
            <a:ext cx="408600" cy="44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40"/>
          <p:cNvSpPr/>
          <p:nvPr/>
        </p:nvSpPr>
        <p:spPr>
          <a:xfrm>
            <a:off x="8814240" y="347472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41"/>
          <p:cNvSpPr/>
          <p:nvPr/>
        </p:nvSpPr>
        <p:spPr>
          <a:xfrm>
            <a:off x="8275320" y="4160520"/>
            <a:ext cx="408600" cy="40860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42"/>
          <p:cNvSpPr/>
          <p:nvPr/>
        </p:nvSpPr>
        <p:spPr>
          <a:xfrm>
            <a:off x="8275320" y="4124520"/>
            <a:ext cx="408600" cy="44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43"/>
          <p:cNvSpPr/>
          <p:nvPr/>
        </p:nvSpPr>
        <p:spPr>
          <a:xfrm>
            <a:off x="8814240" y="411480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44"/>
          <p:cNvSpPr/>
          <p:nvPr/>
        </p:nvSpPr>
        <p:spPr>
          <a:xfrm>
            <a:off x="8275320" y="4800600"/>
            <a:ext cx="408600" cy="40860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45"/>
          <p:cNvSpPr/>
          <p:nvPr/>
        </p:nvSpPr>
        <p:spPr>
          <a:xfrm>
            <a:off x="8275320" y="4728600"/>
            <a:ext cx="40860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46"/>
          <p:cNvSpPr/>
          <p:nvPr/>
        </p:nvSpPr>
        <p:spPr>
          <a:xfrm>
            <a:off x="8814240" y="475488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dans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47"/>
          <p:cNvSpPr/>
          <p:nvPr/>
        </p:nvSpPr>
        <p:spPr>
          <a:xfrm>
            <a:off x="8275320" y="5440680"/>
            <a:ext cx="408600" cy="40860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48"/>
          <p:cNvSpPr/>
          <p:nvPr/>
        </p:nvSpPr>
        <p:spPr>
          <a:xfrm>
            <a:off x="8275320" y="544068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49"/>
          <p:cNvSpPr/>
          <p:nvPr/>
        </p:nvSpPr>
        <p:spPr>
          <a:xfrm>
            <a:off x="8814240" y="539496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0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6" name="Text 50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7" name="Text 51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8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9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0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1" name="Shape 3"/>
          <p:cNvSpPr/>
          <p:nvPr/>
        </p:nvSpPr>
        <p:spPr>
          <a:xfrm>
            <a:off x="548640" y="1691640"/>
            <a:ext cx="7312320" cy="456912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2" name="Shape 4"/>
          <p:cNvSpPr/>
          <p:nvPr/>
        </p:nvSpPr>
        <p:spPr>
          <a:xfrm>
            <a:off x="777240" y="1874520"/>
            <a:ext cx="134280" cy="1342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3" name="Shape 5"/>
          <p:cNvSpPr/>
          <p:nvPr/>
        </p:nvSpPr>
        <p:spPr>
          <a:xfrm>
            <a:off x="960120" y="1874520"/>
            <a:ext cx="134280" cy="1342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4" name="Shape 6"/>
          <p:cNvSpPr/>
          <p:nvPr/>
        </p:nvSpPr>
        <p:spPr>
          <a:xfrm>
            <a:off x="1143000" y="1874520"/>
            <a:ext cx="134280" cy="1342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5" name="Text 7"/>
          <p:cNvSpPr/>
          <p:nvPr/>
        </p:nvSpPr>
        <p:spPr>
          <a:xfrm>
            <a:off x="1371600" y="1783080"/>
            <a:ext cx="5483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Text 8"/>
          <p:cNvSpPr/>
          <p:nvPr/>
        </p:nvSpPr>
        <p:spPr>
          <a:xfrm>
            <a:off x="777240" y="224028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7" name="Text 9"/>
          <p:cNvSpPr/>
          <p:nvPr/>
        </p:nvSpPr>
        <p:spPr>
          <a:xfrm>
            <a:off x="777240" y="241416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8" name="Text 10"/>
          <p:cNvSpPr/>
          <p:nvPr/>
        </p:nvSpPr>
        <p:spPr>
          <a:xfrm>
            <a:off x="777240" y="258768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11"/>
          <p:cNvSpPr/>
          <p:nvPr/>
        </p:nvSpPr>
        <p:spPr>
          <a:xfrm>
            <a:off x="777240" y="276156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12"/>
          <p:cNvSpPr/>
          <p:nvPr/>
        </p:nvSpPr>
        <p:spPr>
          <a:xfrm>
            <a:off x="777240" y="293508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Text 13"/>
          <p:cNvSpPr/>
          <p:nvPr/>
        </p:nvSpPr>
        <p:spPr>
          <a:xfrm>
            <a:off x="777240" y="310896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2" name="Text 14"/>
          <p:cNvSpPr/>
          <p:nvPr/>
        </p:nvSpPr>
        <p:spPr>
          <a:xfrm>
            <a:off x="777240" y="328284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postgresql://postgres:postgres@db:5432/social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15"/>
          <p:cNvSpPr/>
          <p:nvPr/>
        </p:nvSpPr>
        <p:spPr>
          <a:xfrm>
            <a:off x="777240" y="345636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REDIS_URL: Upstash Redis REST </a:t>
            </a: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(UPSTASH_REDIS_REST_URL)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6"/>
          <p:cNvSpPr/>
          <p:nvPr/>
        </p:nvSpPr>
        <p:spPr>
          <a:xfrm>
            <a:off x="777240" y="363024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Text 17"/>
          <p:cNvSpPr/>
          <p:nvPr/>
        </p:nvSpPr>
        <p:spPr>
          <a:xfrm>
            <a:off x="777240" y="380376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depends_on: [db, redis]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6" name="Text 18"/>
          <p:cNvSpPr/>
          <p:nvPr/>
        </p:nvSpPr>
        <p:spPr>
          <a:xfrm>
            <a:off x="777240" y="397764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7" name="Text 19"/>
          <p:cNvSpPr/>
          <p:nvPr/>
        </p:nvSpPr>
        <p:spPr>
          <a:xfrm>
            <a:off x="777240" y="415152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20"/>
          <p:cNvSpPr/>
          <p:nvPr/>
        </p:nvSpPr>
        <p:spPr>
          <a:xfrm>
            <a:off x="777240" y="432504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Text 21"/>
          <p:cNvSpPr/>
          <p:nvPr/>
        </p:nvSpPr>
        <p:spPr>
          <a:xfrm>
            <a:off x="777240" y="449892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</a:t>
            </a: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0" name="Text 22"/>
          <p:cNvSpPr/>
          <p:nvPr/>
        </p:nvSpPr>
        <p:spPr>
          <a:xfrm>
            <a:off x="777240" y="467244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1" name="Text 23"/>
          <p:cNvSpPr/>
          <p:nvPr/>
        </p:nvSpPr>
        <p:spPr>
          <a:xfrm>
            <a:off x="777240" y="484632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24"/>
          <p:cNvSpPr/>
          <p:nvPr/>
        </p:nvSpPr>
        <p:spPr>
          <a:xfrm>
            <a:off x="777240" y="502020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Text 25"/>
          <p:cNvSpPr/>
          <p:nvPr/>
        </p:nvSpPr>
        <p:spPr>
          <a:xfrm>
            <a:off x="777240" y="519372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4" name="Text 26"/>
          <p:cNvSpPr/>
          <p:nvPr/>
        </p:nvSpPr>
        <p:spPr>
          <a:xfrm>
            <a:off x="777240" y="536760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5" name="Text 27"/>
          <p:cNvSpPr/>
          <p:nvPr/>
        </p:nvSpPr>
        <p:spPr>
          <a:xfrm>
            <a:off x="777240" y="554112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8"/>
          <p:cNvSpPr/>
          <p:nvPr/>
        </p:nvSpPr>
        <p:spPr>
          <a:xfrm>
            <a:off x="777240" y="571500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Text 29"/>
          <p:cNvSpPr/>
          <p:nvPr/>
        </p:nvSpPr>
        <p:spPr>
          <a:xfrm>
            <a:off x="777240" y="5888880"/>
            <a:ext cx="69465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8" name="Shape 30"/>
          <p:cNvSpPr/>
          <p:nvPr/>
        </p:nvSpPr>
        <p:spPr>
          <a:xfrm>
            <a:off x="8128440" y="1691640"/>
            <a:ext cx="3517560" cy="456912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31"/>
          <p:cNvSpPr/>
          <p:nvPr/>
        </p:nvSpPr>
        <p:spPr>
          <a:xfrm>
            <a:off x="8275320" y="1783080"/>
            <a:ext cx="3197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Shape 32"/>
          <p:cNvSpPr/>
          <p:nvPr/>
        </p:nvSpPr>
        <p:spPr>
          <a:xfrm>
            <a:off x="8275320" y="2240280"/>
            <a:ext cx="408600" cy="40860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1" name="Text 33"/>
          <p:cNvSpPr/>
          <p:nvPr/>
        </p:nvSpPr>
        <p:spPr>
          <a:xfrm>
            <a:off x="8275320" y="224028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Text 34"/>
          <p:cNvSpPr/>
          <p:nvPr/>
        </p:nvSpPr>
        <p:spPr>
          <a:xfrm>
            <a:off x="8814240" y="219456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3" name="Shape 35"/>
          <p:cNvSpPr/>
          <p:nvPr/>
        </p:nvSpPr>
        <p:spPr>
          <a:xfrm>
            <a:off x="8275320" y="2880360"/>
            <a:ext cx="408600" cy="40860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4" name="Text 36"/>
          <p:cNvSpPr/>
          <p:nvPr/>
        </p:nvSpPr>
        <p:spPr>
          <a:xfrm>
            <a:off x="8275320" y="2844360"/>
            <a:ext cx="408600" cy="44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5" name="Text 37"/>
          <p:cNvSpPr/>
          <p:nvPr/>
        </p:nvSpPr>
        <p:spPr>
          <a:xfrm>
            <a:off x="8814240" y="283464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DB + Redis + App orchestrés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8"/>
          <p:cNvSpPr/>
          <p:nvPr/>
        </p:nvSpPr>
        <p:spPr>
          <a:xfrm>
            <a:off x="8275320" y="3520440"/>
            <a:ext cx="408600" cy="40860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9"/>
          <p:cNvSpPr/>
          <p:nvPr/>
        </p:nvSpPr>
        <p:spPr>
          <a:xfrm>
            <a:off x="8275320" y="352044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Text 40"/>
          <p:cNvSpPr/>
          <p:nvPr/>
        </p:nvSpPr>
        <p:spPr>
          <a:xfrm>
            <a:off x="8814240" y="347472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9" name="Shape 41"/>
          <p:cNvSpPr/>
          <p:nvPr/>
        </p:nvSpPr>
        <p:spPr>
          <a:xfrm>
            <a:off x="8275320" y="4160520"/>
            <a:ext cx="408600" cy="40860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0" name="Text 42"/>
          <p:cNvSpPr/>
          <p:nvPr/>
        </p:nvSpPr>
        <p:spPr>
          <a:xfrm>
            <a:off x="8275320" y="416052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1" name="Text 43"/>
          <p:cNvSpPr/>
          <p:nvPr/>
        </p:nvSpPr>
        <p:spPr>
          <a:xfrm>
            <a:off x="8814240" y="411480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Shape 44"/>
          <p:cNvSpPr/>
          <p:nvPr/>
        </p:nvSpPr>
        <p:spPr>
          <a:xfrm>
            <a:off x="8275320" y="4800600"/>
            <a:ext cx="408600" cy="40860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3" name="Text 45"/>
          <p:cNvSpPr/>
          <p:nvPr/>
        </p:nvSpPr>
        <p:spPr>
          <a:xfrm>
            <a:off x="8275320" y="4764600"/>
            <a:ext cx="444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46"/>
          <p:cNvSpPr/>
          <p:nvPr/>
        </p:nvSpPr>
        <p:spPr>
          <a:xfrm>
            <a:off x="8814240" y="475488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47"/>
          <p:cNvSpPr/>
          <p:nvPr/>
        </p:nvSpPr>
        <p:spPr>
          <a:xfrm>
            <a:off x="8275320" y="5440680"/>
            <a:ext cx="408600" cy="40860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Text 48"/>
          <p:cNvSpPr/>
          <p:nvPr/>
        </p:nvSpPr>
        <p:spPr>
          <a:xfrm>
            <a:off x="8275320" y="544068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7" name="Text 49"/>
          <p:cNvSpPr/>
          <p:nvPr/>
        </p:nvSpPr>
        <p:spPr>
          <a:xfrm>
            <a:off x="8814240" y="5394960"/>
            <a:ext cx="2740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9" name="Text 50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·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7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7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·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Text 51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1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4" name="Shape 3"/>
          <p:cNvSpPr/>
          <p:nvPr/>
        </p:nvSpPr>
        <p:spPr>
          <a:xfrm>
            <a:off x="480240" y="1691640"/>
            <a:ext cx="3700440" cy="42033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4"/>
          <p:cNvSpPr/>
          <p:nvPr/>
        </p:nvSpPr>
        <p:spPr>
          <a:xfrm>
            <a:off x="480240" y="1691640"/>
            <a:ext cx="3700440" cy="454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5"/>
          <p:cNvSpPr/>
          <p:nvPr/>
        </p:nvSpPr>
        <p:spPr>
          <a:xfrm>
            <a:off x="480240" y="1691640"/>
            <a:ext cx="37004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Shape 6"/>
          <p:cNvSpPr/>
          <p:nvPr/>
        </p:nvSpPr>
        <p:spPr>
          <a:xfrm>
            <a:off x="708840" y="2331720"/>
            <a:ext cx="545760" cy="5457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8" name="Text 7"/>
          <p:cNvSpPr/>
          <p:nvPr/>
        </p:nvSpPr>
        <p:spPr>
          <a:xfrm>
            <a:off x="708840" y="2331720"/>
            <a:ext cx="5457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9" name="Text 8"/>
          <p:cNvSpPr/>
          <p:nvPr/>
        </p:nvSpPr>
        <p:spPr>
          <a:xfrm>
            <a:off x="1348920" y="2331720"/>
            <a:ext cx="26946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0" name="Text 9"/>
          <p:cNvSpPr/>
          <p:nvPr/>
        </p:nvSpPr>
        <p:spPr>
          <a:xfrm>
            <a:off x="1348920" y="2651760"/>
            <a:ext cx="26946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Shape 10"/>
          <p:cNvSpPr/>
          <p:nvPr/>
        </p:nvSpPr>
        <p:spPr>
          <a:xfrm>
            <a:off x="708840" y="3474720"/>
            <a:ext cx="545760" cy="5457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2" name="Text 11"/>
          <p:cNvSpPr/>
          <p:nvPr/>
        </p:nvSpPr>
        <p:spPr>
          <a:xfrm>
            <a:off x="708840" y="3474720"/>
            <a:ext cx="5457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3" name="Text 12"/>
          <p:cNvSpPr/>
          <p:nvPr/>
        </p:nvSpPr>
        <p:spPr>
          <a:xfrm>
            <a:off x="1348920" y="3474720"/>
            <a:ext cx="26946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4" name="Text 13"/>
          <p:cNvSpPr/>
          <p:nvPr/>
        </p:nvSpPr>
        <p:spPr>
          <a:xfrm>
            <a:off x="1348920" y="3794760"/>
            <a:ext cx="26946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Shape 14"/>
          <p:cNvSpPr/>
          <p:nvPr/>
        </p:nvSpPr>
        <p:spPr>
          <a:xfrm>
            <a:off x="708840" y="4617720"/>
            <a:ext cx="545760" cy="5457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6" name="Text 15"/>
          <p:cNvSpPr/>
          <p:nvPr/>
        </p:nvSpPr>
        <p:spPr>
          <a:xfrm>
            <a:off x="708840" y="4617720"/>
            <a:ext cx="5457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7" name="Text 16"/>
          <p:cNvSpPr/>
          <p:nvPr/>
        </p:nvSpPr>
        <p:spPr>
          <a:xfrm>
            <a:off x="1348920" y="4617720"/>
            <a:ext cx="26946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8" name="Text 17"/>
          <p:cNvSpPr/>
          <p:nvPr/>
        </p:nvSpPr>
        <p:spPr>
          <a:xfrm>
            <a:off x="1348920" y="4937760"/>
            <a:ext cx="26946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0" name="Shape 19"/>
          <p:cNvSpPr/>
          <p:nvPr/>
        </p:nvSpPr>
        <p:spPr>
          <a:xfrm>
            <a:off x="4229280" y="1691640"/>
            <a:ext cx="3700440" cy="42033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1" name="Shape 20"/>
          <p:cNvSpPr/>
          <p:nvPr/>
        </p:nvSpPr>
        <p:spPr>
          <a:xfrm>
            <a:off x="4229280" y="1691640"/>
            <a:ext cx="3700440" cy="454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1"/>
          <p:cNvSpPr/>
          <p:nvPr/>
        </p:nvSpPr>
        <p:spPr>
          <a:xfrm>
            <a:off x="4229280" y="1691640"/>
            <a:ext cx="37004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22"/>
          <p:cNvSpPr/>
          <p:nvPr/>
        </p:nvSpPr>
        <p:spPr>
          <a:xfrm>
            <a:off x="4457880" y="2331720"/>
            <a:ext cx="545760" cy="5457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23"/>
          <p:cNvSpPr/>
          <p:nvPr/>
        </p:nvSpPr>
        <p:spPr>
          <a:xfrm>
            <a:off x="4457880" y="2259720"/>
            <a:ext cx="545760" cy="61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Text 24"/>
          <p:cNvSpPr/>
          <p:nvPr/>
        </p:nvSpPr>
        <p:spPr>
          <a:xfrm>
            <a:off x="5097960" y="2331720"/>
            <a:ext cx="26946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6" name="Text 25"/>
          <p:cNvSpPr/>
          <p:nvPr/>
        </p:nvSpPr>
        <p:spPr>
          <a:xfrm>
            <a:off x="5097960" y="2651760"/>
            <a:ext cx="26946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26"/>
          <p:cNvSpPr/>
          <p:nvPr/>
        </p:nvSpPr>
        <p:spPr>
          <a:xfrm>
            <a:off x="4457880" y="3474720"/>
            <a:ext cx="545760" cy="5457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27"/>
          <p:cNvSpPr/>
          <p:nvPr/>
        </p:nvSpPr>
        <p:spPr>
          <a:xfrm>
            <a:off x="4457880" y="3474720"/>
            <a:ext cx="5457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9" name="Text 28"/>
          <p:cNvSpPr/>
          <p:nvPr/>
        </p:nvSpPr>
        <p:spPr>
          <a:xfrm>
            <a:off x="5097960" y="3474720"/>
            <a:ext cx="26946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0" name="Text 29"/>
          <p:cNvSpPr/>
          <p:nvPr/>
        </p:nvSpPr>
        <p:spPr>
          <a:xfrm>
            <a:off x="5097960" y="3794760"/>
            <a:ext cx="26946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Shape 30"/>
          <p:cNvSpPr/>
          <p:nvPr/>
        </p:nvSpPr>
        <p:spPr>
          <a:xfrm>
            <a:off x="4457880" y="4617720"/>
            <a:ext cx="545760" cy="5457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2" name="Text 31"/>
          <p:cNvSpPr/>
          <p:nvPr/>
        </p:nvSpPr>
        <p:spPr>
          <a:xfrm>
            <a:off x="4457880" y="4617720"/>
            <a:ext cx="5457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32"/>
          <p:cNvSpPr/>
          <p:nvPr/>
        </p:nvSpPr>
        <p:spPr>
          <a:xfrm>
            <a:off x="5097960" y="4617720"/>
            <a:ext cx="26946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Text 33"/>
          <p:cNvSpPr/>
          <p:nvPr/>
        </p:nvSpPr>
        <p:spPr>
          <a:xfrm>
            <a:off x="5097960" y="4937760"/>
            <a:ext cx="26946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5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Shape 35"/>
          <p:cNvSpPr/>
          <p:nvPr/>
        </p:nvSpPr>
        <p:spPr>
          <a:xfrm>
            <a:off x="7978320" y="1691640"/>
            <a:ext cx="3700440" cy="42033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7" name="Shape 36"/>
          <p:cNvSpPr/>
          <p:nvPr/>
        </p:nvSpPr>
        <p:spPr>
          <a:xfrm>
            <a:off x="7978320" y="1691640"/>
            <a:ext cx="3700440" cy="454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8" name="Text 37"/>
          <p:cNvSpPr/>
          <p:nvPr/>
        </p:nvSpPr>
        <p:spPr>
          <a:xfrm>
            <a:off x="7978320" y="1691640"/>
            <a:ext cx="37004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38"/>
          <p:cNvSpPr/>
          <p:nvPr/>
        </p:nvSpPr>
        <p:spPr>
          <a:xfrm>
            <a:off x="8206920" y="2331720"/>
            <a:ext cx="545760" cy="5457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39"/>
          <p:cNvSpPr/>
          <p:nvPr/>
        </p:nvSpPr>
        <p:spPr>
          <a:xfrm>
            <a:off x="8206920" y="2259720"/>
            <a:ext cx="5457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40"/>
          <p:cNvSpPr/>
          <p:nvPr/>
        </p:nvSpPr>
        <p:spPr>
          <a:xfrm>
            <a:off x="8847000" y="2331720"/>
            <a:ext cx="26946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41"/>
          <p:cNvSpPr/>
          <p:nvPr/>
        </p:nvSpPr>
        <p:spPr>
          <a:xfrm>
            <a:off x="8847000" y="2651760"/>
            <a:ext cx="26946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42"/>
          <p:cNvSpPr/>
          <p:nvPr/>
        </p:nvSpPr>
        <p:spPr>
          <a:xfrm>
            <a:off x="8206920" y="3474720"/>
            <a:ext cx="545760" cy="5457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Text 43"/>
          <p:cNvSpPr/>
          <p:nvPr/>
        </p:nvSpPr>
        <p:spPr>
          <a:xfrm>
            <a:off x="8206920" y="3402720"/>
            <a:ext cx="5457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5" name="Text 44"/>
          <p:cNvSpPr/>
          <p:nvPr/>
        </p:nvSpPr>
        <p:spPr>
          <a:xfrm>
            <a:off x="8847000" y="3474720"/>
            <a:ext cx="26946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45"/>
          <p:cNvSpPr/>
          <p:nvPr/>
        </p:nvSpPr>
        <p:spPr>
          <a:xfrm>
            <a:off x="8847000" y="3794760"/>
            <a:ext cx="26946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46"/>
          <p:cNvSpPr/>
          <p:nvPr/>
        </p:nvSpPr>
        <p:spPr>
          <a:xfrm>
            <a:off x="8206920" y="4617720"/>
            <a:ext cx="545760" cy="5457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Text 47"/>
          <p:cNvSpPr/>
          <p:nvPr/>
        </p:nvSpPr>
        <p:spPr>
          <a:xfrm>
            <a:off x="8206920" y="4617720"/>
            <a:ext cx="5457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9" name="Text 48"/>
          <p:cNvSpPr/>
          <p:nvPr/>
        </p:nvSpPr>
        <p:spPr>
          <a:xfrm>
            <a:off x="8847000" y="4617720"/>
            <a:ext cx="26946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49"/>
          <p:cNvSpPr/>
          <p:nvPr/>
        </p:nvSpPr>
        <p:spPr>
          <a:xfrm>
            <a:off x="8847000" y="4937760"/>
            <a:ext cx="26946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50"/>
          <p:cNvSpPr/>
          <p:nvPr/>
        </p:nvSpPr>
        <p:spPr>
          <a:xfrm>
            <a:off x="548640" y="6035040"/>
            <a:ext cx="11061360" cy="27144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Text 51"/>
          <p:cNvSpPr/>
          <p:nvPr/>
        </p:nvSpPr>
        <p:spPr>
          <a:xfrm>
            <a:off x="777240" y="6035040"/>
            <a:ext cx="10604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4" name="Text 52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Text 53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6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7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9" name="Shape 3"/>
          <p:cNvSpPr/>
          <p:nvPr/>
        </p:nvSpPr>
        <p:spPr>
          <a:xfrm>
            <a:off x="548640" y="1691640"/>
            <a:ext cx="5529240" cy="456912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0" name="Text 4"/>
          <p:cNvSpPr/>
          <p:nvPr/>
        </p:nvSpPr>
        <p:spPr>
          <a:xfrm>
            <a:off x="731520" y="1783080"/>
            <a:ext cx="5026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1" name="Text 5"/>
          <p:cNvSpPr/>
          <p:nvPr/>
        </p:nvSpPr>
        <p:spPr>
          <a:xfrm>
            <a:off x="777240" y="2240280"/>
            <a:ext cx="454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Text 6"/>
          <p:cNvSpPr/>
          <p:nvPr/>
        </p:nvSpPr>
        <p:spPr>
          <a:xfrm>
            <a:off x="1280160" y="2240280"/>
            <a:ext cx="4569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3" name="Text 7"/>
          <p:cNvSpPr/>
          <p:nvPr/>
        </p:nvSpPr>
        <p:spPr>
          <a:xfrm>
            <a:off x="1280160" y="2514600"/>
            <a:ext cx="45691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Text 8"/>
          <p:cNvSpPr/>
          <p:nvPr/>
        </p:nvSpPr>
        <p:spPr>
          <a:xfrm>
            <a:off x="813240" y="2880360"/>
            <a:ext cx="454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5" name="Text 9"/>
          <p:cNvSpPr/>
          <p:nvPr/>
        </p:nvSpPr>
        <p:spPr>
          <a:xfrm>
            <a:off x="1280160" y="2880360"/>
            <a:ext cx="4569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Text 10"/>
          <p:cNvSpPr/>
          <p:nvPr/>
        </p:nvSpPr>
        <p:spPr>
          <a:xfrm>
            <a:off x="1280160" y="3154680"/>
            <a:ext cx="45691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7" name="Text 11"/>
          <p:cNvSpPr/>
          <p:nvPr/>
        </p:nvSpPr>
        <p:spPr>
          <a:xfrm>
            <a:off x="777240" y="3520440"/>
            <a:ext cx="454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8" name="Text 12"/>
          <p:cNvSpPr/>
          <p:nvPr/>
        </p:nvSpPr>
        <p:spPr>
          <a:xfrm>
            <a:off x="1280160" y="3520440"/>
            <a:ext cx="4569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9" name="Text 13"/>
          <p:cNvSpPr/>
          <p:nvPr/>
        </p:nvSpPr>
        <p:spPr>
          <a:xfrm>
            <a:off x="1280160" y="3794760"/>
            <a:ext cx="45691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14"/>
          <p:cNvSpPr/>
          <p:nvPr/>
        </p:nvSpPr>
        <p:spPr>
          <a:xfrm>
            <a:off x="813240" y="4160520"/>
            <a:ext cx="454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1" name="Text 15"/>
          <p:cNvSpPr/>
          <p:nvPr/>
        </p:nvSpPr>
        <p:spPr>
          <a:xfrm>
            <a:off x="1280160" y="4160520"/>
            <a:ext cx="4569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6"/>
          <p:cNvSpPr/>
          <p:nvPr/>
        </p:nvSpPr>
        <p:spPr>
          <a:xfrm>
            <a:off x="1280160" y="4434840"/>
            <a:ext cx="45691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Text 17"/>
          <p:cNvSpPr/>
          <p:nvPr/>
        </p:nvSpPr>
        <p:spPr>
          <a:xfrm>
            <a:off x="777240" y="4800600"/>
            <a:ext cx="454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4" name="Text 18"/>
          <p:cNvSpPr/>
          <p:nvPr/>
        </p:nvSpPr>
        <p:spPr>
          <a:xfrm>
            <a:off x="1280160" y="4800600"/>
            <a:ext cx="4569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5" name="Text 19"/>
          <p:cNvSpPr/>
          <p:nvPr/>
        </p:nvSpPr>
        <p:spPr>
          <a:xfrm>
            <a:off x="1280160" y="5074920"/>
            <a:ext cx="45691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20"/>
          <p:cNvSpPr/>
          <p:nvPr/>
        </p:nvSpPr>
        <p:spPr>
          <a:xfrm>
            <a:off x="813240" y="5440680"/>
            <a:ext cx="4543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21"/>
          <p:cNvSpPr/>
          <p:nvPr/>
        </p:nvSpPr>
        <p:spPr>
          <a:xfrm>
            <a:off x="1280160" y="5440680"/>
            <a:ext cx="4569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Text 22"/>
          <p:cNvSpPr/>
          <p:nvPr/>
        </p:nvSpPr>
        <p:spPr>
          <a:xfrm>
            <a:off x="1280160" y="5715000"/>
            <a:ext cx="45691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y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è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&amp;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9" name="Shape 23"/>
          <p:cNvSpPr/>
          <p:nvPr/>
        </p:nvSpPr>
        <p:spPr>
          <a:xfrm>
            <a:off x="6263640" y="1691640"/>
            <a:ext cx="5529240" cy="456912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0" name="Text 24"/>
          <p:cNvSpPr/>
          <p:nvPr/>
        </p:nvSpPr>
        <p:spPr>
          <a:xfrm>
            <a:off x="6446520" y="1783080"/>
            <a:ext cx="5026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Shape 25"/>
          <p:cNvSpPr/>
          <p:nvPr/>
        </p:nvSpPr>
        <p:spPr>
          <a:xfrm>
            <a:off x="6446520" y="2240280"/>
            <a:ext cx="500040" cy="50004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2" name="Text 26"/>
          <p:cNvSpPr/>
          <p:nvPr/>
        </p:nvSpPr>
        <p:spPr>
          <a:xfrm>
            <a:off x="6446520" y="2240280"/>
            <a:ext cx="500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3" name="Text 27"/>
          <p:cNvSpPr/>
          <p:nvPr/>
        </p:nvSpPr>
        <p:spPr>
          <a:xfrm>
            <a:off x="7040880" y="2312280"/>
            <a:ext cx="4569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4" name="Text 28"/>
          <p:cNvSpPr/>
          <p:nvPr/>
        </p:nvSpPr>
        <p:spPr>
          <a:xfrm>
            <a:off x="7040880" y="2478600"/>
            <a:ext cx="45691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Shape 29"/>
          <p:cNvSpPr/>
          <p:nvPr/>
        </p:nvSpPr>
        <p:spPr>
          <a:xfrm>
            <a:off x="6446520" y="3017520"/>
            <a:ext cx="500040" cy="50004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6" name="Text 30"/>
          <p:cNvSpPr/>
          <p:nvPr/>
        </p:nvSpPr>
        <p:spPr>
          <a:xfrm>
            <a:off x="6446520" y="3017520"/>
            <a:ext cx="500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7" name="Text 31"/>
          <p:cNvSpPr/>
          <p:nvPr/>
        </p:nvSpPr>
        <p:spPr>
          <a:xfrm>
            <a:off x="7040880" y="3089520"/>
            <a:ext cx="4569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8" name="Text 32"/>
          <p:cNvSpPr/>
          <p:nvPr/>
        </p:nvSpPr>
        <p:spPr>
          <a:xfrm>
            <a:off x="7040880" y="3255840"/>
            <a:ext cx="45691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Shape 33"/>
          <p:cNvSpPr/>
          <p:nvPr/>
        </p:nvSpPr>
        <p:spPr>
          <a:xfrm>
            <a:off x="6446520" y="3794760"/>
            <a:ext cx="500040" cy="50004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0" name="Text 34"/>
          <p:cNvSpPr/>
          <p:nvPr/>
        </p:nvSpPr>
        <p:spPr>
          <a:xfrm>
            <a:off x="6446520" y="3794760"/>
            <a:ext cx="500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1" name="Text 35"/>
          <p:cNvSpPr/>
          <p:nvPr/>
        </p:nvSpPr>
        <p:spPr>
          <a:xfrm>
            <a:off x="7040880" y="3830760"/>
            <a:ext cx="4569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2" name="Text 36"/>
          <p:cNvSpPr/>
          <p:nvPr/>
        </p:nvSpPr>
        <p:spPr>
          <a:xfrm>
            <a:off x="7040880" y="4033080"/>
            <a:ext cx="45691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Shape 37"/>
          <p:cNvSpPr/>
          <p:nvPr/>
        </p:nvSpPr>
        <p:spPr>
          <a:xfrm>
            <a:off x="6446520" y="4572000"/>
            <a:ext cx="500040" cy="50004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4" name="Text 38"/>
          <p:cNvSpPr/>
          <p:nvPr/>
        </p:nvSpPr>
        <p:spPr>
          <a:xfrm>
            <a:off x="6446520" y="4572000"/>
            <a:ext cx="500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5" name="Text 39"/>
          <p:cNvSpPr/>
          <p:nvPr/>
        </p:nvSpPr>
        <p:spPr>
          <a:xfrm>
            <a:off x="7040880" y="4644000"/>
            <a:ext cx="4569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6" name="Text 40"/>
          <p:cNvSpPr/>
          <p:nvPr/>
        </p:nvSpPr>
        <p:spPr>
          <a:xfrm>
            <a:off x="7040880" y="4810320"/>
            <a:ext cx="45691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Shape 41"/>
          <p:cNvSpPr/>
          <p:nvPr/>
        </p:nvSpPr>
        <p:spPr>
          <a:xfrm>
            <a:off x="6446520" y="5349240"/>
            <a:ext cx="500040" cy="50004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8" name="Text 42"/>
          <p:cNvSpPr/>
          <p:nvPr/>
        </p:nvSpPr>
        <p:spPr>
          <a:xfrm>
            <a:off x="6446520" y="5349240"/>
            <a:ext cx="500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Text 43"/>
          <p:cNvSpPr/>
          <p:nvPr/>
        </p:nvSpPr>
        <p:spPr>
          <a:xfrm>
            <a:off x="7040880" y="5421240"/>
            <a:ext cx="4569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0" name="Text 44"/>
          <p:cNvSpPr/>
          <p:nvPr/>
        </p:nvSpPr>
        <p:spPr>
          <a:xfrm>
            <a:off x="7040880" y="5587560"/>
            <a:ext cx="45691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2" name="Text 45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Text 46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4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6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7" name="Shape 3"/>
          <p:cNvSpPr/>
          <p:nvPr/>
        </p:nvSpPr>
        <p:spPr>
          <a:xfrm>
            <a:off x="548640" y="1691640"/>
            <a:ext cx="2694600" cy="164304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8" name="Text 4"/>
          <p:cNvSpPr/>
          <p:nvPr/>
        </p:nvSpPr>
        <p:spPr>
          <a:xfrm>
            <a:off x="548640" y="1783080"/>
            <a:ext cx="269460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5"/>
          <p:cNvSpPr/>
          <p:nvPr/>
        </p:nvSpPr>
        <p:spPr>
          <a:xfrm>
            <a:off x="548640" y="2697480"/>
            <a:ext cx="269460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0" name="Shape 6"/>
          <p:cNvSpPr/>
          <p:nvPr/>
        </p:nvSpPr>
        <p:spPr>
          <a:xfrm>
            <a:off x="3383280" y="1691640"/>
            <a:ext cx="2694600" cy="164304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1" name="Text 7"/>
          <p:cNvSpPr/>
          <p:nvPr/>
        </p:nvSpPr>
        <p:spPr>
          <a:xfrm>
            <a:off x="3383280" y="1783080"/>
            <a:ext cx="269460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Text 8"/>
          <p:cNvSpPr/>
          <p:nvPr/>
        </p:nvSpPr>
        <p:spPr>
          <a:xfrm>
            <a:off x="3383280" y="2697480"/>
            <a:ext cx="269460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3" name="Shape 9"/>
          <p:cNvSpPr/>
          <p:nvPr/>
        </p:nvSpPr>
        <p:spPr>
          <a:xfrm>
            <a:off x="6217920" y="1691640"/>
            <a:ext cx="2694600" cy="164304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Text 10"/>
          <p:cNvSpPr/>
          <p:nvPr/>
        </p:nvSpPr>
        <p:spPr>
          <a:xfrm>
            <a:off x="6217920" y="1783080"/>
            <a:ext cx="269460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</a:t>
            </a: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5" name="Text 11"/>
          <p:cNvSpPr/>
          <p:nvPr/>
        </p:nvSpPr>
        <p:spPr>
          <a:xfrm>
            <a:off x="6217920" y="2697480"/>
            <a:ext cx="269460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Shape 12"/>
          <p:cNvSpPr/>
          <p:nvPr/>
        </p:nvSpPr>
        <p:spPr>
          <a:xfrm>
            <a:off x="9052560" y="1691640"/>
            <a:ext cx="2694600" cy="164304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7" name="Text 13"/>
          <p:cNvSpPr/>
          <p:nvPr/>
        </p:nvSpPr>
        <p:spPr>
          <a:xfrm>
            <a:off x="9052560" y="1783080"/>
            <a:ext cx="269460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</a:t>
            </a: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Text 14"/>
          <p:cNvSpPr/>
          <p:nvPr/>
        </p:nvSpPr>
        <p:spPr>
          <a:xfrm>
            <a:off x="9052560" y="2697480"/>
            <a:ext cx="269460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9" name="Text 15"/>
          <p:cNvSpPr/>
          <p:nvPr/>
        </p:nvSpPr>
        <p:spPr>
          <a:xfrm>
            <a:off x="548640" y="3611880"/>
            <a:ext cx="109699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0" name="Shape 16"/>
          <p:cNvSpPr/>
          <p:nvPr/>
        </p:nvSpPr>
        <p:spPr>
          <a:xfrm>
            <a:off x="548640" y="3977640"/>
            <a:ext cx="5529240" cy="232884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381" name="Chart 0"/>
          <p:cNvGraphicFramePr/>
          <p:nvPr/>
        </p:nvGraphicFramePr>
        <p:xfrm>
          <a:off x="640080" y="4069080"/>
          <a:ext cx="5346360" cy="214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382" name="Shape 17"/>
          <p:cNvSpPr/>
          <p:nvPr/>
        </p:nvSpPr>
        <p:spPr>
          <a:xfrm>
            <a:off x="6263640" y="3977640"/>
            <a:ext cx="5529240" cy="232884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3" name="Text 18"/>
          <p:cNvSpPr/>
          <p:nvPr/>
        </p:nvSpPr>
        <p:spPr>
          <a:xfrm>
            <a:off x="6400800" y="4069080"/>
            <a:ext cx="53463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(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4" name="Chart 1"/>
          <p:cNvGraphicFramePr/>
          <p:nvPr/>
        </p:nvGraphicFramePr>
        <p:xfrm>
          <a:off x="6400800" y="4343400"/>
          <a:ext cx="5209200" cy="1871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385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6" name="Text 19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20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8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9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0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1" name="Shape 3"/>
          <p:cNvSpPr/>
          <p:nvPr/>
        </p:nvSpPr>
        <p:spPr>
          <a:xfrm>
            <a:off x="548640" y="1691640"/>
            <a:ext cx="3654720" cy="155160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2" name="Text 4"/>
          <p:cNvSpPr/>
          <p:nvPr/>
        </p:nvSpPr>
        <p:spPr>
          <a:xfrm>
            <a:off x="548640" y="1691640"/>
            <a:ext cx="365472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3" name="Text 5"/>
          <p:cNvSpPr/>
          <p:nvPr/>
        </p:nvSpPr>
        <p:spPr>
          <a:xfrm>
            <a:off x="548640" y="2606040"/>
            <a:ext cx="3654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4" name="Text 6"/>
          <p:cNvSpPr/>
          <p:nvPr/>
        </p:nvSpPr>
        <p:spPr>
          <a:xfrm>
            <a:off x="548640" y="288036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Shape 7"/>
          <p:cNvSpPr/>
          <p:nvPr/>
        </p:nvSpPr>
        <p:spPr>
          <a:xfrm>
            <a:off x="4389120" y="1691640"/>
            <a:ext cx="7220880" cy="155160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6" name="Text 8"/>
          <p:cNvSpPr/>
          <p:nvPr/>
        </p:nvSpPr>
        <p:spPr>
          <a:xfrm>
            <a:off x="4572000" y="1783080"/>
            <a:ext cx="6855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9"/>
          <p:cNvSpPr/>
          <p:nvPr/>
        </p:nvSpPr>
        <p:spPr>
          <a:xfrm>
            <a:off x="4572000" y="2103120"/>
            <a:ext cx="685512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Text 10"/>
          <p:cNvSpPr/>
          <p:nvPr/>
        </p:nvSpPr>
        <p:spPr>
          <a:xfrm>
            <a:off x="548640" y="3383280"/>
            <a:ext cx="109699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9" name="Shape 11"/>
          <p:cNvSpPr/>
          <p:nvPr/>
        </p:nvSpPr>
        <p:spPr>
          <a:xfrm>
            <a:off x="548640" y="3703320"/>
            <a:ext cx="5529240" cy="10486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Shape 12"/>
          <p:cNvSpPr/>
          <p:nvPr/>
        </p:nvSpPr>
        <p:spPr>
          <a:xfrm>
            <a:off x="548640" y="3703320"/>
            <a:ext cx="88560" cy="10486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1" name="Text 13"/>
          <p:cNvSpPr/>
          <p:nvPr/>
        </p:nvSpPr>
        <p:spPr>
          <a:xfrm>
            <a:off x="777240" y="3840480"/>
            <a:ext cx="5163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2" name="Text 14"/>
          <p:cNvSpPr/>
          <p:nvPr/>
        </p:nvSpPr>
        <p:spPr>
          <a:xfrm>
            <a:off x="777240" y="4160520"/>
            <a:ext cx="5163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15"/>
          <p:cNvSpPr/>
          <p:nvPr/>
        </p:nvSpPr>
        <p:spPr>
          <a:xfrm>
            <a:off x="6217920" y="3703320"/>
            <a:ext cx="5529240" cy="10486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Shape 16"/>
          <p:cNvSpPr/>
          <p:nvPr/>
        </p:nvSpPr>
        <p:spPr>
          <a:xfrm>
            <a:off x="6217920" y="3703320"/>
            <a:ext cx="88560" cy="10486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5" name="Text 17"/>
          <p:cNvSpPr/>
          <p:nvPr/>
        </p:nvSpPr>
        <p:spPr>
          <a:xfrm>
            <a:off x="6446520" y="3840480"/>
            <a:ext cx="5163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6" name="Text 18"/>
          <p:cNvSpPr/>
          <p:nvPr/>
        </p:nvSpPr>
        <p:spPr>
          <a:xfrm>
            <a:off x="6446520" y="4160520"/>
            <a:ext cx="5163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9"/>
          <p:cNvSpPr/>
          <p:nvPr/>
        </p:nvSpPr>
        <p:spPr>
          <a:xfrm>
            <a:off x="548640" y="4846320"/>
            <a:ext cx="5529240" cy="10486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Shape 20"/>
          <p:cNvSpPr/>
          <p:nvPr/>
        </p:nvSpPr>
        <p:spPr>
          <a:xfrm>
            <a:off x="548640" y="4846320"/>
            <a:ext cx="88560" cy="10486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9" name="Text 21"/>
          <p:cNvSpPr/>
          <p:nvPr/>
        </p:nvSpPr>
        <p:spPr>
          <a:xfrm>
            <a:off x="777240" y="4983480"/>
            <a:ext cx="5163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0" name="Text 22"/>
          <p:cNvSpPr/>
          <p:nvPr/>
        </p:nvSpPr>
        <p:spPr>
          <a:xfrm>
            <a:off x="777240" y="5303520"/>
            <a:ext cx="5163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23"/>
          <p:cNvSpPr/>
          <p:nvPr/>
        </p:nvSpPr>
        <p:spPr>
          <a:xfrm>
            <a:off x="6217920" y="4846320"/>
            <a:ext cx="5529240" cy="10486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Shape 24"/>
          <p:cNvSpPr/>
          <p:nvPr/>
        </p:nvSpPr>
        <p:spPr>
          <a:xfrm>
            <a:off x="6217920" y="4846320"/>
            <a:ext cx="88560" cy="10486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3" name="Text 25"/>
          <p:cNvSpPr/>
          <p:nvPr/>
        </p:nvSpPr>
        <p:spPr>
          <a:xfrm>
            <a:off x="6446520" y="4983480"/>
            <a:ext cx="5163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4" name="Text 26"/>
          <p:cNvSpPr/>
          <p:nvPr/>
        </p:nvSpPr>
        <p:spPr>
          <a:xfrm>
            <a:off x="6446520" y="5303520"/>
            <a:ext cx="5163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Text 27"/>
          <p:cNvSpPr/>
          <p:nvPr/>
        </p:nvSpPr>
        <p:spPr>
          <a:xfrm>
            <a:off x="692640" y="598932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6" name="Shape 28"/>
          <p:cNvSpPr/>
          <p:nvPr/>
        </p:nvSpPr>
        <p:spPr>
          <a:xfrm>
            <a:off x="2599200" y="5989320"/>
            <a:ext cx="2191680" cy="27144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7" name="Text 29"/>
          <p:cNvSpPr/>
          <p:nvPr/>
        </p:nvSpPr>
        <p:spPr>
          <a:xfrm>
            <a:off x="2599200" y="5989320"/>
            <a:ext cx="21916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8" name="Shape 30"/>
          <p:cNvSpPr/>
          <p:nvPr/>
        </p:nvSpPr>
        <p:spPr>
          <a:xfrm>
            <a:off x="4885200" y="5989320"/>
            <a:ext cx="2191680" cy="27144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9" name="Text 31"/>
          <p:cNvSpPr/>
          <p:nvPr/>
        </p:nvSpPr>
        <p:spPr>
          <a:xfrm>
            <a:off x="4885200" y="5989320"/>
            <a:ext cx="21916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0" name="Shape 32"/>
          <p:cNvSpPr/>
          <p:nvPr/>
        </p:nvSpPr>
        <p:spPr>
          <a:xfrm>
            <a:off x="7171200" y="5989320"/>
            <a:ext cx="2191680" cy="27144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1" name="Text 33"/>
          <p:cNvSpPr/>
          <p:nvPr/>
        </p:nvSpPr>
        <p:spPr>
          <a:xfrm>
            <a:off x="7171200" y="5989320"/>
            <a:ext cx="21916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2" name="Shape 34"/>
          <p:cNvSpPr/>
          <p:nvPr/>
        </p:nvSpPr>
        <p:spPr>
          <a:xfrm>
            <a:off x="9457200" y="5989320"/>
            <a:ext cx="2191680" cy="27144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3" name="Text 35"/>
          <p:cNvSpPr/>
          <p:nvPr/>
        </p:nvSpPr>
        <p:spPr>
          <a:xfrm>
            <a:off x="9457200" y="5989320"/>
            <a:ext cx="21916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5" name="Text 36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6" name="Text 37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8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Shape 3"/>
          <p:cNvSpPr/>
          <p:nvPr/>
        </p:nvSpPr>
        <p:spPr>
          <a:xfrm>
            <a:off x="548640" y="1691640"/>
            <a:ext cx="3654720" cy="155160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1" name="Text 4"/>
          <p:cNvSpPr/>
          <p:nvPr/>
        </p:nvSpPr>
        <p:spPr>
          <a:xfrm>
            <a:off x="548640" y="1691640"/>
            <a:ext cx="365472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2" name="Text 5"/>
          <p:cNvSpPr/>
          <p:nvPr/>
        </p:nvSpPr>
        <p:spPr>
          <a:xfrm>
            <a:off x="548640" y="2606040"/>
            <a:ext cx="3654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Text 6"/>
          <p:cNvSpPr/>
          <p:nvPr/>
        </p:nvSpPr>
        <p:spPr>
          <a:xfrm>
            <a:off x="548640" y="288036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4" name="Shape 7"/>
          <p:cNvSpPr/>
          <p:nvPr/>
        </p:nvSpPr>
        <p:spPr>
          <a:xfrm>
            <a:off x="4389120" y="1691640"/>
            <a:ext cx="7220880" cy="155160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5" name="Text 8"/>
          <p:cNvSpPr/>
          <p:nvPr/>
        </p:nvSpPr>
        <p:spPr>
          <a:xfrm>
            <a:off x="4572000" y="1783080"/>
            <a:ext cx="6855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6" name="Text 9"/>
          <p:cNvSpPr/>
          <p:nvPr/>
        </p:nvSpPr>
        <p:spPr>
          <a:xfrm>
            <a:off x="4572000" y="2103120"/>
            <a:ext cx="685512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10"/>
          <p:cNvSpPr/>
          <p:nvPr/>
        </p:nvSpPr>
        <p:spPr>
          <a:xfrm>
            <a:off x="548640" y="3383280"/>
            <a:ext cx="109699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8" name="Shape 11"/>
          <p:cNvSpPr/>
          <p:nvPr/>
        </p:nvSpPr>
        <p:spPr>
          <a:xfrm>
            <a:off x="548640" y="3703320"/>
            <a:ext cx="5529240" cy="10486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9" name="Shape 12"/>
          <p:cNvSpPr/>
          <p:nvPr/>
        </p:nvSpPr>
        <p:spPr>
          <a:xfrm>
            <a:off x="548640" y="3703320"/>
            <a:ext cx="88560" cy="10486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0" name="Text 13"/>
          <p:cNvSpPr/>
          <p:nvPr/>
        </p:nvSpPr>
        <p:spPr>
          <a:xfrm>
            <a:off x="777240" y="3840480"/>
            <a:ext cx="5163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1" name="Text 14"/>
          <p:cNvSpPr/>
          <p:nvPr/>
        </p:nvSpPr>
        <p:spPr>
          <a:xfrm>
            <a:off x="777240" y="4160520"/>
            <a:ext cx="5163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2" name="Shape 15"/>
          <p:cNvSpPr/>
          <p:nvPr/>
        </p:nvSpPr>
        <p:spPr>
          <a:xfrm>
            <a:off x="6217920" y="3703320"/>
            <a:ext cx="5529240" cy="10486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Shape 16"/>
          <p:cNvSpPr/>
          <p:nvPr/>
        </p:nvSpPr>
        <p:spPr>
          <a:xfrm>
            <a:off x="6217920" y="3703320"/>
            <a:ext cx="88560" cy="10486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4" name="Text 17"/>
          <p:cNvSpPr/>
          <p:nvPr/>
        </p:nvSpPr>
        <p:spPr>
          <a:xfrm>
            <a:off x="6446520" y="3840480"/>
            <a:ext cx="5163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5" name="Text 18"/>
          <p:cNvSpPr/>
          <p:nvPr/>
        </p:nvSpPr>
        <p:spPr>
          <a:xfrm>
            <a:off x="6446520" y="4160520"/>
            <a:ext cx="5163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19"/>
          <p:cNvSpPr/>
          <p:nvPr/>
        </p:nvSpPr>
        <p:spPr>
          <a:xfrm>
            <a:off x="548640" y="4846320"/>
            <a:ext cx="5529240" cy="10486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Shape 20"/>
          <p:cNvSpPr/>
          <p:nvPr/>
        </p:nvSpPr>
        <p:spPr>
          <a:xfrm>
            <a:off x="548640" y="4846320"/>
            <a:ext cx="88560" cy="10486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8" name="Text 21"/>
          <p:cNvSpPr/>
          <p:nvPr/>
        </p:nvSpPr>
        <p:spPr>
          <a:xfrm>
            <a:off x="777240" y="4983480"/>
            <a:ext cx="5163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9" name="Text 22"/>
          <p:cNvSpPr/>
          <p:nvPr/>
        </p:nvSpPr>
        <p:spPr>
          <a:xfrm>
            <a:off x="777240" y="5303520"/>
            <a:ext cx="5163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23"/>
          <p:cNvSpPr/>
          <p:nvPr/>
        </p:nvSpPr>
        <p:spPr>
          <a:xfrm>
            <a:off x="6217920" y="4846320"/>
            <a:ext cx="5529240" cy="10486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Shape 24"/>
          <p:cNvSpPr/>
          <p:nvPr/>
        </p:nvSpPr>
        <p:spPr>
          <a:xfrm>
            <a:off x="6217920" y="4846320"/>
            <a:ext cx="88560" cy="10486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2" name="Text 25"/>
          <p:cNvSpPr/>
          <p:nvPr/>
        </p:nvSpPr>
        <p:spPr>
          <a:xfrm>
            <a:off x="6446520" y="4983480"/>
            <a:ext cx="5163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3" name="Text 26"/>
          <p:cNvSpPr/>
          <p:nvPr/>
        </p:nvSpPr>
        <p:spPr>
          <a:xfrm>
            <a:off x="6446520" y="5303520"/>
            <a:ext cx="5163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4" name="Text 27"/>
          <p:cNvSpPr/>
          <p:nvPr/>
        </p:nvSpPr>
        <p:spPr>
          <a:xfrm>
            <a:off x="692640" y="598932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28"/>
          <p:cNvSpPr/>
          <p:nvPr/>
        </p:nvSpPr>
        <p:spPr>
          <a:xfrm>
            <a:off x="2599200" y="5989320"/>
            <a:ext cx="2191680" cy="27144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29"/>
          <p:cNvSpPr/>
          <p:nvPr/>
        </p:nvSpPr>
        <p:spPr>
          <a:xfrm>
            <a:off x="2599200" y="5989320"/>
            <a:ext cx="21916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30"/>
          <p:cNvSpPr/>
          <p:nvPr/>
        </p:nvSpPr>
        <p:spPr>
          <a:xfrm>
            <a:off x="4885200" y="5989320"/>
            <a:ext cx="2191680" cy="27144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31"/>
          <p:cNvSpPr/>
          <p:nvPr/>
        </p:nvSpPr>
        <p:spPr>
          <a:xfrm>
            <a:off x="4885200" y="5989320"/>
            <a:ext cx="21916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32"/>
          <p:cNvSpPr/>
          <p:nvPr/>
        </p:nvSpPr>
        <p:spPr>
          <a:xfrm>
            <a:off x="7171200" y="5989320"/>
            <a:ext cx="2191680" cy="27144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33"/>
          <p:cNvSpPr/>
          <p:nvPr/>
        </p:nvSpPr>
        <p:spPr>
          <a:xfrm>
            <a:off x="7171200" y="5989320"/>
            <a:ext cx="21916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34"/>
          <p:cNvSpPr/>
          <p:nvPr/>
        </p:nvSpPr>
        <p:spPr>
          <a:xfrm>
            <a:off x="9457200" y="5989320"/>
            <a:ext cx="2191680" cy="27144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35"/>
          <p:cNvSpPr/>
          <p:nvPr/>
        </p:nvSpPr>
        <p:spPr>
          <a:xfrm>
            <a:off x="9457200" y="5989320"/>
            <a:ext cx="21916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4" name="Text 36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5" name="Text 37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6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7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Shape 3"/>
          <p:cNvSpPr/>
          <p:nvPr/>
        </p:nvSpPr>
        <p:spPr>
          <a:xfrm>
            <a:off x="548640" y="1691640"/>
            <a:ext cx="3654720" cy="155160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0" name="Text 4"/>
          <p:cNvSpPr/>
          <p:nvPr/>
        </p:nvSpPr>
        <p:spPr>
          <a:xfrm>
            <a:off x="548640" y="1691640"/>
            <a:ext cx="365472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1" name="Text 5"/>
          <p:cNvSpPr/>
          <p:nvPr/>
        </p:nvSpPr>
        <p:spPr>
          <a:xfrm>
            <a:off x="548640" y="2606040"/>
            <a:ext cx="3654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Text 6"/>
          <p:cNvSpPr/>
          <p:nvPr/>
        </p:nvSpPr>
        <p:spPr>
          <a:xfrm>
            <a:off x="548640" y="288036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3" name="Shape 7"/>
          <p:cNvSpPr/>
          <p:nvPr/>
        </p:nvSpPr>
        <p:spPr>
          <a:xfrm>
            <a:off x="4389120" y="1691640"/>
            <a:ext cx="7220880" cy="155160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4" name="Text 8"/>
          <p:cNvSpPr/>
          <p:nvPr/>
        </p:nvSpPr>
        <p:spPr>
          <a:xfrm>
            <a:off x="4572000" y="1783080"/>
            <a:ext cx="6855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5" name="Text 9"/>
          <p:cNvSpPr/>
          <p:nvPr/>
        </p:nvSpPr>
        <p:spPr>
          <a:xfrm>
            <a:off x="4572000" y="2103120"/>
            <a:ext cx="685512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10"/>
          <p:cNvSpPr/>
          <p:nvPr/>
        </p:nvSpPr>
        <p:spPr>
          <a:xfrm>
            <a:off x="548640" y="3383280"/>
            <a:ext cx="109699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7" name="Shape 11"/>
          <p:cNvSpPr/>
          <p:nvPr/>
        </p:nvSpPr>
        <p:spPr>
          <a:xfrm>
            <a:off x="548640" y="3703320"/>
            <a:ext cx="5529240" cy="10486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8" name="Shape 12"/>
          <p:cNvSpPr/>
          <p:nvPr/>
        </p:nvSpPr>
        <p:spPr>
          <a:xfrm>
            <a:off x="548640" y="3703320"/>
            <a:ext cx="88560" cy="10486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9" name="Text 13"/>
          <p:cNvSpPr/>
          <p:nvPr/>
        </p:nvSpPr>
        <p:spPr>
          <a:xfrm>
            <a:off x="777240" y="3840480"/>
            <a:ext cx="5163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0" name="Text 14"/>
          <p:cNvSpPr/>
          <p:nvPr/>
        </p:nvSpPr>
        <p:spPr>
          <a:xfrm>
            <a:off x="777240" y="4160520"/>
            <a:ext cx="5163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1" name="Shape 15"/>
          <p:cNvSpPr/>
          <p:nvPr/>
        </p:nvSpPr>
        <p:spPr>
          <a:xfrm>
            <a:off x="6217920" y="3703320"/>
            <a:ext cx="5529240" cy="10486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2" name="Shape 16"/>
          <p:cNvSpPr/>
          <p:nvPr/>
        </p:nvSpPr>
        <p:spPr>
          <a:xfrm>
            <a:off x="6217920" y="3703320"/>
            <a:ext cx="88560" cy="10486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3" name="Text 17"/>
          <p:cNvSpPr/>
          <p:nvPr/>
        </p:nvSpPr>
        <p:spPr>
          <a:xfrm>
            <a:off x="6446520" y="3840480"/>
            <a:ext cx="5163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4" name="Text 18"/>
          <p:cNvSpPr/>
          <p:nvPr/>
        </p:nvSpPr>
        <p:spPr>
          <a:xfrm>
            <a:off x="6446520" y="4160520"/>
            <a:ext cx="5163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5" name="Shape 19"/>
          <p:cNvSpPr/>
          <p:nvPr/>
        </p:nvSpPr>
        <p:spPr>
          <a:xfrm>
            <a:off x="548640" y="4846320"/>
            <a:ext cx="5529240" cy="10486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6" name="Shape 20"/>
          <p:cNvSpPr/>
          <p:nvPr/>
        </p:nvSpPr>
        <p:spPr>
          <a:xfrm>
            <a:off x="548640" y="4846320"/>
            <a:ext cx="88560" cy="10486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7" name="Text 21"/>
          <p:cNvSpPr/>
          <p:nvPr/>
        </p:nvSpPr>
        <p:spPr>
          <a:xfrm>
            <a:off x="777240" y="4983480"/>
            <a:ext cx="5163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Text 22"/>
          <p:cNvSpPr/>
          <p:nvPr/>
        </p:nvSpPr>
        <p:spPr>
          <a:xfrm>
            <a:off x="777240" y="5303520"/>
            <a:ext cx="5163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9" name="Shape 23"/>
          <p:cNvSpPr/>
          <p:nvPr/>
        </p:nvSpPr>
        <p:spPr>
          <a:xfrm>
            <a:off x="6217920" y="4846320"/>
            <a:ext cx="5529240" cy="10486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Shape 24"/>
          <p:cNvSpPr/>
          <p:nvPr/>
        </p:nvSpPr>
        <p:spPr>
          <a:xfrm>
            <a:off x="6217920" y="4846320"/>
            <a:ext cx="88560" cy="10486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1" name="Text 25"/>
          <p:cNvSpPr/>
          <p:nvPr/>
        </p:nvSpPr>
        <p:spPr>
          <a:xfrm>
            <a:off x="6446520" y="4983480"/>
            <a:ext cx="5163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26"/>
          <p:cNvSpPr/>
          <p:nvPr/>
        </p:nvSpPr>
        <p:spPr>
          <a:xfrm>
            <a:off x="6446520" y="5303520"/>
            <a:ext cx="5163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Text 27"/>
          <p:cNvSpPr/>
          <p:nvPr/>
        </p:nvSpPr>
        <p:spPr>
          <a:xfrm>
            <a:off x="692640" y="598932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4" name="Shape 28"/>
          <p:cNvSpPr/>
          <p:nvPr/>
        </p:nvSpPr>
        <p:spPr>
          <a:xfrm>
            <a:off x="2599200" y="5989320"/>
            <a:ext cx="2191680" cy="27144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29"/>
          <p:cNvSpPr/>
          <p:nvPr/>
        </p:nvSpPr>
        <p:spPr>
          <a:xfrm>
            <a:off x="2599200" y="5989320"/>
            <a:ext cx="21916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Shape 30"/>
          <p:cNvSpPr/>
          <p:nvPr/>
        </p:nvSpPr>
        <p:spPr>
          <a:xfrm>
            <a:off x="4885200" y="5989320"/>
            <a:ext cx="2191680" cy="27144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7" name="Text 31"/>
          <p:cNvSpPr/>
          <p:nvPr/>
        </p:nvSpPr>
        <p:spPr>
          <a:xfrm>
            <a:off x="4885200" y="5989320"/>
            <a:ext cx="21916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32"/>
          <p:cNvSpPr/>
          <p:nvPr/>
        </p:nvSpPr>
        <p:spPr>
          <a:xfrm>
            <a:off x="7171200" y="5989320"/>
            <a:ext cx="2191680" cy="27144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Text 33"/>
          <p:cNvSpPr/>
          <p:nvPr/>
        </p:nvSpPr>
        <p:spPr>
          <a:xfrm>
            <a:off x="7171200" y="5989320"/>
            <a:ext cx="21916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0" name="Shape 34"/>
          <p:cNvSpPr/>
          <p:nvPr/>
        </p:nvSpPr>
        <p:spPr>
          <a:xfrm>
            <a:off x="9457200" y="5989320"/>
            <a:ext cx="2191680" cy="27144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1" name="Text 35"/>
          <p:cNvSpPr/>
          <p:nvPr/>
        </p:nvSpPr>
        <p:spPr>
          <a:xfrm>
            <a:off x="9457200" y="5989320"/>
            <a:ext cx="21916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3" name="Text 36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4" name="Text 37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5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7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3"/>
          <p:cNvSpPr/>
          <p:nvPr/>
        </p:nvSpPr>
        <p:spPr>
          <a:xfrm>
            <a:off x="548640" y="1691640"/>
            <a:ext cx="3654720" cy="155160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4"/>
          <p:cNvSpPr/>
          <p:nvPr/>
        </p:nvSpPr>
        <p:spPr>
          <a:xfrm>
            <a:off x="548640" y="1691640"/>
            <a:ext cx="365472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5"/>
          <p:cNvSpPr/>
          <p:nvPr/>
        </p:nvSpPr>
        <p:spPr>
          <a:xfrm>
            <a:off x="548640" y="2606040"/>
            <a:ext cx="3654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6"/>
          <p:cNvSpPr/>
          <p:nvPr/>
        </p:nvSpPr>
        <p:spPr>
          <a:xfrm>
            <a:off x="548640" y="288036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Shape 7"/>
          <p:cNvSpPr/>
          <p:nvPr/>
        </p:nvSpPr>
        <p:spPr>
          <a:xfrm>
            <a:off x="4389120" y="1691640"/>
            <a:ext cx="7220880" cy="155160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3" name="Text 8"/>
          <p:cNvSpPr/>
          <p:nvPr/>
        </p:nvSpPr>
        <p:spPr>
          <a:xfrm>
            <a:off x="4572000" y="1783080"/>
            <a:ext cx="68551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4" name="Text 9"/>
          <p:cNvSpPr/>
          <p:nvPr/>
        </p:nvSpPr>
        <p:spPr>
          <a:xfrm>
            <a:off x="4572000" y="2103120"/>
            <a:ext cx="685512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chaîne CI/CD complète, conteneuriser et déployer en environnement de production sécurisé.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5" name="Text 10"/>
          <p:cNvSpPr/>
          <p:nvPr/>
        </p:nvSpPr>
        <p:spPr>
          <a:xfrm>
            <a:off x="548640" y="3383280"/>
            <a:ext cx="109699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6" name="Shape 11"/>
          <p:cNvSpPr/>
          <p:nvPr/>
        </p:nvSpPr>
        <p:spPr>
          <a:xfrm>
            <a:off x="548640" y="3703320"/>
            <a:ext cx="5529240" cy="10486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7" name="Shape 12"/>
          <p:cNvSpPr/>
          <p:nvPr/>
        </p:nvSpPr>
        <p:spPr>
          <a:xfrm>
            <a:off x="548640" y="3703320"/>
            <a:ext cx="88560" cy="10486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8" name="Text 13"/>
          <p:cNvSpPr/>
          <p:nvPr/>
        </p:nvSpPr>
        <p:spPr>
          <a:xfrm>
            <a:off x="777240" y="3840480"/>
            <a:ext cx="5163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9" name="Text 14"/>
          <p:cNvSpPr/>
          <p:nvPr/>
        </p:nvSpPr>
        <p:spPr>
          <a:xfrm>
            <a:off x="777240" y="4160520"/>
            <a:ext cx="5163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0" name="Shape 15"/>
          <p:cNvSpPr/>
          <p:nvPr/>
        </p:nvSpPr>
        <p:spPr>
          <a:xfrm>
            <a:off x="6217920" y="3703320"/>
            <a:ext cx="5529240" cy="10486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1" name="Shape 16"/>
          <p:cNvSpPr/>
          <p:nvPr/>
        </p:nvSpPr>
        <p:spPr>
          <a:xfrm>
            <a:off x="6217920" y="3703320"/>
            <a:ext cx="88560" cy="10486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2" name="Text 17"/>
          <p:cNvSpPr/>
          <p:nvPr/>
        </p:nvSpPr>
        <p:spPr>
          <a:xfrm>
            <a:off x="6446520" y="3840480"/>
            <a:ext cx="5163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3" name="Text 18"/>
          <p:cNvSpPr/>
          <p:nvPr/>
        </p:nvSpPr>
        <p:spPr>
          <a:xfrm>
            <a:off x="6446520" y="4160520"/>
            <a:ext cx="5163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GitHub Actions : lint + test + build + deploy, secrets cloisonnés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4" name="Shape 19"/>
          <p:cNvSpPr/>
          <p:nvPr/>
        </p:nvSpPr>
        <p:spPr>
          <a:xfrm>
            <a:off x="548640" y="4846320"/>
            <a:ext cx="5529240" cy="10486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5" name="Shape 20"/>
          <p:cNvSpPr/>
          <p:nvPr/>
        </p:nvSpPr>
        <p:spPr>
          <a:xfrm>
            <a:off x="548640" y="4846320"/>
            <a:ext cx="88560" cy="10486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6" name="Text 21"/>
          <p:cNvSpPr/>
          <p:nvPr/>
        </p:nvSpPr>
        <p:spPr>
          <a:xfrm>
            <a:off x="777240" y="4983480"/>
            <a:ext cx="5163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trialis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 la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livrais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7" name="Text 22"/>
          <p:cNvSpPr/>
          <p:nvPr/>
        </p:nvSpPr>
        <p:spPr>
          <a:xfrm>
            <a:off x="777240" y="5303520"/>
            <a:ext cx="5163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8" name="Shape 23"/>
          <p:cNvSpPr/>
          <p:nvPr/>
        </p:nvSpPr>
        <p:spPr>
          <a:xfrm>
            <a:off x="6217920" y="4846320"/>
            <a:ext cx="5529240" cy="10486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9" name="Shape 24"/>
          <p:cNvSpPr/>
          <p:nvPr/>
        </p:nvSpPr>
        <p:spPr>
          <a:xfrm>
            <a:off x="6217920" y="4846320"/>
            <a:ext cx="88560" cy="10486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0" name="Text 25"/>
          <p:cNvSpPr/>
          <p:nvPr/>
        </p:nvSpPr>
        <p:spPr>
          <a:xfrm>
            <a:off x="6446520" y="4983480"/>
            <a:ext cx="5163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1" name="Text 26"/>
          <p:cNvSpPr/>
          <p:nvPr/>
        </p:nvSpPr>
        <p:spPr>
          <a:xfrm>
            <a:off x="6446520" y="5303520"/>
            <a:ext cx="5163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2" name="Text 27"/>
          <p:cNvSpPr/>
          <p:nvPr/>
        </p:nvSpPr>
        <p:spPr>
          <a:xfrm>
            <a:off x="548640" y="598932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3" name="Shape 28"/>
          <p:cNvSpPr/>
          <p:nvPr/>
        </p:nvSpPr>
        <p:spPr>
          <a:xfrm>
            <a:off x="2743200" y="5989320"/>
            <a:ext cx="2191680" cy="27144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4" name="Text 29"/>
          <p:cNvSpPr/>
          <p:nvPr/>
        </p:nvSpPr>
        <p:spPr>
          <a:xfrm>
            <a:off x="2743200" y="5989320"/>
            <a:ext cx="21916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5" name="Shape 30"/>
          <p:cNvSpPr/>
          <p:nvPr/>
        </p:nvSpPr>
        <p:spPr>
          <a:xfrm>
            <a:off x="5029200" y="5989320"/>
            <a:ext cx="2191680" cy="27144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6" name="Text 31"/>
          <p:cNvSpPr/>
          <p:nvPr/>
        </p:nvSpPr>
        <p:spPr>
          <a:xfrm>
            <a:off x="5029200" y="5989320"/>
            <a:ext cx="21916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CI/CD GitHub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7" name="Shape 32"/>
          <p:cNvSpPr/>
          <p:nvPr/>
        </p:nvSpPr>
        <p:spPr>
          <a:xfrm>
            <a:off x="7315200" y="5989320"/>
            <a:ext cx="2191680" cy="27144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8" name="Text 33"/>
          <p:cNvSpPr/>
          <p:nvPr/>
        </p:nvSpPr>
        <p:spPr>
          <a:xfrm>
            <a:off x="7315200" y="5989320"/>
            <a:ext cx="21916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9" name="Shape 34"/>
          <p:cNvSpPr/>
          <p:nvPr/>
        </p:nvSpPr>
        <p:spPr>
          <a:xfrm>
            <a:off x="9601200" y="5989320"/>
            <a:ext cx="2191680" cy="27144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0" name="Text 35"/>
          <p:cNvSpPr/>
          <p:nvPr/>
        </p:nvSpPr>
        <p:spPr>
          <a:xfrm>
            <a:off x="9601200" y="5989320"/>
            <a:ext cx="21916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2" name="Text 36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3" name="Text 37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5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6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7" name="Shape 3"/>
          <p:cNvSpPr/>
          <p:nvPr/>
        </p:nvSpPr>
        <p:spPr>
          <a:xfrm>
            <a:off x="548640" y="1691640"/>
            <a:ext cx="5529240" cy="219168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8" name="Shape 4"/>
          <p:cNvSpPr/>
          <p:nvPr/>
        </p:nvSpPr>
        <p:spPr>
          <a:xfrm>
            <a:off x="777240" y="1920240"/>
            <a:ext cx="865800" cy="8658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9" name="Text 5"/>
          <p:cNvSpPr/>
          <p:nvPr/>
        </p:nvSpPr>
        <p:spPr>
          <a:xfrm>
            <a:off x="777240" y="1920240"/>
            <a:ext cx="86580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0" name="Text 6"/>
          <p:cNvSpPr/>
          <p:nvPr/>
        </p:nvSpPr>
        <p:spPr>
          <a:xfrm>
            <a:off x="1783080" y="2073960"/>
            <a:ext cx="42033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1" name="Text 7"/>
          <p:cNvSpPr/>
          <p:nvPr/>
        </p:nvSpPr>
        <p:spPr>
          <a:xfrm>
            <a:off x="777240" y="2880360"/>
            <a:ext cx="516348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2" name="Shape 8"/>
          <p:cNvSpPr/>
          <p:nvPr/>
        </p:nvSpPr>
        <p:spPr>
          <a:xfrm>
            <a:off x="6217920" y="1691640"/>
            <a:ext cx="5529240" cy="219168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3" name="Shape 9"/>
          <p:cNvSpPr/>
          <p:nvPr/>
        </p:nvSpPr>
        <p:spPr>
          <a:xfrm>
            <a:off x="6446520" y="1920240"/>
            <a:ext cx="865800" cy="8658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4" name="Text 10"/>
          <p:cNvSpPr/>
          <p:nvPr/>
        </p:nvSpPr>
        <p:spPr>
          <a:xfrm>
            <a:off x="6446520" y="1776240"/>
            <a:ext cx="865800" cy="11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5" name="Text 11"/>
          <p:cNvSpPr/>
          <p:nvPr/>
        </p:nvSpPr>
        <p:spPr>
          <a:xfrm>
            <a:off x="7452360" y="2073960"/>
            <a:ext cx="42033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6" name="Text 12"/>
          <p:cNvSpPr/>
          <p:nvPr/>
        </p:nvSpPr>
        <p:spPr>
          <a:xfrm>
            <a:off x="6446520" y="2880360"/>
            <a:ext cx="516348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7" name="Shape 13"/>
          <p:cNvSpPr/>
          <p:nvPr/>
        </p:nvSpPr>
        <p:spPr>
          <a:xfrm>
            <a:off x="548640" y="4023360"/>
            <a:ext cx="5529240" cy="219168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8" name="Shape 14"/>
          <p:cNvSpPr/>
          <p:nvPr/>
        </p:nvSpPr>
        <p:spPr>
          <a:xfrm>
            <a:off x="777240" y="4251960"/>
            <a:ext cx="865800" cy="8658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9" name="Text 15"/>
          <p:cNvSpPr/>
          <p:nvPr/>
        </p:nvSpPr>
        <p:spPr>
          <a:xfrm>
            <a:off x="777240" y="4215960"/>
            <a:ext cx="86580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0" name="Text 16"/>
          <p:cNvSpPr/>
          <p:nvPr/>
        </p:nvSpPr>
        <p:spPr>
          <a:xfrm>
            <a:off x="1783080" y="4441680"/>
            <a:ext cx="42033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1" name="Text 17"/>
          <p:cNvSpPr/>
          <p:nvPr/>
        </p:nvSpPr>
        <p:spPr>
          <a:xfrm>
            <a:off x="777240" y="5212080"/>
            <a:ext cx="516348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2" name="Shape 18"/>
          <p:cNvSpPr/>
          <p:nvPr/>
        </p:nvSpPr>
        <p:spPr>
          <a:xfrm>
            <a:off x="6217920" y="4023360"/>
            <a:ext cx="5529240" cy="219168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3" name="Shape 19"/>
          <p:cNvSpPr/>
          <p:nvPr/>
        </p:nvSpPr>
        <p:spPr>
          <a:xfrm>
            <a:off x="6446520" y="4251960"/>
            <a:ext cx="865800" cy="86580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4" name="Text 20"/>
          <p:cNvSpPr/>
          <p:nvPr/>
        </p:nvSpPr>
        <p:spPr>
          <a:xfrm>
            <a:off x="6446520" y="4143960"/>
            <a:ext cx="86580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5" name="Text 21"/>
          <p:cNvSpPr/>
          <p:nvPr/>
        </p:nvSpPr>
        <p:spPr>
          <a:xfrm>
            <a:off x="7452360" y="4441680"/>
            <a:ext cx="42033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6" name="Text 22"/>
          <p:cNvSpPr/>
          <p:nvPr/>
        </p:nvSpPr>
        <p:spPr>
          <a:xfrm>
            <a:off x="6446520" y="5212080"/>
            <a:ext cx="516348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8" name="Text 23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9" name="Text 24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1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2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3" name="Shape 3"/>
          <p:cNvSpPr/>
          <p:nvPr/>
        </p:nvSpPr>
        <p:spPr>
          <a:xfrm>
            <a:off x="476640" y="1691640"/>
            <a:ext cx="5529240" cy="456912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4" name="Text 4"/>
          <p:cNvSpPr/>
          <p:nvPr/>
        </p:nvSpPr>
        <p:spPr>
          <a:xfrm>
            <a:off x="659520" y="1783080"/>
            <a:ext cx="5026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5" name="Shape 5"/>
          <p:cNvSpPr/>
          <p:nvPr/>
        </p:nvSpPr>
        <p:spPr>
          <a:xfrm>
            <a:off x="705240" y="2350080"/>
            <a:ext cx="143280" cy="1432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6" name="Text 6"/>
          <p:cNvSpPr/>
          <p:nvPr/>
        </p:nvSpPr>
        <p:spPr>
          <a:xfrm>
            <a:off x="933840" y="224028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7" name="Shape 7"/>
          <p:cNvSpPr/>
          <p:nvPr/>
        </p:nvSpPr>
        <p:spPr>
          <a:xfrm>
            <a:off x="705240" y="2807280"/>
            <a:ext cx="143280" cy="1432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8" name="Text 8"/>
          <p:cNvSpPr/>
          <p:nvPr/>
        </p:nvSpPr>
        <p:spPr>
          <a:xfrm>
            <a:off x="933840" y="269748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9" name="Shape 9"/>
          <p:cNvSpPr/>
          <p:nvPr/>
        </p:nvSpPr>
        <p:spPr>
          <a:xfrm>
            <a:off x="705240" y="3264480"/>
            <a:ext cx="143280" cy="1432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0" name="Text 10"/>
          <p:cNvSpPr/>
          <p:nvPr/>
        </p:nvSpPr>
        <p:spPr>
          <a:xfrm>
            <a:off x="933840" y="315468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1" name="Shape 11"/>
          <p:cNvSpPr/>
          <p:nvPr/>
        </p:nvSpPr>
        <p:spPr>
          <a:xfrm>
            <a:off x="705240" y="3721680"/>
            <a:ext cx="143280" cy="1432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2" name="Text 12"/>
          <p:cNvSpPr/>
          <p:nvPr/>
        </p:nvSpPr>
        <p:spPr>
          <a:xfrm>
            <a:off x="933840" y="361188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3" name="Shape 13"/>
          <p:cNvSpPr/>
          <p:nvPr/>
        </p:nvSpPr>
        <p:spPr>
          <a:xfrm>
            <a:off x="705240" y="4178880"/>
            <a:ext cx="143280" cy="1432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4" name="Text 14"/>
          <p:cNvSpPr/>
          <p:nvPr/>
        </p:nvSpPr>
        <p:spPr>
          <a:xfrm>
            <a:off x="933840" y="406908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5" name="Shape 15"/>
          <p:cNvSpPr/>
          <p:nvPr/>
        </p:nvSpPr>
        <p:spPr>
          <a:xfrm>
            <a:off x="705240" y="4636080"/>
            <a:ext cx="143280" cy="1432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6" name="Text 16"/>
          <p:cNvSpPr/>
          <p:nvPr/>
        </p:nvSpPr>
        <p:spPr>
          <a:xfrm>
            <a:off x="933840" y="452628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7" name="Shape 17"/>
          <p:cNvSpPr/>
          <p:nvPr/>
        </p:nvSpPr>
        <p:spPr>
          <a:xfrm>
            <a:off x="705240" y="5093280"/>
            <a:ext cx="143280" cy="1432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8" name="Text 18"/>
          <p:cNvSpPr/>
          <p:nvPr/>
        </p:nvSpPr>
        <p:spPr>
          <a:xfrm>
            <a:off x="933840" y="498348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9" name="Shape 19"/>
          <p:cNvSpPr/>
          <p:nvPr/>
        </p:nvSpPr>
        <p:spPr>
          <a:xfrm>
            <a:off x="705240" y="5550480"/>
            <a:ext cx="143280" cy="1432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0" name="Text 20"/>
          <p:cNvSpPr/>
          <p:nvPr/>
        </p:nvSpPr>
        <p:spPr>
          <a:xfrm>
            <a:off x="933840" y="544068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—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+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+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+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1" name="Shape 21"/>
          <p:cNvSpPr/>
          <p:nvPr/>
        </p:nvSpPr>
        <p:spPr>
          <a:xfrm>
            <a:off x="6191640" y="1691640"/>
            <a:ext cx="5529240" cy="456912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2" name="Text 22"/>
          <p:cNvSpPr/>
          <p:nvPr/>
        </p:nvSpPr>
        <p:spPr>
          <a:xfrm>
            <a:off x="6374520" y="1783080"/>
            <a:ext cx="5026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3" name="Shape 23"/>
          <p:cNvSpPr/>
          <p:nvPr/>
        </p:nvSpPr>
        <p:spPr>
          <a:xfrm>
            <a:off x="6420240" y="235008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4" name="Text 24"/>
          <p:cNvSpPr/>
          <p:nvPr/>
        </p:nvSpPr>
        <p:spPr>
          <a:xfrm>
            <a:off x="6648840" y="224028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5" name="Shape 25"/>
          <p:cNvSpPr/>
          <p:nvPr/>
        </p:nvSpPr>
        <p:spPr>
          <a:xfrm>
            <a:off x="6420240" y="280728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6" name="Text 26"/>
          <p:cNvSpPr/>
          <p:nvPr/>
        </p:nvSpPr>
        <p:spPr>
          <a:xfrm>
            <a:off x="6648840" y="269748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7" name="Shape 27"/>
          <p:cNvSpPr/>
          <p:nvPr/>
        </p:nvSpPr>
        <p:spPr>
          <a:xfrm>
            <a:off x="6420240" y="326448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8" name="Text 28"/>
          <p:cNvSpPr/>
          <p:nvPr/>
        </p:nvSpPr>
        <p:spPr>
          <a:xfrm>
            <a:off x="6648840" y="315468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9" name="Shape 29"/>
          <p:cNvSpPr/>
          <p:nvPr/>
        </p:nvSpPr>
        <p:spPr>
          <a:xfrm>
            <a:off x="6420240" y="372168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0" name="Text 30"/>
          <p:cNvSpPr/>
          <p:nvPr/>
        </p:nvSpPr>
        <p:spPr>
          <a:xfrm>
            <a:off x="6648840" y="361188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1" name="Shape 31"/>
          <p:cNvSpPr/>
          <p:nvPr/>
        </p:nvSpPr>
        <p:spPr>
          <a:xfrm>
            <a:off x="6420240" y="417888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2" name="Text 32"/>
          <p:cNvSpPr/>
          <p:nvPr/>
        </p:nvSpPr>
        <p:spPr>
          <a:xfrm>
            <a:off x="6648840" y="406908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3" name="Shape 33"/>
          <p:cNvSpPr/>
          <p:nvPr/>
        </p:nvSpPr>
        <p:spPr>
          <a:xfrm>
            <a:off x="6420240" y="463608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4" name="Text 34"/>
          <p:cNvSpPr/>
          <p:nvPr/>
        </p:nvSpPr>
        <p:spPr>
          <a:xfrm>
            <a:off x="6648840" y="452628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5" name="Shape 35"/>
          <p:cNvSpPr/>
          <p:nvPr/>
        </p:nvSpPr>
        <p:spPr>
          <a:xfrm>
            <a:off x="6420240" y="509328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6" name="Text 36"/>
          <p:cNvSpPr/>
          <p:nvPr/>
        </p:nvSpPr>
        <p:spPr>
          <a:xfrm>
            <a:off x="6648840" y="498348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7" name="Shape 37"/>
          <p:cNvSpPr/>
          <p:nvPr/>
        </p:nvSpPr>
        <p:spPr>
          <a:xfrm>
            <a:off x="6420240" y="5550480"/>
            <a:ext cx="143280" cy="1432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8" name="Text 38"/>
          <p:cNvSpPr/>
          <p:nvPr/>
        </p:nvSpPr>
        <p:spPr>
          <a:xfrm>
            <a:off x="6648840" y="5440680"/>
            <a:ext cx="48434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0" name="Text 39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7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7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1" name="Text 40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2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6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3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4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5" name="Shape 3"/>
          <p:cNvSpPr/>
          <p:nvPr/>
        </p:nvSpPr>
        <p:spPr>
          <a:xfrm>
            <a:off x="480240" y="1691640"/>
            <a:ext cx="3700440" cy="456912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6" name="Shape 4"/>
          <p:cNvSpPr/>
          <p:nvPr/>
        </p:nvSpPr>
        <p:spPr>
          <a:xfrm>
            <a:off x="480240" y="1691640"/>
            <a:ext cx="3700440" cy="454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7" name="Text 5"/>
          <p:cNvSpPr/>
          <p:nvPr/>
        </p:nvSpPr>
        <p:spPr>
          <a:xfrm>
            <a:off x="480240" y="1691640"/>
            <a:ext cx="37004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8" name="Shape 6"/>
          <p:cNvSpPr/>
          <p:nvPr/>
        </p:nvSpPr>
        <p:spPr>
          <a:xfrm>
            <a:off x="708840" y="2468880"/>
            <a:ext cx="143280" cy="1432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9" name="Text 7"/>
          <p:cNvSpPr/>
          <p:nvPr/>
        </p:nvSpPr>
        <p:spPr>
          <a:xfrm>
            <a:off x="983160" y="2377440"/>
            <a:ext cx="301464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0" name="Shape 8"/>
          <p:cNvSpPr/>
          <p:nvPr/>
        </p:nvSpPr>
        <p:spPr>
          <a:xfrm>
            <a:off x="708840" y="3429000"/>
            <a:ext cx="143280" cy="1432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1" name="Text 9"/>
          <p:cNvSpPr/>
          <p:nvPr/>
        </p:nvSpPr>
        <p:spPr>
          <a:xfrm>
            <a:off x="983160" y="3337560"/>
            <a:ext cx="301464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2" name="Shape 10"/>
          <p:cNvSpPr/>
          <p:nvPr/>
        </p:nvSpPr>
        <p:spPr>
          <a:xfrm>
            <a:off x="708840" y="4389120"/>
            <a:ext cx="143280" cy="1432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3" name="Text 11"/>
          <p:cNvSpPr/>
          <p:nvPr/>
        </p:nvSpPr>
        <p:spPr>
          <a:xfrm>
            <a:off x="983160" y="4297680"/>
            <a:ext cx="301464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4" name="Shape 12"/>
          <p:cNvSpPr/>
          <p:nvPr/>
        </p:nvSpPr>
        <p:spPr>
          <a:xfrm>
            <a:off x="708840" y="5349240"/>
            <a:ext cx="143280" cy="1432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5" name="Text 13"/>
          <p:cNvSpPr/>
          <p:nvPr/>
        </p:nvSpPr>
        <p:spPr>
          <a:xfrm>
            <a:off x="983160" y="5257800"/>
            <a:ext cx="301464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6" name="Shape 14"/>
          <p:cNvSpPr/>
          <p:nvPr/>
        </p:nvSpPr>
        <p:spPr>
          <a:xfrm>
            <a:off x="4229280" y="1691640"/>
            <a:ext cx="3700440" cy="456912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7" name="Shape 15"/>
          <p:cNvSpPr/>
          <p:nvPr/>
        </p:nvSpPr>
        <p:spPr>
          <a:xfrm>
            <a:off x="4229280" y="1691640"/>
            <a:ext cx="3700440" cy="454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8" name="Text 16"/>
          <p:cNvSpPr/>
          <p:nvPr/>
        </p:nvSpPr>
        <p:spPr>
          <a:xfrm>
            <a:off x="4229280" y="1691640"/>
            <a:ext cx="37004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9" name="Shape 17"/>
          <p:cNvSpPr/>
          <p:nvPr/>
        </p:nvSpPr>
        <p:spPr>
          <a:xfrm>
            <a:off x="4457880" y="2468880"/>
            <a:ext cx="143280" cy="14328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0" name="Text 18"/>
          <p:cNvSpPr/>
          <p:nvPr/>
        </p:nvSpPr>
        <p:spPr>
          <a:xfrm>
            <a:off x="4732200" y="2377440"/>
            <a:ext cx="301464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1" name="Shape 19"/>
          <p:cNvSpPr/>
          <p:nvPr/>
        </p:nvSpPr>
        <p:spPr>
          <a:xfrm>
            <a:off x="4457880" y="3429000"/>
            <a:ext cx="143280" cy="14328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2" name="Text 20"/>
          <p:cNvSpPr/>
          <p:nvPr/>
        </p:nvSpPr>
        <p:spPr>
          <a:xfrm>
            <a:off x="4732200" y="3337560"/>
            <a:ext cx="301464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3" name="Shape 21"/>
          <p:cNvSpPr/>
          <p:nvPr/>
        </p:nvSpPr>
        <p:spPr>
          <a:xfrm>
            <a:off x="4457880" y="4389120"/>
            <a:ext cx="143280" cy="14328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4" name="Text 22"/>
          <p:cNvSpPr/>
          <p:nvPr/>
        </p:nvSpPr>
        <p:spPr>
          <a:xfrm>
            <a:off x="4732200" y="4297680"/>
            <a:ext cx="301464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5" name="Shape 23"/>
          <p:cNvSpPr/>
          <p:nvPr/>
        </p:nvSpPr>
        <p:spPr>
          <a:xfrm>
            <a:off x="4457880" y="5349240"/>
            <a:ext cx="143280" cy="14328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6" name="Text 24"/>
          <p:cNvSpPr/>
          <p:nvPr/>
        </p:nvSpPr>
        <p:spPr>
          <a:xfrm>
            <a:off x="4732200" y="5257800"/>
            <a:ext cx="301464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7" name="Shape 25"/>
          <p:cNvSpPr/>
          <p:nvPr/>
        </p:nvSpPr>
        <p:spPr>
          <a:xfrm>
            <a:off x="7978320" y="1691640"/>
            <a:ext cx="3700440" cy="456912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8" name="Shape 26"/>
          <p:cNvSpPr/>
          <p:nvPr/>
        </p:nvSpPr>
        <p:spPr>
          <a:xfrm>
            <a:off x="7978320" y="1691640"/>
            <a:ext cx="3700440" cy="454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9" name="Text 27"/>
          <p:cNvSpPr/>
          <p:nvPr/>
        </p:nvSpPr>
        <p:spPr>
          <a:xfrm>
            <a:off x="7978320" y="1691640"/>
            <a:ext cx="37004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0" name="Shape 28"/>
          <p:cNvSpPr/>
          <p:nvPr/>
        </p:nvSpPr>
        <p:spPr>
          <a:xfrm>
            <a:off x="8206920" y="2468880"/>
            <a:ext cx="143280" cy="14328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1" name="Text 29"/>
          <p:cNvSpPr/>
          <p:nvPr/>
        </p:nvSpPr>
        <p:spPr>
          <a:xfrm>
            <a:off x="8481240" y="2377440"/>
            <a:ext cx="301464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2" name="Shape 30"/>
          <p:cNvSpPr/>
          <p:nvPr/>
        </p:nvSpPr>
        <p:spPr>
          <a:xfrm>
            <a:off x="8206920" y="3429000"/>
            <a:ext cx="143280" cy="14328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3" name="Text 31"/>
          <p:cNvSpPr/>
          <p:nvPr/>
        </p:nvSpPr>
        <p:spPr>
          <a:xfrm>
            <a:off x="8481240" y="3337560"/>
            <a:ext cx="301464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4" name="Shape 32"/>
          <p:cNvSpPr/>
          <p:nvPr/>
        </p:nvSpPr>
        <p:spPr>
          <a:xfrm>
            <a:off x="8206920" y="4389120"/>
            <a:ext cx="143280" cy="14328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5" name="Text 33"/>
          <p:cNvSpPr/>
          <p:nvPr/>
        </p:nvSpPr>
        <p:spPr>
          <a:xfrm>
            <a:off x="8481240" y="4297680"/>
            <a:ext cx="301464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6" name="Shape 34"/>
          <p:cNvSpPr/>
          <p:nvPr/>
        </p:nvSpPr>
        <p:spPr>
          <a:xfrm>
            <a:off x="8206920" y="5349240"/>
            <a:ext cx="143280" cy="14328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7" name="Text 35"/>
          <p:cNvSpPr/>
          <p:nvPr/>
        </p:nvSpPr>
        <p:spPr>
          <a:xfrm>
            <a:off x="8481240" y="5257800"/>
            <a:ext cx="301464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9" name="Text 36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0" name="Text 37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Text 0"/>
          <p:cNvSpPr/>
          <p:nvPr/>
        </p:nvSpPr>
        <p:spPr>
          <a:xfrm>
            <a:off x="548640" y="41148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2" name="Text 1"/>
          <p:cNvSpPr/>
          <p:nvPr/>
        </p:nvSpPr>
        <p:spPr>
          <a:xfrm>
            <a:off x="548640" y="685800"/>
            <a:ext cx="10969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3" name="Shape 2"/>
          <p:cNvSpPr/>
          <p:nvPr/>
        </p:nvSpPr>
        <p:spPr>
          <a:xfrm>
            <a:off x="365760" y="457200"/>
            <a:ext cx="70200" cy="774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4" name="Shape 3"/>
          <p:cNvSpPr/>
          <p:nvPr/>
        </p:nvSpPr>
        <p:spPr>
          <a:xfrm>
            <a:off x="548640" y="1828800"/>
            <a:ext cx="88560" cy="16430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5" name="Text 4"/>
          <p:cNvSpPr/>
          <p:nvPr/>
        </p:nvSpPr>
        <p:spPr>
          <a:xfrm>
            <a:off x="822960" y="1783080"/>
            <a:ext cx="1078704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6" name="Text 5"/>
          <p:cNvSpPr/>
          <p:nvPr/>
        </p:nvSpPr>
        <p:spPr>
          <a:xfrm>
            <a:off x="822960" y="2697480"/>
            <a:ext cx="1078704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7" name="Shape 6"/>
          <p:cNvSpPr/>
          <p:nvPr/>
        </p:nvSpPr>
        <p:spPr>
          <a:xfrm>
            <a:off x="548640" y="3657600"/>
            <a:ext cx="2694600" cy="182592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8" name="Shape 7"/>
          <p:cNvSpPr/>
          <p:nvPr/>
        </p:nvSpPr>
        <p:spPr>
          <a:xfrm>
            <a:off x="1600200" y="3886200"/>
            <a:ext cx="591480" cy="59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9" name="Text 8"/>
          <p:cNvSpPr/>
          <p:nvPr/>
        </p:nvSpPr>
        <p:spPr>
          <a:xfrm>
            <a:off x="1600200" y="3886200"/>
            <a:ext cx="59148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0" name="Text 9"/>
          <p:cNvSpPr/>
          <p:nvPr/>
        </p:nvSpPr>
        <p:spPr>
          <a:xfrm>
            <a:off x="640080" y="4572000"/>
            <a:ext cx="2511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1" name="Text 10"/>
          <p:cNvSpPr/>
          <p:nvPr/>
        </p:nvSpPr>
        <p:spPr>
          <a:xfrm>
            <a:off x="640080" y="4937760"/>
            <a:ext cx="25117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2" name="Shape 11"/>
          <p:cNvSpPr/>
          <p:nvPr/>
        </p:nvSpPr>
        <p:spPr>
          <a:xfrm>
            <a:off x="3383280" y="3657600"/>
            <a:ext cx="2694600" cy="182592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3" name="Shape 12"/>
          <p:cNvSpPr/>
          <p:nvPr/>
        </p:nvSpPr>
        <p:spPr>
          <a:xfrm>
            <a:off x="4434840" y="3886200"/>
            <a:ext cx="591480" cy="59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4" name="Text 13"/>
          <p:cNvSpPr/>
          <p:nvPr/>
        </p:nvSpPr>
        <p:spPr>
          <a:xfrm>
            <a:off x="4434840" y="3814200"/>
            <a:ext cx="591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5" name="Text 14"/>
          <p:cNvSpPr/>
          <p:nvPr/>
        </p:nvSpPr>
        <p:spPr>
          <a:xfrm>
            <a:off x="3474720" y="4572000"/>
            <a:ext cx="2511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6" name="Text 15"/>
          <p:cNvSpPr/>
          <p:nvPr/>
        </p:nvSpPr>
        <p:spPr>
          <a:xfrm>
            <a:off x="3474720" y="4937760"/>
            <a:ext cx="25117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7" name="Shape 16"/>
          <p:cNvSpPr/>
          <p:nvPr/>
        </p:nvSpPr>
        <p:spPr>
          <a:xfrm>
            <a:off x="6217920" y="3657600"/>
            <a:ext cx="2694600" cy="182592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8" name="Shape 17"/>
          <p:cNvSpPr/>
          <p:nvPr/>
        </p:nvSpPr>
        <p:spPr>
          <a:xfrm>
            <a:off x="7269480" y="3886200"/>
            <a:ext cx="591480" cy="59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9" name="Text 18"/>
          <p:cNvSpPr/>
          <p:nvPr/>
        </p:nvSpPr>
        <p:spPr>
          <a:xfrm>
            <a:off x="7269480" y="3814200"/>
            <a:ext cx="591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0" name="Text 19"/>
          <p:cNvSpPr/>
          <p:nvPr/>
        </p:nvSpPr>
        <p:spPr>
          <a:xfrm>
            <a:off x="6309360" y="4572000"/>
            <a:ext cx="2511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1" name="Text 20"/>
          <p:cNvSpPr/>
          <p:nvPr/>
        </p:nvSpPr>
        <p:spPr>
          <a:xfrm>
            <a:off x="6309360" y="4937760"/>
            <a:ext cx="25117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2" name="Shape 21"/>
          <p:cNvSpPr/>
          <p:nvPr/>
        </p:nvSpPr>
        <p:spPr>
          <a:xfrm>
            <a:off x="9052560" y="3657600"/>
            <a:ext cx="2694600" cy="182592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3" name="Shape 22"/>
          <p:cNvSpPr/>
          <p:nvPr/>
        </p:nvSpPr>
        <p:spPr>
          <a:xfrm>
            <a:off x="10104120" y="3886200"/>
            <a:ext cx="591480" cy="59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4" name="Text 23"/>
          <p:cNvSpPr/>
          <p:nvPr/>
        </p:nvSpPr>
        <p:spPr>
          <a:xfrm>
            <a:off x="10104120" y="3814200"/>
            <a:ext cx="591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5" name="Text 24"/>
          <p:cNvSpPr/>
          <p:nvPr/>
        </p:nvSpPr>
        <p:spPr>
          <a:xfrm>
            <a:off x="9144000" y="4572000"/>
            <a:ext cx="2511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6" name="Text 25"/>
          <p:cNvSpPr/>
          <p:nvPr/>
        </p:nvSpPr>
        <p:spPr>
          <a:xfrm>
            <a:off x="9144000" y="4937760"/>
            <a:ext cx="25117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7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8" name="Text 27"/>
          <p:cNvSpPr/>
          <p:nvPr/>
        </p:nvSpPr>
        <p:spPr>
          <a:xfrm>
            <a:off x="731520" y="64465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9" name="Text 28"/>
          <p:cNvSpPr/>
          <p:nvPr/>
        </p:nvSpPr>
        <p:spPr>
          <a:xfrm>
            <a:off x="11064240" y="6446520"/>
            <a:ext cx="6372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0" name="Shape 0"/>
          <p:cNvSpPr/>
          <p:nvPr/>
        </p:nvSpPr>
        <p:spPr>
          <a:xfrm>
            <a:off x="-2743200" y="3200400"/>
            <a:ext cx="7312320" cy="731232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1" name="Shape 1"/>
          <p:cNvSpPr/>
          <p:nvPr/>
        </p:nvSpPr>
        <p:spPr>
          <a:xfrm>
            <a:off x="7589520" y="-2743200"/>
            <a:ext cx="7312320" cy="731232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2" name="Text 2"/>
          <p:cNvSpPr/>
          <p:nvPr/>
        </p:nvSpPr>
        <p:spPr>
          <a:xfrm>
            <a:off x="457200" y="3108960"/>
            <a:ext cx="1124424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3" name="Text 3"/>
          <p:cNvSpPr/>
          <p:nvPr/>
        </p:nvSpPr>
        <p:spPr>
          <a:xfrm>
            <a:off x="474120" y="4343400"/>
            <a:ext cx="112442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4" name="Text 8"/>
          <p:cNvSpPr/>
          <p:nvPr/>
        </p:nvSpPr>
        <p:spPr>
          <a:xfrm>
            <a:off x="3657600" y="5212080"/>
            <a:ext cx="36288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5" name="Text 16"/>
          <p:cNvSpPr/>
          <p:nvPr/>
        </p:nvSpPr>
        <p:spPr>
          <a:xfrm>
            <a:off x="457200" y="6172200"/>
            <a:ext cx="112442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7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7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—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'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Z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86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6840" cy="195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7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3240" cy="412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209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2026-05-22T18:54:06Z</dcterms:modified>
  <cp:revision>32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