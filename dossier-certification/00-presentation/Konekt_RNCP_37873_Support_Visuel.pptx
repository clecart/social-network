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43209743"/>
        <c:axId val="43594464"/>
      </c:barChart>
      <c:catAx>
        <c:axId val="4320974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3594464"/>
        <c:crosses val="autoZero"/>
        <c:auto val="1"/>
        <c:lblAlgn val="ctr"/>
        <c:lblOffset val="100"/>
        <c:noMultiLvlLbl val="0"/>
      </c:catAx>
      <c:valAx>
        <c:axId val="43594464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3209743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9FA509B-8BF0-44CA-90A7-EB881CA49E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766EA9-B461-4B49-ADA6-B8836894FD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3368CB-9793-4798-B02D-2C6D51A1E2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AE831B-E267-4F93-8122-88CB1E77D7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969757-D81A-4A4D-833F-BE7D0EC5D1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61E1E0-39F2-40E6-9BDD-5DDFE0BFDC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85AEDD-EC4F-4E72-9699-4BF6A7E6BA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658CCA-981F-4127-9F13-3E1CE0A349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77D3FD-F177-4C57-A11F-7CD196A894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044899-D007-47A4-B975-7FE0325B8F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701133-7D35-43A9-9CBF-63C3BBE8C0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AE463A-0B19-48F2-8FD4-BC64C026F0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124C6-CFA3-424D-95F7-19D8C544C3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47B4E7-FDED-470A-A62A-6C79C0A697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E76C6-0964-4C45-BEDD-53C9F738A6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209858-B068-429D-89C6-A1B412C067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9B1949-E8AC-4459-BB98-79890D7F01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161547-FB1E-4519-94A6-D493307D10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79E746-870A-4983-BAA5-04479726A9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4F0771-5A7B-46F7-B174-DA10BAF781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0B1748-CE76-43DB-822D-B85359EE25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2B6863-091A-465A-98C1-EC7F40661B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3ACBBE-6DBF-40AB-A0F7-4904CB2E8F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071D24-F709-491E-91C1-F5FC72D833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C71473-1B5E-4E79-B2E4-E949190938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139F66-0D11-4CB5-ADC2-8317573521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9A1412-E73D-46FC-AE73-85793AEECC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7A955F-994E-46A2-9E09-C67EC0D622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67787B-A44B-462A-95B2-C34606EBE4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E9E52D-2C4A-4A35-A307-FC5032205B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7972A6-274F-492B-B773-5527FE4820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1A1AAE-2146-41D6-AF2A-3235F78291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29E52F-0DB7-42ED-9DD8-263745B8B8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B6D526-DDA8-4F42-AE69-3B2CCB1102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8D5457-33F9-4FB4-AF17-FD2C2F8467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F0CAFE-E2D8-4E39-A305-CCA0170B7B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0A63B6-5ECE-48B6-91AC-AD62A19E3C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C8E614-3306-4364-A72C-6E1F151496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79BEC5-8EFB-4CF8-80AC-05B67B506A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AAA89C-3F3E-4CA3-88C3-9A2D7B1141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7BE892-DCDC-4B6E-94AA-354B04F825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1DAEC7-255D-4C37-B46F-1738A7D29C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4DD38F-30B5-4123-985A-4FCC65DC0A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11E149-47B6-41F8-B5AE-375AB2E6FE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AA997C-BA85-4076-AA55-E99DB3F221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B4749B-9E76-46A1-87C6-1D5AEDC4A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793D74-F022-4C3B-B6FA-52AECF3883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6B7B24-8389-4851-B9DF-5C71974382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960" cy="73119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7560" cy="63975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960" cy="27399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4200" cy="4082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42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516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</a:t>
            </a: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51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social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51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temps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réel — Next.js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15, Prisma,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PostgreSQL,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4040" cy="33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d'Applications  ·  Promotion 2024-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2520" cy="412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4360" cy="36543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2680" cy="16426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1000" cy="6368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7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5120" cy="3625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31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740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reconversion,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1000" cy="6368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7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5120" cy="3625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31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740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1000" cy="6368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7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5120" cy="3625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31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740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1000" cy="6368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7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5120" cy="3625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31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740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1000" cy="6368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7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5120" cy="3625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31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740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1000" cy="6368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7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5120" cy="3625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31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740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CAN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DIDA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840" cy="29228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840" cy="3625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8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91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9160" cy="12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5560" cy="12769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556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55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5560" cy="12769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556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55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5560" cy="12769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556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55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5560" cy="12769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556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55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7720" cy="11854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9680" cy="49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499680" cy="5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2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9680" cy="49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49968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2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9680" cy="49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968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2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9680" cy="49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499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264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920" cy="182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1480" cy="45687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800" cy="3258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40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800" cy="3258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40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800" cy="3258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40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800" cy="3258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40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800" cy="3258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40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800" cy="3258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40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95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1320" cy="16884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5400" cy="5454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540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8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84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1320" cy="16884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5400" cy="545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540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8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84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1320" cy="16884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5400" cy="545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540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8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84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1320" cy="16884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5400" cy="545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540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8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84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1320" cy="16884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5400" cy="545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8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84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88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9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1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1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1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1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88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9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8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7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8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7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8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7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8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7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5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1240" cy="42951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62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5320" cy="342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3640" cy="143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3640" cy="143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3640" cy="143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62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5320" cy="34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3640" cy="143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3640" cy="143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3640" cy="143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3640" cy="143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3640" cy="143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62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5320" cy="34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3640" cy="143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3640" cy="143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3640" cy="143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3640" cy="143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62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5320" cy="34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3640" cy="143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3640" cy="143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3640" cy="143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3640" cy="143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9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4200" cy="1049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5000" rIns="17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3640" cy="143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9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4200" cy="2100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5000" rIns="17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3640" cy="143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4200" cy="10490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5000" rIns="17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3640" cy="143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000" tIns="45000" rIns="72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5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920" cy="42951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21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960" cy="408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9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960" cy="4089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9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960" cy="408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9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960" cy="408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9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5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96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960" cy="408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2560" cy="225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2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46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6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6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6560" cy="1065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7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6560" cy="1065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7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6560" cy="1065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7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6560" cy="1065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7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6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9640" cy="17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796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9640" cy="17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796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9640" cy="17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796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9640" cy="179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796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2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2680" cy="362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26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7200" cy="4568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1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852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852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852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852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8240" cy="4082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852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880" cy="2191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1680" cy="159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880" cy="2191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1680" cy="159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4600" cy="18255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840" cy="63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684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7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4600" cy="18255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840" cy="63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8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7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4600" cy="18255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840" cy="636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840" cy="9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7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4600" cy="18255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840" cy="6368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916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7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4600" cy="18255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840" cy="63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8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7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4600" cy="13683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46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46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4600" cy="13683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46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46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4600" cy="13683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46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46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4600" cy="13683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46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46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4600" cy="13683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46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46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1000" cy="10940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6560" cy="1094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9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1000" cy="10940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6560" cy="1094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9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1000" cy="10940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6560" cy="1094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9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1000" cy="10940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6560" cy="1094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9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9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840" cy="2237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840" cy="2237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840" cy="2237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840" cy="22370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840" cy="2237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840" cy="22370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8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1320" cy="2739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1320" cy="362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1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720" cy="20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2680" cy="27399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2680" cy="362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26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800" cy="20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4200" cy="27399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4200" cy="3625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4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880" cy="20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8680" cy="10026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8200" cy="1002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4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4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8680" cy="10026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8200" cy="10026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4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4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8680" cy="10026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8200" cy="1002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4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4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10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700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7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4360" cy="19627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9680" cy="49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9680" cy="6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86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4360" cy="19627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9680" cy="49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9680" cy="70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86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4360" cy="19627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9680" cy="49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168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86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4360" cy="19627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9680" cy="49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96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86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4360" cy="19627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9680" cy="49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968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86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4360" cy="19627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9680" cy="49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9680" cy="6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86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1000" cy="8197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8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4200" cy="14598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42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4200" cy="15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13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4200" cy="14598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42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4200" cy="15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13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4200" cy="14598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42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4200" cy="15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13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4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4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1000" cy="14140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524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1000" cy="8197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8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1000" cy="27399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8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1000" cy="7099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52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1000" cy="8197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80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1000" cy="32428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38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4280" cy="45687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11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7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11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7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11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7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11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7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960" cy="151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5640" cy="456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4120" cy="17341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4120" cy="14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41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2600" cy="10026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2600" cy="10026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2600" cy="10026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2600" cy="10026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2600" cy="10026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2600" cy="10026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2600" cy="10026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2600" cy="10026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26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2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2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8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4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2680" cy="10026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2680" cy="10026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2680" cy="10026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2680" cy="10026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2680" cy="10026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2680" cy="10026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4600" cy="26485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80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43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4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5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5440" cy="2894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5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4600" cy="10026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4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41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4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41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4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41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69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30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69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30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69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30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69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30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69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30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69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960" cy="45687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080" cy="230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74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760" cy="3168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748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74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960" cy="8654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1480" cy="86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20" tIns="45000" rIns="25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56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56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3160" cy="3258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3160" cy="3258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3160" cy="3258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3160" cy="3258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3160" cy="3258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3160" cy="3258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3160" cy="3258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41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9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2680" cy="4996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2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2680" cy="4996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2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2680" cy="4996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2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20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20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20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4360" cy="7740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92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20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1000" cy="7740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80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1240" cy="4996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12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1240" cy="499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12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820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4280" rIns="18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1240" cy="499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12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820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4280" rIns="18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1240" cy="499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12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1240" cy="499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12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3480" cy="882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4280" rIns="1692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4200" cy="19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8200" cy="882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4200" cy="19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8200" cy="88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8200" cy="88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820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840" cy="1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-21960" rIns="34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8200" cy="88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1640" cy="19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8200" cy="88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60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8200" cy="88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8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84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-21960" rIns="34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8200" cy="88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8600" cy="104832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1120" cy="225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1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4200" cy="19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8200" cy="88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8200" cy="1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-21960" rIns="44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8200" cy="88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8200" cy="88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280" tIns="19440" rIns="4428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960" cy="45687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7200" cy="45687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82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824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82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8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8240" cy="4082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8240" cy="64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920" cy="4996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9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920" cy="4996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9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920" cy="4996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9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920" cy="4996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9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920" cy="4996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9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7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74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7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4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42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1000" cy="9568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8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960" cy="45687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62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7200" cy="45687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8240" cy="408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840" cy="2237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840" cy="2237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840" cy="2237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840" cy="22370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840" cy="2237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4360" cy="22370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840" cy="22370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86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1120" cy="2894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1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85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960" cy="45687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62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7200" cy="45687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82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82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8240" cy="4082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8240" cy="8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880" cy="45687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252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880" cy="45687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8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8360" cy="2527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8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8360" cy="2527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8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8360" cy="2527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8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8360" cy="2527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8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8360" cy="2527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83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8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96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75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7200" cy="4568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1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600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6000" cy="362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600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6000" cy="362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1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960" cy="865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6560" cy="865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24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960" cy="865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6560" cy="86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960" cy="865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6560" cy="865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2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960" cy="865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6560" cy="865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201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7200" cy="4568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1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720" cy="95004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7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8680" cy="133164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8680" cy="13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720" cy="152244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720" cy="15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840" cy="400176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83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6320" cy="7326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8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9280" cy="2422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956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6320" cy="7326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8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9280" cy="2422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956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6320" cy="732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8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9280" cy="2422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956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6320" cy="732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8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9280" cy="2422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956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1000" cy="6825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8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840" cy="6368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840" cy="80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840" cy="63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840" cy="7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840" cy="636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84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840" cy="6368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840" cy="80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840" cy="63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8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840" cy="6368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8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840" cy="6368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8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8360" cy="21913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840" cy="63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8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9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92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1000" cy="15512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3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5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5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5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5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5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5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1400" cy="1185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1400" cy="69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140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1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14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370960" y="2514600"/>
            <a:ext cx="19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1400" cy="1185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1400" cy="69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140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1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14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87520" y="2514600"/>
            <a:ext cx="19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760" cy="1185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760" cy="69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76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76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600408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760" cy="1185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760" cy="69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76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76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820640" y="2514600"/>
            <a:ext cx="19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1400" cy="1185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1400" cy="698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140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1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14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637200" y="2514600"/>
            <a:ext cx="19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1400" cy="1185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1400" cy="69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140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14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14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760" cy="2465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920" cy="1339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920" cy="1339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920" cy="1339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0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7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7200" cy="24656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1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82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8240" cy="4082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96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75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7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7200" cy="4568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1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8240" cy="4082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85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436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4360" cy="88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280" rIns="90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828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1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8600" cy="453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436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4360" cy="88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280" rIns="90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828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1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8600" cy="453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4360" cy="4568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4360" cy="882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280" rIns="90000" bIns="44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828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1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8600" cy="453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7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71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86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960" cy="45687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7200" cy="45687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8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82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82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824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8240" cy="408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960" cy="45687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920" cy="1339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920" cy="1339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920" cy="1339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3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62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7200" cy="45687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8240" cy="408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8240" cy="408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824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8240" cy="408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8240" cy="408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8240" cy="408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4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8240" cy="4082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82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700080" cy="4203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700080" cy="453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700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5400" cy="545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5400" cy="545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5400" cy="545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700080" cy="4203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700080" cy="453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700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5400" cy="545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540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5400" cy="545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5400" cy="545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700080" cy="4203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700080" cy="453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700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5400" cy="545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5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5400" cy="545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54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5400" cy="545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54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42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42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1000" cy="2710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880" cy="45687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9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880" cy="45687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9680" cy="4996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9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9680" cy="4996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9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9680" cy="4996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9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9680" cy="4996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9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9680" cy="4996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9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4240" cy="16426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42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42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4240" cy="16426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42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42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4240" cy="16426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42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42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4240" cy="16426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42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424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95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880" cy="23284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6000" cy="2145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880" cy="23284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60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840" cy="1871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4360" cy="15512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43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4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0520" cy="15512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8200" cy="1048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8200" cy="1048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8200" cy="1048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8200" cy="1048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4360" cy="15512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43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4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0520" cy="15512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8200" cy="1048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8200" cy="1048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8200" cy="1048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8200" cy="1048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4360" cy="15512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43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4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0520" cy="15512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8200" cy="1048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8200" cy="1048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8200" cy="1048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8200" cy="1048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4360" cy="15512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43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4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0520" cy="15512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7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7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95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8200" cy="1048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8200" cy="1048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8200" cy="1048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880" cy="10483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8200" cy="1048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3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312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1320" cy="2710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13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880" cy="2191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5440" cy="8654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544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30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31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880" cy="2191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5440" cy="8654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544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30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31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880" cy="2191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5440" cy="8654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544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30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31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880" cy="21913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5440" cy="8654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5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30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312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880" cy="45687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880" cy="45687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920" cy="1429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308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700080" cy="45687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700080" cy="453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700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920" cy="1429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700080" cy="45687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700080" cy="453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700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920" cy="1429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920" cy="1429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920" cy="1429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920" cy="1429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700080" cy="45687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700080" cy="453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7000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920" cy="1429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920" cy="1429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920" cy="1429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920" cy="1429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640" tIns="45000" rIns="71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428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9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840" cy="774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8200" cy="1642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280" tIns="45000" rIns="44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668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668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4240" cy="18255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1120" cy="591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112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1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4240" cy="18255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1120" cy="591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1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1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4240" cy="18255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1120" cy="591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1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1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4240" cy="18255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1120" cy="591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1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1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136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080" cy="2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2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8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960" cy="73119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960" cy="73119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8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252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8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6480" cy="195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880" cy="412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2026-05-24T02:17:01Z</dcterms:modified>
  <cp:revision>35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