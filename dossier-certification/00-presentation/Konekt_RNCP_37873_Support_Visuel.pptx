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2" r:id="rId61"/>
    <p:sldId id="275" r:id="rId23"/>
    <p:sldId id="313" r:id="rId62"/>
    <p:sldId id="276" r:id="rId24"/>
    <p:sldId id="314" r:id="rId63"/>
    <p:sldId id="277" r:id="rId25"/>
    <p:sldId id="315" r:id="rId64"/>
    <p:sldId id="278" r:id="rId26"/>
    <p:sldId id="316" r:id="rId65"/>
    <p:sldId id="279" r:id="rId27"/>
    <p:sldId id="317" r:id="rId66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5.png"/></Relationships>
</file>

<file path=ppt/slides/_rels/slide61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