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presProps" Target="presProp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63399534"/>
        <c:axId val="51555041"/>
      </c:barChart>
      <c:catAx>
        <c:axId val="6339953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51555041"/>
        <c:crosses val="autoZero"/>
        <c:auto val="1"/>
        <c:lblAlgn val="ctr"/>
        <c:lblOffset val="100"/>
        <c:noMultiLvlLbl val="0"/>
      </c:catAx>
      <c:valAx>
        <c:axId val="51555041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63399534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11BC9D9-D0B4-4A0C-B22C-5F0286A3CE4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DF10BC-D13E-4E34-9F5E-B62F81685E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6CED86-2E93-4F2F-9D9D-1F29445C9A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1771A2-1DB3-48B2-975C-81A5D83201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D71F16D-11AD-44D7-BBC4-03B9C5A26A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9CB309-65A8-442B-8F4A-38E2B879E1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B6AF74-89D6-422D-86B1-F5EA08A61E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C84AF8-D68B-4C31-A3C6-AA71B3C412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90CD06-9988-4330-AA15-8D49B099E3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FDC41A5-71B5-497E-B11A-4687072CE8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4B0800-654C-4508-B6AF-81A1FE9727E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1D03AD-4328-4363-A7ED-F273D45AB2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F3828B-6721-4D61-821C-BE147A55A3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0FAB54-FC03-43A1-A631-64D6EDE68C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3DA501-75D9-42BF-AA5D-4076EB603C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0E3678-6567-4A70-9CE3-797B69BEF5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EC0D6F-99F3-46C6-97DE-01FC6537CA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04589F-C669-4A14-8586-4C8169AEDB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3C7A0B-2314-4E60-AABD-E78E0430845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A7B8E5-1A2D-4503-B5E7-C44B526942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DAB3644-8CA3-4E1A-BBBF-18DAE431A7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17EEAB-1F18-4804-80D2-F1A3E60EF2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BCFF0A-1BCA-4798-8BC3-023CC5A08D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3CEE8B8-AEEF-4757-BED9-2EDB889497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3A72ED-7282-47E1-A856-0603209668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08CC81-3552-4993-B585-AF5EFE8CA4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4EFC8D-2ABA-4B48-8521-F75858079B6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FAFA2E-1BBE-4D28-90EB-1683526E5F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581F89-9FE9-4FE6-94FB-33DA54D2DD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2D9E5F-A03D-46F4-B426-3AE0A05BA4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338FAF-479A-49BA-B3B2-876D3E20C7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4BD69B-73E3-48B3-B4B2-D24DB64400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7EB10C-0942-447A-BB1D-46CF29D2AA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D4BB65-3535-4991-968F-2FEFCA87E9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AB040E5-67A3-4828-8EC4-1987F095FA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EF4C1C-42D5-4CF2-8CD1-74B513A1BA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5B1D7C-4F3F-46D4-AB6C-270695EFE8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20AD92-F141-4214-9E09-6B5721018E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8485F7-0758-4D70-B399-1B9786273A7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ED8570-5BFD-47F0-84E6-06E5FF67EE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696D55-E008-433F-8C22-B833F3A422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BE9F2E-07F0-465B-B667-0D69BD7D15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57DEAB-3155-4B5B-B981-4191C33AE0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399060-B0F1-4C15-97A9-E46731F850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505F621-B162-4232-A4E2-AD95CDA838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047D88-678C-45DF-9071-3A4C316ED5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2B9740F-05BC-4F5E-BCBC-16A6C36AEB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7B90F5-D6C5-4D94-BB5D-FDD96A10A0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1240" cy="731124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6840" cy="639684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39240" cy="273924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3480" cy="40752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34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444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44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 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 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44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plateforme sociale full-stack temps réel — Next.js 15, Prisma, PostgreSQL, 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3320" cy="32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1240" cy="81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1800" cy="4120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3640" cy="365364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1960" cy="164196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&amp; développement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&amp; déploiement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Qualit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autom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atisati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produ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 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péte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nces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Apprentissages, mapping 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2120" cy="292212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2120" cy="36180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2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684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</a:t>
            </a: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industriel au </a:t>
            </a: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68440" cy="12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pendant 20 ans (KONE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Ascenseurs, SOCOTEC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Équipements), j'ai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entamé en 2024 une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transition complète vers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développement full-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 via la formation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 Rouen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4840" cy="127620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484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48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4840" cy="127620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484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48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4840" cy="127620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484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48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rtif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ica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(R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4840" cy="127620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484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48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110920"/>
            <a:ext cx="7677000" cy="118476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498960" cy="498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296960" y="5322240"/>
            <a:ext cx="498960" cy="5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1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gu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eu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498960" cy="498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41320"/>
            <a:ext cx="49896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1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498960" cy="498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49896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1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498960" cy="4989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377320"/>
            <a:ext cx="498960" cy="53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1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5200" cy="1825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terrain, puis le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0760" cy="45680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5080" cy="32508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5080" cy="32508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5080" cy="32508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5080" cy="32508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5080" cy="32508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5080" cy="32508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688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4680" cy="54468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468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4680" cy="54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4680" cy="8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Planification de phase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4680" cy="544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468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4680" cy="544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468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phase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4680" cy="54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2816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52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PR · déploiement prod automatique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2816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52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6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6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6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6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de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6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6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priorisées par phase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6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6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par phase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4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0520" cy="42944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54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4600" cy="33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2920" cy="142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2920" cy="142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2920" cy="142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54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4600" cy="33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54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4600" cy="33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54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4600" cy="33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282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3480" cy="1048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282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3480" cy="20998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11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3480" cy="10483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2920" cy="142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4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7200" cy="42944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14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08240" cy="4082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08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08240" cy="4082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08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08240" cy="4082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08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08240" cy="4082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08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12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1240" cy="4075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1840" cy="224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18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39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#73  Profil utilisateur — données publiques par ID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54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CLecart  wants to merge  10 commits  into  main  ← from  10-get-profileid-public-profile-data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54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5840" cy="1058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32760" rIns="529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feat(post):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66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create post avec upload image, validation serveur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5840" cy="1058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32760" rIns="529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fix(api):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66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auth cookie JWT + vérification userId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5840" cy="10584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32760" rIns="529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feat(profile):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66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route GET /api/user/[id] — données publiques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5840" cy="1058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32760" rIns="529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chore: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66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suppression imports inutilisés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54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·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78920" cy="178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36000"/>
            <a:ext cx="17892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78920" cy="178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10320"/>
            <a:ext cx="1789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78920" cy="178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084640"/>
            <a:ext cx="1789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78920" cy="178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58960"/>
            <a:ext cx="1789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1960" cy="361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832720"/>
            <a:ext cx="164196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4244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6480" cy="4568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07520" cy="40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approuvée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07520" cy="4075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07520" cy="40752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0960" cy="15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0960" cy="15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6120" cy="636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392000"/>
            <a:ext cx="636120" cy="64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6120" cy="636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61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6120" cy="6361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6120" cy="9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6120" cy="6361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3844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6120" cy="6361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61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0280" cy="109332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5840" cy="1093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920" tIns="45000" rIns="52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39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0280" cy="109332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5840" cy="1093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920" tIns="45000" rIns="52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39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0280" cy="109332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5840" cy="1093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920" tIns="45000" rIns="52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39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0280" cy="109332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5840" cy="1093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920" tIns="45000" rIns="52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39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69120" cy="2236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69120" cy="2236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69120" cy="2236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69120" cy="22363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69120" cy="2236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intégration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PR · déploiement prod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69120" cy="22363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0600" cy="27392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0600" cy="361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2000" cy="20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1960" cy="273924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1960" cy="3618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196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59080" cy="20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3480" cy="273924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3480" cy="3618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34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099160" cy="20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27960" cy="100188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87480" cy="10018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3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3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27960" cy="100188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87480" cy="10018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3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3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27960" cy="100188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87480" cy="10018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3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3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0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628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62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498960" cy="498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49896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498960" cy="498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49896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498960" cy="498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0960" cy="8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498960" cy="49896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498960" cy="62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498960" cy="4989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498960" cy="62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498960" cy="49896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49896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0280" cy="81900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308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3480" cy="145908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34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3480" cy="144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06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3480" cy="145908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34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3480" cy="14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06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3480" cy="145908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34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3480" cy="144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06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3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3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0280" cy="141336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86576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149800"/>
            <a:ext cx="1069452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0280" cy="81900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308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0280" cy="273924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0280" cy="70920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45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0280" cy="81900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308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109600" cy="347436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86008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MCD — 10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9" name="Shape 3"/>
          <p:cNvSpPr/>
          <p:nvPr/>
        </p:nvSpPr>
        <p:spPr>
          <a:xfrm>
            <a:off x="8595360" y="1691640"/>
            <a:ext cx="3013560" cy="456804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Text 4"/>
          <p:cNvSpPr/>
          <p:nvPr/>
        </p:nvSpPr>
        <p:spPr>
          <a:xfrm>
            <a:off x="8732520" y="178308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"/>
          <p:cNvSpPr/>
          <p:nvPr/>
        </p:nvSpPr>
        <p:spPr>
          <a:xfrm>
            <a:off x="8732520" y="2148840"/>
            <a:ext cx="910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6"/>
          <p:cNvSpPr/>
          <p:nvPr/>
        </p:nvSpPr>
        <p:spPr>
          <a:xfrm>
            <a:off x="9646920" y="2148840"/>
            <a:ext cx="19162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7"/>
          <p:cNvSpPr/>
          <p:nvPr/>
        </p:nvSpPr>
        <p:spPr>
          <a:xfrm>
            <a:off x="8732520" y="2651760"/>
            <a:ext cx="910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8"/>
          <p:cNvSpPr/>
          <p:nvPr/>
        </p:nvSpPr>
        <p:spPr>
          <a:xfrm>
            <a:off x="9646920" y="2651760"/>
            <a:ext cx="19162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9"/>
          <p:cNvSpPr/>
          <p:nvPr/>
        </p:nvSpPr>
        <p:spPr>
          <a:xfrm>
            <a:off x="8732520" y="3154680"/>
            <a:ext cx="910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0"/>
          <p:cNvSpPr/>
          <p:nvPr/>
        </p:nvSpPr>
        <p:spPr>
          <a:xfrm>
            <a:off x="9646920" y="3154680"/>
            <a:ext cx="19162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1"/>
          <p:cNvSpPr/>
          <p:nvPr/>
        </p:nvSpPr>
        <p:spPr>
          <a:xfrm>
            <a:off x="8732520" y="3657600"/>
            <a:ext cx="910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2"/>
          <p:cNvSpPr/>
          <p:nvPr/>
        </p:nvSpPr>
        <p:spPr>
          <a:xfrm>
            <a:off x="9646920" y="3657600"/>
            <a:ext cx="19162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3"/>
          <p:cNvSpPr/>
          <p:nvPr/>
        </p:nvSpPr>
        <p:spPr>
          <a:xfrm>
            <a:off x="8732520" y="4297680"/>
            <a:ext cx="2739240" cy="144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0" name="Text 14"/>
          <p:cNvSpPr/>
          <p:nvPr/>
        </p:nvSpPr>
        <p:spPr>
          <a:xfrm>
            <a:off x="8732520" y="438912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5"/>
          <p:cNvSpPr/>
          <p:nvPr/>
        </p:nvSpPr>
        <p:spPr>
          <a:xfrm>
            <a:off x="8732520" y="466344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6"/>
          <p:cNvSpPr/>
          <p:nvPr/>
        </p:nvSpPr>
        <p:spPr>
          <a:xfrm>
            <a:off x="8732520" y="491940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7"/>
          <p:cNvSpPr/>
          <p:nvPr/>
        </p:nvSpPr>
        <p:spPr>
          <a:xfrm>
            <a:off x="8732520" y="517536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8"/>
          <p:cNvSpPr/>
          <p:nvPr/>
        </p:nvSpPr>
        <p:spPr>
          <a:xfrm>
            <a:off x="8732520" y="543168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9"/>
          <p:cNvSpPr/>
          <p:nvPr/>
        </p:nvSpPr>
        <p:spPr>
          <a:xfrm>
            <a:off x="8732520" y="568764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0"/>
          <p:cNvSpPr/>
          <p:nvPr/>
        </p:nvSpPr>
        <p:spPr>
          <a:xfrm>
            <a:off x="8732520" y="594360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7" name="Image 1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21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2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0" name=""/>
          <p:cNvPicPr/>
          <p:nvPr/>
        </p:nvPicPr>
        <p:blipFill>
          <a:blip r:embed="rId2"/>
          <a:stretch/>
        </p:blipFill>
        <p:spPr>
          <a:xfrm>
            <a:off x="457200" y="1691640"/>
            <a:ext cx="8044920" cy="4568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3400" cy="173340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3400" cy="14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340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1880" cy="100188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57464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88496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1880" cy="100188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0392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1424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1880" cy="100188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2348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3380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1880" cy="100188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24304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5336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1880" cy="100188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87232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18264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1880" cy="100188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24304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5336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1880" cy="100188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2348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3380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1880" cy="100188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0392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1424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616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3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3880" cy="264780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5908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36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4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4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4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4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3880" cy="100188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3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34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3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34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3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34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54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5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1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2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6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3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6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7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2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83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4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6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1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8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2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5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6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12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3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3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4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7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8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4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5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0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41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2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4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8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2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3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6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63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4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70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1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 (roadmap)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non implémenté — prévu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3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99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 (roadmap)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non implémenté — prévu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2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Shape 3"/>
          <p:cNvSpPr/>
          <p:nvPr/>
        </p:nvSpPr>
        <p:spPr>
          <a:xfrm>
            <a:off x="548640" y="169164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Shape 4"/>
          <p:cNvSpPr/>
          <p:nvPr/>
        </p:nvSpPr>
        <p:spPr>
          <a:xfrm>
            <a:off x="685800" y="17830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Text 5"/>
          <p:cNvSpPr/>
          <p:nvPr/>
        </p:nvSpPr>
        <p:spPr>
          <a:xfrm>
            <a:off x="914400" y="169164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6"/>
          <p:cNvSpPr/>
          <p:nvPr/>
        </p:nvSpPr>
        <p:spPr>
          <a:xfrm>
            <a:off x="2651760" y="169164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7"/>
          <p:cNvSpPr/>
          <p:nvPr/>
        </p:nvSpPr>
        <p:spPr>
          <a:xfrm>
            <a:off x="3931920" y="169164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Shape 8"/>
          <p:cNvSpPr/>
          <p:nvPr/>
        </p:nvSpPr>
        <p:spPr>
          <a:xfrm>
            <a:off x="6217920" y="169164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3" name="Shape 9"/>
          <p:cNvSpPr/>
          <p:nvPr/>
        </p:nvSpPr>
        <p:spPr>
          <a:xfrm>
            <a:off x="6355080" y="17830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4" name="Text 10"/>
          <p:cNvSpPr/>
          <p:nvPr/>
        </p:nvSpPr>
        <p:spPr>
          <a:xfrm>
            <a:off x="6583680" y="169164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11"/>
          <p:cNvSpPr/>
          <p:nvPr/>
        </p:nvSpPr>
        <p:spPr>
          <a:xfrm>
            <a:off x="8321040" y="169164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12"/>
          <p:cNvSpPr/>
          <p:nvPr/>
        </p:nvSpPr>
        <p:spPr>
          <a:xfrm>
            <a:off x="9601200" y="169164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13"/>
          <p:cNvSpPr/>
          <p:nvPr/>
        </p:nvSpPr>
        <p:spPr>
          <a:xfrm>
            <a:off x="548640" y="205740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Shape 14"/>
          <p:cNvSpPr/>
          <p:nvPr/>
        </p:nvSpPr>
        <p:spPr>
          <a:xfrm>
            <a:off x="685800" y="214884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Text 15"/>
          <p:cNvSpPr/>
          <p:nvPr/>
        </p:nvSpPr>
        <p:spPr>
          <a:xfrm>
            <a:off x="914400" y="205740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16"/>
          <p:cNvSpPr/>
          <p:nvPr/>
        </p:nvSpPr>
        <p:spPr>
          <a:xfrm>
            <a:off x="2651760" y="205740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17"/>
          <p:cNvSpPr/>
          <p:nvPr/>
        </p:nvSpPr>
        <p:spPr>
          <a:xfrm>
            <a:off x="3931920" y="205740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Shape 18"/>
          <p:cNvSpPr/>
          <p:nvPr/>
        </p:nvSpPr>
        <p:spPr>
          <a:xfrm>
            <a:off x="6217920" y="205740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Shape 19"/>
          <p:cNvSpPr/>
          <p:nvPr/>
        </p:nvSpPr>
        <p:spPr>
          <a:xfrm>
            <a:off x="6355080" y="214884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Text 20"/>
          <p:cNvSpPr/>
          <p:nvPr/>
        </p:nvSpPr>
        <p:spPr>
          <a:xfrm>
            <a:off x="6583680" y="205740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21"/>
          <p:cNvSpPr/>
          <p:nvPr/>
        </p:nvSpPr>
        <p:spPr>
          <a:xfrm>
            <a:off x="8321040" y="205740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22"/>
          <p:cNvSpPr/>
          <p:nvPr/>
        </p:nvSpPr>
        <p:spPr>
          <a:xfrm>
            <a:off x="9601200" y="205740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Shape 23"/>
          <p:cNvSpPr/>
          <p:nvPr/>
        </p:nvSpPr>
        <p:spPr>
          <a:xfrm>
            <a:off x="548640" y="242316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Shape 24"/>
          <p:cNvSpPr/>
          <p:nvPr/>
        </p:nvSpPr>
        <p:spPr>
          <a:xfrm>
            <a:off x="685800" y="251460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Text 25"/>
          <p:cNvSpPr/>
          <p:nvPr/>
        </p:nvSpPr>
        <p:spPr>
          <a:xfrm>
            <a:off x="914400" y="242316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26"/>
          <p:cNvSpPr/>
          <p:nvPr/>
        </p:nvSpPr>
        <p:spPr>
          <a:xfrm>
            <a:off x="2651760" y="242316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27"/>
          <p:cNvSpPr/>
          <p:nvPr/>
        </p:nvSpPr>
        <p:spPr>
          <a:xfrm>
            <a:off x="3931920" y="242316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Shape 28"/>
          <p:cNvSpPr/>
          <p:nvPr/>
        </p:nvSpPr>
        <p:spPr>
          <a:xfrm>
            <a:off x="6217920" y="242316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Shape 29"/>
          <p:cNvSpPr/>
          <p:nvPr/>
        </p:nvSpPr>
        <p:spPr>
          <a:xfrm>
            <a:off x="6355080" y="251460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Text 30"/>
          <p:cNvSpPr/>
          <p:nvPr/>
        </p:nvSpPr>
        <p:spPr>
          <a:xfrm>
            <a:off x="6583680" y="242316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31"/>
          <p:cNvSpPr/>
          <p:nvPr/>
        </p:nvSpPr>
        <p:spPr>
          <a:xfrm>
            <a:off x="8321040" y="242316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32"/>
          <p:cNvSpPr/>
          <p:nvPr/>
        </p:nvSpPr>
        <p:spPr>
          <a:xfrm>
            <a:off x="9601200" y="242316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Shape 33"/>
          <p:cNvSpPr/>
          <p:nvPr/>
        </p:nvSpPr>
        <p:spPr>
          <a:xfrm>
            <a:off x="548640" y="278892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8" name="Shape 34"/>
          <p:cNvSpPr/>
          <p:nvPr/>
        </p:nvSpPr>
        <p:spPr>
          <a:xfrm>
            <a:off x="685800" y="288036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9" name="Text 35"/>
          <p:cNvSpPr/>
          <p:nvPr/>
        </p:nvSpPr>
        <p:spPr>
          <a:xfrm>
            <a:off x="914400" y="278892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36"/>
          <p:cNvSpPr/>
          <p:nvPr/>
        </p:nvSpPr>
        <p:spPr>
          <a:xfrm>
            <a:off x="2651760" y="278892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 37"/>
          <p:cNvSpPr/>
          <p:nvPr/>
        </p:nvSpPr>
        <p:spPr>
          <a:xfrm>
            <a:off x="3931920" y="278892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2" name="Shape 38"/>
          <p:cNvSpPr/>
          <p:nvPr/>
        </p:nvSpPr>
        <p:spPr>
          <a:xfrm>
            <a:off x="6217920" y="278892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Shape 39"/>
          <p:cNvSpPr/>
          <p:nvPr/>
        </p:nvSpPr>
        <p:spPr>
          <a:xfrm>
            <a:off x="6355080" y="288036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Text 40"/>
          <p:cNvSpPr/>
          <p:nvPr/>
        </p:nvSpPr>
        <p:spPr>
          <a:xfrm>
            <a:off x="6583680" y="278892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 41"/>
          <p:cNvSpPr/>
          <p:nvPr/>
        </p:nvSpPr>
        <p:spPr>
          <a:xfrm>
            <a:off x="8321040" y="278892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42"/>
          <p:cNvSpPr/>
          <p:nvPr/>
        </p:nvSpPr>
        <p:spPr>
          <a:xfrm>
            <a:off x="9601200" y="278892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Shape 43"/>
          <p:cNvSpPr/>
          <p:nvPr/>
        </p:nvSpPr>
        <p:spPr>
          <a:xfrm>
            <a:off x="548640" y="315468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Shape 44"/>
          <p:cNvSpPr/>
          <p:nvPr/>
        </p:nvSpPr>
        <p:spPr>
          <a:xfrm>
            <a:off x="685800" y="324612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Text 45"/>
          <p:cNvSpPr/>
          <p:nvPr/>
        </p:nvSpPr>
        <p:spPr>
          <a:xfrm>
            <a:off x="914400" y="315468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46"/>
          <p:cNvSpPr/>
          <p:nvPr/>
        </p:nvSpPr>
        <p:spPr>
          <a:xfrm>
            <a:off x="2651760" y="315468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47"/>
          <p:cNvSpPr/>
          <p:nvPr/>
        </p:nvSpPr>
        <p:spPr>
          <a:xfrm>
            <a:off x="3931920" y="315468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Shape 48"/>
          <p:cNvSpPr/>
          <p:nvPr/>
        </p:nvSpPr>
        <p:spPr>
          <a:xfrm>
            <a:off x="6217920" y="315468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Shape 49"/>
          <p:cNvSpPr/>
          <p:nvPr/>
        </p:nvSpPr>
        <p:spPr>
          <a:xfrm>
            <a:off x="6355080" y="324612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Text 50"/>
          <p:cNvSpPr/>
          <p:nvPr/>
        </p:nvSpPr>
        <p:spPr>
          <a:xfrm>
            <a:off x="6583680" y="315468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51"/>
          <p:cNvSpPr/>
          <p:nvPr/>
        </p:nvSpPr>
        <p:spPr>
          <a:xfrm>
            <a:off x="8321040" y="315468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52"/>
          <p:cNvSpPr/>
          <p:nvPr/>
        </p:nvSpPr>
        <p:spPr>
          <a:xfrm>
            <a:off x="9601200" y="315468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Shape 53"/>
          <p:cNvSpPr/>
          <p:nvPr/>
        </p:nvSpPr>
        <p:spPr>
          <a:xfrm>
            <a:off x="548640" y="352044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Shape 54"/>
          <p:cNvSpPr/>
          <p:nvPr/>
        </p:nvSpPr>
        <p:spPr>
          <a:xfrm>
            <a:off x="685800" y="36118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Text 55"/>
          <p:cNvSpPr/>
          <p:nvPr/>
        </p:nvSpPr>
        <p:spPr>
          <a:xfrm>
            <a:off x="914400" y="352044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56"/>
          <p:cNvSpPr/>
          <p:nvPr/>
        </p:nvSpPr>
        <p:spPr>
          <a:xfrm>
            <a:off x="2651760" y="352044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57"/>
          <p:cNvSpPr/>
          <p:nvPr/>
        </p:nvSpPr>
        <p:spPr>
          <a:xfrm>
            <a:off x="3931920" y="352044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Shape 58"/>
          <p:cNvSpPr/>
          <p:nvPr/>
        </p:nvSpPr>
        <p:spPr>
          <a:xfrm>
            <a:off x="6217920" y="352044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Shape 59"/>
          <p:cNvSpPr/>
          <p:nvPr/>
        </p:nvSpPr>
        <p:spPr>
          <a:xfrm>
            <a:off x="6355080" y="36118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4" name="Text 60"/>
          <p:cNvSpPr/>
          <p:nvPr/>
        </p:nvSpPr>
        <p:spPr>
          <a:xfrm>
            <a:off x="6583680" y="352044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61"/>
          <p:cNvSpPr/>
          <p:nvPr/>
        </p:nvSpPr>
        <p:spPr>
          <a:xfrm>
            <a:off x="8321040" y="352044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62"/>
          <p:cNvSpPr/>
          <p:nvPr/>
        </p:nvSpPr>
        <p:spPr>
          <a:xfrm>
            <a:off x="9601200" y="352044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63"/>
          <p:cNvSpPr/>
          <p:nvPr/>
        </p:nvSpPr>
        <p:spPr>
          <a:xfrm>
            <a:off x="548640" y="388620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Shape 64"/>
          <p:cNvSpPr/>
          <p:nvPr/>
        </p:nvSpPr>
        <p:spPr>
          <a:xfrm>
            <a:off x="685800" y="397764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Text 65"/>
          <p:cNvSpPr/>
          <p:nvPr/>
        </p:nvSpPr>
        <p:spPr>
          <a:xfrm>
            <a:off x="914400" y="388620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66"/>
          <p:cNvSpPr/>
          <p:nvPr/>
        </p:nvSpPr>
        <p:spPr>
          <a:xfrm>
            <a:off x="2651760" y="388620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67"/>
          <p:cNvSpPr/>
          <p:nvPr/>
        </p:nvSpPr>
        <p:spPr>
          <a:xfrm>
            <a:off x="3931920" y="388620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Shape 68"/>
          <p:cNvSpPr/>
          <p:nvPr/>
        </p:nvSpPr>
        <p:spPr>
          <a:xfrm>
            <a:off x="6217920" y="388620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Shape 69"/>
          <p:cNvSpPr/>
          <p:nvPr/>
        </p:nvSpPr>
        <p:spPr>
          <a:xfrm>
            <a:off x="6355080" y="397764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Text 70"/>
          <p:cNvSpPr/>
          <p:nvPr/>
        </p:nvSpPr>
        <p:spPr>
          <a:xfrm>
            <a:off x="6583680" y="388620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71"/>
          <p:cNvSpPr/>
          <p:nvPr/>
        </p:nvSpPr>
        <p:spPr>
          <a:xfrm>
            <a:off x="8321040" y="388620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72"/>
          <p:cNvSpPr/>
          <p:nvPr/>
        </p:nvSpPr>
        <p:spPr>
          <a:xfrm>
            <a:off x="9601200" y="388620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8" name="Text 7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7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Shape 3"/>
          <p:cNvSpPr/>
          <p:nvPr/>
        </p:nvSpPr>
        <p:spPr>
          <a:xfrm>
            <a:off x="457200" y="1783080"/>
            <a:ext cx="1641960" cy="49896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4" name="Text 4"/>
          <p:cNvSpPr/>
          <p:nvPr/>
        </p:nvSpPr>
        <p:spPr>
          <a:xfrm>
            <a:off x="457200" y="1783080"/>
            <a:ext cx="1641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Shape 6"/>
          <p:cNvSpPr/>
          <p:nvPr/>
        </p:nvSpPr>
        <p:spPr>
          <a:xfrm>
            <a:off x="4480560" y="1783080"/>
            <a:ext cx="1641960" cy="49896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7" name="Text 7"/>
          <p:cNvSpPr/>
          <p:nvPr/>
        </p:nvSpPr>
        <p:spPr>
          <a:xfrm>
            <a:off x="4480560" y="1783080"/>
            <a:ext cx="1641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Shape 9"/>
          <p:cNvSpPr/>
          <p:nvPr/>
        </p:nvSpPr>
        <p:spPr>
          <a:xfrm>
            <a:off x="8503920" y="1783080"/>
            <a:ext cx="1641960" cy="49896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Text 10"/>
          <p:cNvSpPr/>
          <p:nvPr/>
        </p:nvSpPr>
        <p:spPr>
          <a:xfrm>
            <a:off x="8503920" y="1783080"/>
            <a:ext cx="1641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Text 13"/>
          <p:cNvSpPr/>
          <p:nvPr/>
        </p:nvSpPr>
        <p:spPr>
          <a:xfrm>
            <a:off x="1280160" y="2450520"/>
            <a:ext cx="4019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Text 15"/>
          <p:cNvSpPr/>
          <p:nvPr/>
        </p:nvSpPr>
        <p:spPr>
          <a:xfrm>
            <a:off x="5303520" y="2953440"/>
            <a:ext cx="4019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6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Text 17"/>
          <p:cNvSpPr/>
          <p:nvPr/>
        </p:nvSpPr>
        <p:spPr>
          <a:xfrm>
            <a:off x="5303520" y="3456360"/>
            <a:ext cx="4019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Shape 18"/>
          <p:cNvSpPr/>
          <p:nvPr/>
        </p:nvSpPr>
        <p:spPr>
          <a:xfrm>
            <a:off x="5349240" y="4023360"/>
            <a:ext cx="3653640" cy="77328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Text 19"/>
          <p:cNvSpPr/>
          <p:nvPr/>
        </p:nvSpPr>
        <p:spPr>
          <a:xfrm>
            <a:off x="5394960" y="4069080"/>
            <a:ext cx="3562200" cy="6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Text 21"/>
          <p:cNvSpPr/>
          <p:nvPr/>
        </p:nvSpPr>
        <p:spPr>
          <a:xfrm>
            <a:off x="1280160" y="4782240"/>
            <a:ext cx="4019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22"/>
          <p:cNvSpPr/>
          <p:nvPr/>
        </p:nvSpPr>
        <p:spPr>
          <a:xfrm>
            <a:off x="548640" y="5486400"/>
            <a:ext cx="11060280" cy="77328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 23"/>
          <p:cNvSpPr/>
          <p:nvPr/>
        </p:nvSpPr>
        <p:spPr>
          <a:xfrm>
            <a:off x="777240" y="5532120"/>
            <a:ext cx="10603080" cy="6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5" name="Text 24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25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8" name="TextBox 3"/>
          <p:cNvSpPr/>
          <p:nvPr/>
        </p:nvSpPr>
        <p:spPr>
          <a:xfrm>
            <a:off x="548640" y="721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Rectangle 4"/>
          <p:cNvSpPr/>
          <p:nvPr/>
        </p:nvSpPr>
        <p:spPr>
          <a:xfrm>
            <a:off x="549720" y="1691640"/>
            <a:ext cx="1550520" cy="498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5"/>
          <p:cNvSpPr/>
          <p:nvPr/>
        </p:nvSpPr>
        <p:spPr>
          <a:xfrm>
            <a:off x="54972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Box 6"/>
          <p:cNvSpPr/>
          <p:nvPr/>
        </p:nvSpPr>
        <p:spPr>
          <a:xfrm>
            <a:off x="54972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Rectangle 7"/>
          <p:cNvSpPr/>
          <p:nvPr/>
        </p:nvSpPr>
        <p:spPr>
          <a:xfrm>
            <a:off x="130860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8"/>
          <p:cNvSpPr/>
          <p:nvPr/>
        </p:nvSpPr>
        <p:spPr>
          <a:xfrm>
            <a:off x="130860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9"/>
          <p:cNvSpPr/>
          <p:nvPr/>
        </p:nvSpPr>
        <p:spPr>
          <a:xfrm>
            <a:off x="130860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0"/>
          <p:cNvSpPr/>
          <p:nvPr/>
        </p:nvSpPr>
        <p:spPr>
          <a:xfrm>
            <a:off x="130860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1"/>
          <p:cNvSpPr/>
          <p:nvPr/>
        </p:nvSpPr>
        <p:spPr>
          <a:xfrm>
            <a:off x="130860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2"/>
          <p:cNvSpPr/>
          <p:nvPr/>
        </p:nvSpPr>
        <p:spPr>
          <a:xfrm>
            <a:off x="1308600" y="3017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3"/>
          <p:cNvSpPr/>
          <p:nvPr/>
        </p:nvSpPr>
        <p:spPr>
          <a:xfrm>
            <a:off x="130860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4"/>
          <p:cNvSpPr/>
          <p:nvPr/>
        </p:nvSpPr>
        <p:spPr>
          <a:xfrm>
            <a:off x="130860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5"/>
          <p:cNvSpPr/>
          <p:nvPr/>
        </p:nvSpPr>
        <p:spPr>
          <a:xfrm>
            <a:off x="1308600" y="3511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6"/>
          <p:cNvSpPr/>
          <p:nvPr/>
        </p:nvSpPr>
        <p:spPr>
          <a:xfrm>
            <a:off x="130860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7"/>
          <p:cNvSpPr/>
          <p:nvPr/>
        </p:nvSpPr>
        <p:spPr>
          <a:xfrm>
            <a:off x="130860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8"/>
          <p:cNvSpPr/>
          <p:nvPr/>
        </p:nvSpPr>
        <p:spPr>
          <a:xfrm>
            <a:off x="130860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"/>
          <p:cNvSpPr/>
          <p:nvPr/>
        </p:nvSpPr>
        <p:spPr>
          <a:xfrm>
            <a:off x="130860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20"/>
          <p:cNvSpPr/>
          <p:nvPr/>
        </p:nvSpPr>
        <p:spPr>
          <a:xfrm>
            <a:off x="130860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Rectangle 21"/>
          <p:cNvSpPr/>
          <p:nvPr/>
        </p:nvSpPr>
        <p:spPr>
          <a:xfrm>
            <a:off x="130860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Rectangle 22"/>
          <p:cNvSpPr/>
          <p:nvPr/>
        </p:nvSpPr>
        <p:spPr>
          <a:xfrm>
            <a:off x="130860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8" name="Rectangle 23"/>
          <p:cNvSpPr/>
          <p:nvPr/>
        </p:nvSpPr>
        <p:spPr>
          <a:xfrm>
            <a:off x="130860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9" name="Rectangle 24"/>
          <p:cNvSpPr/>
          <p:nvPr/>
        </p:nvSpPr>
        <p:spPr>
          <a:xfrm>
            <a:off x="130860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0" name="Rectangle 25"/>
          <p:cNvSpPr/>
          <p:nvPr/>
        </p:nvSpPr>
        <p:spPr>
          <a:xfrm>
            <a:off x="130860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1" name="Rectangle 26"/>
          <p:cNvSpPr/>
          <p:nvPr/>
        </p:nvSpPr>
        <p:spPr>
          <a:xfrm>
            <a:off x="130860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2" name="Rectangle 27"/>
          <p:cNvSpPr/>
          <p:nvPr/>
        </p:nvSpPr>
        <p:spPr>
          <a:xfrm>
            <a:off x="130860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3" name="Rectangle 28"/>
          <p:cNvSpPr/>
          <p:nvPr/>
        </p:nvSpPr>
        <p:spPr>
          <a:xfrm>
            <a:off x="130860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Rectangle 29"/>
          <p:cNvSpPr/>
          <p:nvPr/>
        </p:nvSpPr>
        <p:spPr>
          <a:xfrm>
            <a:off x="2927160" y="1691640"/>
            <a:ext cx="1550520" cy="498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TextBox 30"/>
          <p:cNvSpPr/>
          <p:nvPr/>
        </p:nvSpPr>
        <p:spPr>
          <a:xfrm>
            <a:off x="292716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Box 31"/>
          <p:cNvSpPr/>
          <p:nvPr/>
        </p:nvSpPr>
        <p:spPr>
          <a:xfrm>
            <a:off x="292716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Rectangle 32"/>
          <p:cNvSpPr/>
          <p:nvPr/>
        </p:nvSpPr>
        <p:spPr>
          <a:xfrm>
            <a:off x="368604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Rectangle 33"/>
          <p:cNvSpPr/>
          <p:nvPr/>
        </p:nvSpPr>
        <p:spPr>
          <a:xfrm>
            <a:off x="368604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9" name="Rectangle 34"/>
          <p:cNvSpPr/>
          <p:nvPr/>
        </p:nvSpPr>
        <p:spPr>
          <a:xfrm>
            <a:off x="368604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0" name="Rectangle 35"/>
          <p:cNvSpPr/>
          <p:nvPr/>
        </p:nvSpPr>
        <p:spPr>
          <a:xfrm>
            <a:off x="368604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1" name="Rectangle 36"/>
          <p:cNvSpPr/>
          <p:nvPr/>
        </p:nvSpPr>
        <p:spPr>
          <a:xfrm>
            <a:off x="368604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2" name="Rectangle 37"/>
          <p:cNvSpPr/>
          <p:nvPr/>
        </p:nvSpPr>
        <p:spPr>
          <a:xfrm>
            <a:off x="3686040" y="3017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Rectangle 38"/>
          <p:cNvSpPr/>
          <p:nvPr/>
        </p:nvSpPr>
        <p:spPr>
          <a:xfrm>
            <a:off x="368604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4" name="Rectangle 39"/>
          <p:cNvSpPr/>
          <p:nvPr/>
        </p:nvSpPr>
        <p:spPr>
          <a:xfrm>
            <a:off x="368604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5" name="Rectangle 40"/>
          <p:cNvSpPr/>
          <p:nvPr/>
        </p:nvSpPr>
        <p:spPr>
          <a:xfrm>
            <a:off x="3704400" y="3485520"/>
            <a:ext cx="8748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3920" rIns="18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6" name="Rectangle 41"/>
          <p:cNvSpPr/>
          <p:nvPr/>
        </p:nvSpPr>
        <p:spPr>
          <a:xfrm>
            <a:off x="368604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Rectangle 42"/>
          <p:cNvSpPr/>
          <p:nvPr/>
        </p:nvSpPr>
        <p:spPr>
          <a:xfrm>
            <a:off x="368604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8" name="Rectangle 43"/>
          <p:cNvSpPr/>
          <p:nvPr/>
        </p:nvSpPr>
        <p:spPr>
          <a:xfrm>
            <a:off x="368604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9" name="Rectangle 44"/>
          <p:cNvSpPr/>
          <p:nvPr/>
        </p:nvSpPr>
        <p:spPr>
          <a:xfrm>
            <a:off x="368604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0" name="Rectangle 45"/>
          <p:cNvSpPr/>
          <p:nvPr/>
        </p:nvSpPr>
        <p:spPr>
          <a:xfrm>
            <a:off x="368604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Rectangle 46"/>
          <p:cNvSpPr/>
          <p:nvPr/>
        </p:nvSpPr>
        <p:spPr>
          <a:xfrm>
            <a:off x="368604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2" name="Rectangle 47"/>
          <p:cNvSpPr/>
          <p:nvPr/>
        </p:nvSpPr>
        <p:spPr>
          <a:xfrm>
            <a:off x="368604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3" name="Rectangle 48"/>
          <p:cNvSpPr/>
          <p:nvPr/>
        </p:nvSpPr>
        <p:spPr>
          <a:xfrm>
            <a:off x="368604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4" name="Rectangle 49"/>
          <p:cNvSpPr/>
          <p:nvPr/>
        </p:nvSpPr>
        <p:spPr>
          <a:xfrm>
            <a:off x="368604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5" name="Rectangle 50"/>
          <p:cNvSpPr/>
          <p:nvPr/>
        </p:nvSpPr>
        <p:spPr>
          <a:xfrm>
            <a:off x="368604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6" name="Rectangle 51"/>
          <p:cNvSpPr/>
          <p:nvPr/>
        </p:nvSpPr>
        <p:spPr>
          <a:xfrm>
            <a:off x="368604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7" name="Rectangle 52"/>
          <p:cNvSpPr/>
          <p:nvPr/>
        </p:nvSpPr>
        <p:spPr>
          <a:xfrm>
            <a:off x="368604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Rectangle 53"/>
          <p:cNvSpPr/>
          <p:nvPr/>
        </p:nvSpPr>
        <p:spPr>
          <a:xfrm>
            <a:off x="368604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Rectangle 54"/>
          <p:cNvSpPr/>
          <p:nvPr/>
        </p:nvSpPr>
        <p:spPr>
          <a:xfrm>
            <a:off x="5304600" y="1691640"/>
            <a:ext cx="1550520" cy="498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0" name="TextBox 55"/>
          <p:cNvSpPr/>
          <p:nvPr/>
        </p:nvSpPr>
        <p:spPr>
          <a:xfrm>
            <a:off x="530460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Box 56"/>
          <p:cNvSpPr/>
          <p:nvPr/>
        </p:nvSpPr>
        <p:spPr>
          <a:xfrm>
            <a:off x="530460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Rectangle 57"/>
          <p:cNvSpPr/>
          <p:nvPr/>
        </p:nvSpPr>
        <p:spPr>
          <a:xfrm>
            <a:off x="606348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3" name="Rectangle 58"/>
          <p:cNvSpPr/>
          <p:nvPr/>
        </p:nvSpPr>
        <p:spPr>
          <a:xfrm>
            <a:off x="606348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Rectangle 59"/>
          <p:cNvSpPr/>
          <p:nvPr/>
        </p:nvSpPr>
        <p:spPr>
          <a:xfrm>
            <a:off x="606348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5" name="Rectangle 60"/>
          <p:cNvSpPr/>
          <p:nvPr/>
        </p:nvSpPr>
        <p:spPr>
          <a:xfrm>
            <a:off x="606348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6" name="Rectangle 61"/>
          <p:cNvSpPr/>
          <p:nvPr/>
        </p:nvSpPr>
        <p:spPr>
          <a:xfrm>
            <a:off x="606348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Rectangle 62"/>
          <p:cNvSpPr/>
          <p:nvPr/>
        </p:nvSpPr>
        <p:spPr>
          <a:xfrm>
            <a:off x="5990400" y="3028320"/>
            <a:ext cx="8748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3920" rIns="18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8" name="Rectangle 63"/>
          <p:cNvSpPr/>
          <p:nvPr/>
        </p:nvSpPr>
        <p:spPr>
          <a:xfrm>
            <a:off x="606348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9" name="Rectangle 64"/>
          <p:cNvSpPr/>
          <p:nvPr/>
        </p:nvSpPr>
        <p:spPr>
          <a:xfrm>
            <a:off x="606348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Rectangle 65"/>
          <p:cNvSpPr/>
          <p:nvPr/>
        </p:nvSpPr>
        <p:spPr>
          <a:xfrm>
            <a:off x="6063480" y="3511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1" name="Rectangle 66"/>
          <p:cNvSpPr/>
          <p:nvPr/>
        </p:nvSpPr>
        <p:spPr>
          <a:xfrm>
            <a:off x="606348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2" name="Rectangle 67"/>
          <p:cNvSpPr/>
          <p:nvPr/>
        </p:nvSpPr>
        <p:spPr>
          <a:xfrm>
            <a:off x="606348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Rectangle 68"/>
          <p:cNvSpPr/>
          <p:nvPr/>
        </p:nvSpPr>
        <p:spPr>
          <a:xfrm>
            <a:off x="606348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4" name="Rectangle 69"/>
          <p:cNvSpPr/>
          <p:nvPr/>
        </p:nvSpPr>
        <p:spPr>
          <a:xfrm>
            <a:off x="606348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5" name="Rectangle 70"/>
          <p:cNvSpPr/>
          <p:nvPr/>
        </p:nvSpPr>
        <p:spPr>
          <a:xfrm>
            <a:off x="606348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Rectangle 71"/>
          <p:cNvSpPr/>
          <p:nvPr/>
        </p:nvSpPr>
        <p:spPr>
          <a:xfrm>
            <a:off x="606348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7" name="Rectangle 72"/>
          <p:cNvSpPr/>
          <p:nvPr/>
        </p:nvSpPr>
        <p:spPr>
          <a:xfrm>
            <a:off x="606348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8" name="Rectangle 73"/>
          <p:cNvSpPr/>
          <p:nvPr/>
        </p:nvSpPr>
        <p:spPr>
          <a:xfrm>
            <a:off x="606348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9" name="Rectangle 74"/>
          <p:cNvSpPr/>
          <p:nvPr/>
        </p:nvSpPr>
        <p:spPr>
          <a:xfrm>
            <a:off x="606348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0" name="Rectangle 75"/>
          <p:cNvSpPr/>
          <p:nvPr/>
        </p:nvSpPr>
        <p:spPr>
          <a:xfrm>
            <a:off x="606348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1" name="Rectangle 76"/>
          <p:cNvSpPr/>
          <p:nvPr/>
        </p:nvSpPr>
        <p:spPr>
          <a:xfrm>
            <a:off x="606348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2" name="Rectangle 77"/>
          <p:cNvSpPr/>
          <p:nvPr/>
        </p:nvSpPr>
        <p:spPr>
          <a:xfrm>
            <a:off x="606348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3" name="Rectangle 78"/>
          <p:cNvSpPr/>
          <p:nvPr/>
        </p:nvSpPr>
        <p:spPr>
          <a:xfrm>
            <a:off x="606348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Rectangle 79"/>
          <p:cNvSpPr/>
          <p:nvPr/>
        </p:nvSpPr>
        <p:spPr>
          <a:xfrm>
            <a:off x="7682040" y="1691640"/>
            <a:ext cx="1550520" cy="498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Box 80"/>
          <p:cNvSpPr/>
          <p:nvPr/>
        </p:nvSpPr>
        <p:spPr>
          <a:xfrm>
            <a:off x="768204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TextBox 81"/>
          <p:cNvSpPr/>
          <p:nvPr/>
        </p:nvSpPr>
        <p:spPr>
          <a:xfrm>
            <a:off x="768204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Rectangle 82"/>
          <p:cNvSpPr/>
          <p:nvPr/>
        </p:nvSpPr>
        <p:spPr>
          <a:xfrm>
            <a:off x="844092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Rectangle 83"/>
          <p:cNvSpPr/>
          <p:nvPr/>
        </p:nvSpPr>
        <p:spPr>
          <a:xfrm>
            <a:off x="844092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9" name="Rectangle 84"/>
          <p:cNvSpPr/>
          <p:nvPr/>
        </p:nvSpPr>
        <p:spPr>
          <a:xfrm>
            <a:off x="844092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Rectangle 85"/>
          <p:cNvSpPr/>
          <p:nvPr/>
        </p:nvSpPr>
        <p:spPr>
          <a:xfrm>
            <a:off x="844092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Rectangle 86"/>
          <p:cNvSpPr/>
          <p:nvPr/>
        </p:nvSpPr>
        <p:spPr>
          <a:xfrm>
            <a:off x="844092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2" name="Rectangle 87"/>
          <p:cNvSpPr/>
          <p:nvPr/>
        </p:nvSpPr>
        <p:spPr>
          <a:xfrm>
            <a:off x="8440920" y="3017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Rectangle 88"/>
          <p:cNvSpPr/>
          <p:nvPr/>
        </p:nvSpPr>
        <p:spPr>
          <a:xfrm>
            <a:off x="844092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Rectangle 89"/>
          <p:cNvSpPr/>
          <p:nvPr/>
        </p:nvSpPr>
        <p:spPr>
          <a:xfrm>
            <a:off x="844092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5" name="Rectangle 90"/>
          <p:cNvSpPr/>
          <p:nvPr/>
        </p:nvSpPr>
        <p:spPr>
          <a:xfrm>
            <a:off x="8440920" y="3511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Rectangle 91"/>
          <p:cNvSpPr/>
          <p:nvPr/>
        </p:nvSpPr>
        <p:spPr>
          <a:xfrm>
            <a:off x="844092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Rectangle 92"/>
          <p:cNvSpPr/>
          <p:nvPr/>
        </p:nvSpPr>
        <p:spPr>
          <a:xfrm>
            <a:off x="844092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8" name="Rectangle 93"/>
          <p:cNvSpPr/>
          <p:nvPr/>
        </p:nvSpPr>
        <p:spPr>
          <a:xfrm>
            <a:off x="844092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Rectangle 94"/>
          <p:cNvSpPr/>
          <p:nvPr/>
        </p:nvSpPr>
        <p:spPr>
          <a:xfrm>
            <a:off x="844092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Rectangle 95"/>
          <p:cNvSpPr/>
          <p:nvPr/>
        </p:nvSpPr>
        <p:spPr>
          <a:xfrm>
            <a:off x="844092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1" name="Rectangle 96"/>
          <p:cNvSpPr/>
          <p:nvPr/>
        </p:nvSpPr>
        <p:spPr>
          <a:xfrm>
            <a:off x="844092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Rectangle 97"/>
          <p:cNvSpPr/>
          <p:nvPr/>
        </p:nvSpPr>
        <p:spPr>
          <a:xfrm>
            <a:off x="844092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3" name="Rectangle 98"/>
          <p:cNvSpPr/>
          <p:nvPr/>
        </p:nvSpPr>
        <p:spPr>
          <a:xfrm>
            <a:off x="844092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Rectangle 99"/>
          <p:cNvSpPr/>
          <p:nvPr/>
        </p:nvSpPr>
        <p:spPr>
          <a:xfrm>
            <a:off x="844092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5" name="Rectangle 100"/>
          <p:cNvSpPr/>
          <p:nvPr/>
        </p:nvSpPr>
        <p:spPr>
          <a:xfrm>
            <a:off x="844092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Rectangle 101"/>
          <p:cNvSpPr/>
          <p:nvPr/>
        </p:nvSpPr>
        <p:spPr>
          <a:xfrm>
            <a:off x="844092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7" name="Rectangle 102"/>
          <p:cNvSpPr/>
          <p:nvPr/>
        </p:nvSpPr>
        <p:spPr>
          <a:xfrm>
            <a:off x="844092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Rectangle 103"/>
          <p:cNvSpPr/>
          <p:nvPr/>
        </p:nvSpPr>
        <p:spPr>
          <a:xfrm>
            <a:off x="844092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9" name="Rectangle 104"/>
          <p:cNvSpPr/>
          <p:nvPr/>
        </p:nvSpPr>
        <p:spPr>
          <a:xfrm>
            <a:off x="10059480" y="1691640"/>
            <a:ext cx="1550520" cy="498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Box 105"/>
          <p:cNvSpPr/>
          <p:nvPr/>
        </p:nvSpPr>
        <p:spPr>
          <a:xfrm>
            <a:off x="1005948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Box 106"/>
          <p:cNvSpPr/>
          <p:nvPr/>
        </p:nvSpPr>
        <p:spPr>
          <a:xfrm>
            <a:off x="1005948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Rectangle 107"/>
          <p:cNvSpPr/>
          <p:nvPr/>
        </p:nvSpPr>
        <p:spPr>
          <a:xfrm>
            <a:off x="1081836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3" name="Rectangle 108"/>
          <p:cNvSpPr/>
          <p:nvPr/>
        </p:nvSpPr>
        <p:spPr>
          <a:xfrm>
            <a:off x="1081836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4" name="Rectangle 109"/>
          <p:cNvSpPr/>
          <p:nvPr/>
        </p:nvSpPr>
        <p:spPr>
          <a:xfrm>
            <a:off x="1081836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5" name="Rectangle 110"/>
          <p:cNvSpPr/>
          <p:nvPr/>
        </p:nvSpPr>
        <p:spPr>
          <a:xfrm>
            <a:off x="1081836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6" name="Rectangle 111"/>
          <p:cNvSpPr/>
          <p:nvPr/>
        </p:nvSpPr>
        <p:spPr>
          <a:xfrm>
            <a:off x="1081836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7" name="Rectangle 112"/>
          <p:cNvSpPr/>
          <p:nvPr/>
        </p:nvSpPr>
        <p:spPr>
          <a:xfrm>
            <a:off x="10818360" y="3017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8" name="Rectangle 113"/>
          <p:cNvSpPr/>
          <p:nvPr/>
        </p:nvSpPr>
        <p:spPr>
          <a:xfrm>
            <a:off x="1081836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Rectangle 114"/>
          <p:cNvSpPr/>
          <p:nvPr/>
        </p:nvSpPr>
        <p:spPr>
          <a:xfrm>
            <a:off x="1081836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Rectangle 115"/>
          <p:cNvSpPr/>
          <p:nvPr/>
        </p:nvSpPr>
        <p:spPr>
          <a:xfrm>
            <a:off x="10818360" y="3511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Rectangle 116"/>
          <p:cNvSpPr/>
          <p:nvPr/>
        </p:nvSpPr>
        <p:spPr>
          <a:xfrm>
            <a:off x="1081836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Rectangle 117"/>
          <p:cNvSpPr/>
          <p:nvPr/>
        </p:nvSpPr>
        <p:spPr>
          <a:xfrm>
            <a:off x="1081836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Rectangle 118"/>
          <p:cNvSpPr/>
          <p:nvPr/>
        </p:nvSpPr>
        <p:spPr>
          <a:xfrm>
            <a:off x="1081836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4" name="Rectangle 119"/>
          <p:cNvSpPr/>
          <p:nvPr/>
        </p:nvSpPr>
        <p:spPr>
          <a:xfrm>
            <a:off x="1081836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5" name="Rectangle 120"/>
          <p:cNvSpPr/>
          <p:nvPr/>
        </p:nvSpPr>
        <p:spPr>
          <a:xfrm>
            <a:off x="1081836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6" name="Rectangle 121"/>
          <p:cNvSpPr/>
          <p:nvPr/>
        </p:nvSpPr>
        <p:spPr>
          <a:xfrm>
            <a:off x="1081836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7" name="Rectangle 122"/>
          <p:cNvSpPr/>
          <p:nvPr/>
        </p:nvSpPr>
        <p:spPr>
          <a:xfrm>
            <a:off x="1081836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8" name="Rectangle 123"/>
          <p:cNvSpPr/>
          <p:nvPr/>
        </p:nvSpPr>
        <p:spPr>
          <a:xfrm>
            <a:off x="1081836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9" name="Rectangle 124"/>
          <p:cNvSpPr/>
          <p:nvPr/>
        </p:nvSpPr>
        <p:spPr>
          <a:xfrm>
            <a:off x="1081836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0" name="Rectangle 125"/>
          <p:cNvSpPr/>
          <p:nvPr/>
        </p:nvSpPr>
        <p:spPr>
          <a:xfrm>
            <a:off x="1081836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1" name="Rectangle 126"/>
          <p:cNvSpPr/>
          <p:nvPr/>
        </p:nvSpPr>
        <p:spPr>
          <a:xfrm>
            <a:off x="1081836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2" name="Rectangle 127"/>
          <p:cNvSpPr/>
          <p:nvPr/>
        </p:nvSpPr>
        <p:spPr>
          <a:xfrm>
            <a:off x="1081836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3" name="Rectangle 128"/>
          <p:cNvSpPr/>
          <p:nvPr/>
        </p:nvSpPr>
        <p:spPr>
          <a:xfrm>
            <a:off x="1081836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4" name="Rectangle 129"/>
          <p:cNvSpPr/>
          <p:nvPr/>
        </p:nvSpPr>
        <p:spPr>
          <a:xfrm>
            <a:off x="1326960" y="2606040"/>
            <a:ext cx="2373480" cy="19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5" name="Oval 130"/>
          <p:cNvSpPr/>
          <p:nvPr/>
        </p:nvSpPr>
        <p:spPr>
          <a:xfrm>
            <a:off x="3612960" y="2571120"/>
            <a:ext cx="87480" cy="87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6" name="TextBox 131"/>
          <p:cNvSpPr/>
          <p:nvPr/>
        </p:nvSpPr>
        <p:spPr>
          <a:xfrm>
            <a:off x="1418400" y="228348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Rectangle 132"/>
          <p:cNvSpPr/>
          <p:nvPr/>
        </p:nvSpPr>
        <p:spPr>
          <a:xfrm>
            <a:off x="3704400" y="3063240"/>
            <a:ext cx="2373480" cy="19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8" name="Oval 133"/>
          <p:cNvSpPr/>
          <p:nvPr/>
        </p:nvSpPr>
        <p:spPr>
          <a:xfrm>
            <a:off x="5990400" y="3028320"/>
            <a:ext cx="87480" cy="87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9" name="TextBox 134"/>
          <p:cNvSpPr/>
          <p:nvPr/>
        </p:nvSpPr>
        <p:spPr>
          <a:xfrm>
            <a:off x="3795840" y="277056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Rectangle 135"/>
          <p:cNvSpPr/>
          <p:nvPr/>
        </p:nvSpPr>
        <p:spPr>
          <a:xfrm>
            <a:off x="3704400" y="3485520"/>
            <a:ext cx="87480" cy="87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1" name="Rectangle 136"/>
          <p:cNvSpPr/>
          <p:nvPr/>
        </p:nvSpPr>
        <p:spPr>
          <a:xfrm>
            <a:off x="386892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2" name="Rectangle 137"/>
          <p:cNvSpPr/>
          <p:nvPr/>
        </p:nvSpPr>
        <p:spPr>
          <a:xfrm>
            <a:off x="403344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3" name="Rectangle 138"/>
          <p:cNvSpPr/>
          <p:nvPr/>
        </p:nvSpPr>
        <p:spPr>
          <a:xfrm>
            <a:off x="419832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4" name="Rectangle 139"/>
          <p:cNvSpPr/>
          <p:nvPr/>
        </p:nvSpPr>
        <p:spPr>
          <a:xfrm>
            <a:off x="436284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5" name="Rectangle 140"/>
          <p:cNvSpPr/>
          <p:nvPr/>
        </p:nvSpPr>
        <p:spPr>
          <a:xfrm>
            <a:off x="452736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6" name="Rectangle 141"/>
          <p:cNvSpPr/>
          <p:nvPr/>
        </p:nvSpPr>
        <p:spPr>
          <a:xfrm>
            <a:off x="469188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7" name="Rectangle 142"/>
          <p:cNvSpPr/>
          <p:nvPr/>
        </p:nvSpPr>
        <p:spPr>
          <a:xfrm>
            <a:off x="485640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8" name="Rectangle 143"/>
          <p:cNvSpPr/>
          <p:nvPr/>
        </p:nvSpPr>
        <p:spPr>
          <a:xfrm>
            <a:off x="502128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9" name="Rectangle 144"/>
          <p:cNvSpPr/>
          <p:nvPr/>
        </p:nvSpPr>
        <p:spPr>
          <a:xfrm>
            <a:off x="518580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0" name="Rectangle 145"/>
          <p:cNvSpPr/>
          <p:nvPr/>
        </p:nvSpPr>
        <p:spPr>
          <a:xfrm>
            <a:off x="535032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1" name="Rectangle 146"/>
          <p:cNvSpPr/>
          <p:nvPr/>
        </p:nvSpPr>
        <p:spPr>
          <a:xfrm>
            <a:off x="551484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2" name="Rectangle 147"/>
          <p:cNvSpPr/>
          <p:nvPr/>
        </p:nvSpPr>
        <p:spPr>
          <a:xfrm>
            <a:off x="567936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Rectangle 148"/>
          <p:cNvSpPr/>
          <p:nvPr/>
        </p:nvSpPr>
        <p:spPr>
          <a:xfrm>
            <a:off x="584424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4" name="Rectangle 149"/>
          <p:cNvSpPr/>
          <p:nvPr/>
        </p:nvSpPr>
        <p:spPr>
          <a:xfrm>
            <a:off x="6008760" y="3520440"/>
            <a:ext cx="6912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-21960" rIns="345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Oval 150"/>
          <p:cNvSpPr/>
          <p:nvPr/>
        </p:nvSpPr>
        <p:spPr>
          <a:xfrm>
            <a:off x="3704400" y="3485520"/>
            <a:ext cx="87480" cy="87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6" name="TextBox 151"/>
          <p:cNvSpPr/>
          <p:nvPr/>
        </p:nvSpPr>
        <p:spPr>
          <a:xfrm>
            <a:off x="3795840" y="322776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Rectangle 152"/>
          <p:cNvSpPr/>
          <p:nvPr/>
        </p:nvSpPr>
        <p:spPr>
          <a:xfrm>
            <a:off x="3704400" y="3977640"/>
            <a:ext cx="4750920" cy="19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Oval 153"/>
          <p:cNvSpPr/>
          <p:nvPr/>
        </p:nvSpPr>
        <p:spPr>
          <a:xfrm>
            <a:off x="8367840" y="3942720"/>
            <a:ext cx="87480" cy="87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9" name="TextBox 154"/>
          <p:cNvSpPr/>
          <p:nvPr/>
        </p:nvSpPr>
        <p:spPr>
          <a:xfrm>
            <a:off x="3780000" y="3716640"/>
            <a:ext cx="46594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Rectangle 155"/>
          <p:cNvSpPr/>
          <p:nvPr/>
        </p:nvSpPr>
        <p:spPr>
          <a:xfrm>
            <a:off x="1326960" y="4399920"/>
            <a:ext cx="87480" cy="87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Rectangle 156"/>
          <p:cNvSpPr/>
          <p:nvPr/>
        </p:nvSpPr>
        <p:spPr>
          <a:xfrm>
            <a:off x="149148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2" name="Rectangle 157"/>
          <p:cNvSpPr/>
          <p:nvPr/>
        </p:nvSpPr>
        <p:spPr>
          <a:xfrm>
            <a:off x="165600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3" name="Rectangle 158"/>
          <p:cNvSpPr/>
          <p:nvPr/>
        </p:nvSpPr>
        <p:spPr>
          <a:xfrm>
            <a:off x="182088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Rectangle 159"/>
          <p:cNvSpPr/>
          <p:nvPr/>
        </p:nvSpPr>
        <p:spPr>
          <a:xfrm>
            <a:off x="198540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5" name="Rectangle 160"/>
          <p:cNvSpPr/>
          <p:nvPr/>
        </p:nvSpPr>
        <p:spPr>
          <a:xfrm>
            <a:off x="214992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6" name="Rectangle 161"/>
          <p:cNvSpPr/>
          <p:nvPr/>
        </p:nvSpPr>
        <p:spPr>
          <a:xfrm>
            <a:off x="231444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Rectangle 162"/>
          <p:cNvSpPr/>
          <p:nvPr/>
        </p:nvSpPr>
        <p:spPr>
          <a:xfrm>
            <a:off x="247896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8" name="Rectangle 163"/>
          <p:cNvSpPr/>
          <p:nvPr/>
        </p:nvSpPr>
        <p:spPr>
          <a:xfrm>
            <a:off x="264384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9" name="Rectangle 164"/>
          <p:cNvSpPr/>
          <p:nvPr/>
        </p:nvSpPr>
        <p:spPr>
          <a:xfrm>
            <a:off x="280836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Rectangle 165"/>
          <p:cNvSpPr/>
          <p:nvPr/>
        </p:nvSpPr>
        <p:spPr>
          <a:xfrm>
            <a:off x="297288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1" name="Rectangle 166"/>
          <p:cNvSpPr/>
          <p:nvPr/>
        </p:nvSpPr>
        <p:spPr>
          <a:xfrm>
            <a:off x="313740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2" name="Rectangle 167"/>
          <p:cNvSpPr/>
          <p:nvPr/>
        </p:nvSpPr>
        <p:spPr>
          <a:xfrm>
            <a:off x="330192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3" name="Rectangle 168"/>
          <p:cNvSpPr/>
          <p:nvPr/>
        </p:nvSpPr>
        <p:spPr>
          <a:xfrm>
            <a:off x="346680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4" name="Rectangle 169"/>
          <p:cNvSpPr/>
          <p:nvPr/>
        </p:nvSpPr>
        <p:spPr>
          <a:xfrm>
            <a:off x="3631320" y="4434840"/>
            <a:ext cx="6912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-21960" rIns="345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5" name="Oval 170"/>
          <p:cNvSpPr/>
          <p:nvPr/>
        </p:nvSpPr>
        <p:spPr>
          <a:xfrm>
            <a:off x="1326960" y="4399920"/>
            <a:ext cx="87480" cy="87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6" name="TextBox 171"/>
          <p:cNvSpPr/>
          <p:nvPr/>
        </p:nvSpPr>
        <p:spPr>
          <a:xfrm>
            <a:off x="1418400" y="448056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Rectangle 172"/>
          <p:cNvSpPr/>
          <p:nvPr/>
        </p:nvSpPr>
        <p:spPr>
          <a:xfrm>
            <a:off x="8002080" y="4572000"/>
            <a:ext cx="3287880" cy="104760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Rectangle 173"/>
          <p:cNvSpPr/>
          <p:nvPr/>
        </p:nvSpPr>
        <p:spPr>
          <a:xfrm>
            <a:off x="8002080" y="4574520"/>
            <a:ext cx="590400" cy="224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TextBox 174"/>
          <p:cNvSpPr/>
          <p:nvPr/>
        </p:nvSpPr>
        <p:spPr>
          <a:xfrm>
            <a:off x="8002080" y="4574520"/>
            <a:ext cx="59040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0" name="TextBox 175"/>
          <p:cNvSpPr/>
          <p:nvPr/>
        </p:nvSpPr>
        <p:spPr>
          <a:xfrm>
            <a:off x="8642160" y="457452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Rectangle 176"/>
          <p:cNvSpPr/>
          <p:nvPr/>
        </p:nvSpPr>
        <p:spPr>
          <a:xfrm>
            <a:off x="8459280" y="5120640"/>
            <a:ext cx="2373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Oval 177"/>
          <p:cNvSpPr/>
          <p:nvPr/>
        </p:nvSpPr>
        <p:spPr>
          <a:xfrm>
            <a:off x="8459280" y="5085720"/>
            <a:ext cx="87480" cy="87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3" name="TextBox 178"/>
          <p:cNvSpPr/>
          <p:nvPr/>
        </p:nvSpPr>
        <p:spPr>
          <a:xfrm>
            <a:off x="8475120" y="489456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Rectangle 179"/>
          <p:cNvSpPr/>
          <p:nvPr/>
        </p:nvSpPr>
        <p:spPr>
          <a:xfrm>
            <a:off x="845928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Rectangle 180"/>
          <p:cNvSpPr/>
          <p:nvPr/>
        </p:nvSpPr>
        <p:spPr>
          <a:xfrm>
            <a:off x="862380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6" name="Rectangle 181"/>
          <p:cNvSpPr/>
          <p:nvPr/>
        </p:nvSpPr>
        <p:spPr>
          <a:xfrm>
            <a:off x="878832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7" name="Rectangle 182"/>
          <p:cNvSpPr/>
          <p:nvPr/>
        </p:nvSpPr>
        <p:spPr>
          <a:xfrm>
            <a:off x="895320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Rectangle 183"/>
          <p:cNvSpPr/>
          <p:nvPr/>
        </p:nvSpPr>
        <p:spPr>
          <a:xfrm>
            <a:off x="911772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9" name="Rectangle 184"/>
          <p:cNvSpPr/>
          <p:nvPr/>
        </p:nvSpPr>
        <p:spPr>
          <a:xfrm>
            <a:off x="928224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0" name="Rectangle 185"/>
          <p:cNvSpPr/>
          <p:nvPr/>
        </p:nvSpPr>
        <p:spPr>
          <a:xfrm>
            <a:off x="944676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Rectangle 186"/>
          <p:cNvSpPr/>
          <p:nvPr/>
        </p:nvSpPr>
        <p:spPr>
          <a:xfrm>
            <a:off x="961128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2" name="Rectangle 187"/>
          <p:cNvSpPr/>
          <p:nvPr/>
        </p:nvSpPr>
        <p:spPr>
          <a:xfrm>
            <a:off x="977616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3" name="Rectangle 188"/>
          <p:cNvSpPr/>
          <p:nvPr/>
        </p:nvSpPr>
        <p:spPr>
          <a:xfrm>
            <a:off x="994068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Rectangle 189"/>
          <p:cNvSpPr/>
          <p:nvPr/>
        </p:nvSpPr>
        <p:spPr>
          <a:xfrm>
            <a:off x="1010520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Rectangle 190"/>
          <p:cNvSpPr/>
          <p:nvPr/>
        </p:nvSpPr>
        <p:spPr>
          <a:xfrm>
            <a:off x="1026972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6" name="Rectangle 191"/>
          <p:cNvSpPr/>
          <p:nvPr/>
        </p:nvSpPr>
        <p:spPr>
          <a:xfrm>
            <a:off x="1043424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Rectangle 192"/>
          <p:cNvSpPr/>
          <p:nvPr/>
        </p:nvSpPr>
        <p:spPr>
          <a:xfrm>
            <a:off x="1059912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8" name="Rectangle 193"/>
          <p:cNvSpPr/>
          <p:nvPr/>
        </p:nvSpPr>
        <p:spPr>
          <a:xfrm>
            <a:off x="10745280" y="5405760"/>
            <a:ext cx="87480" cy="87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9" name="Oval 194"/>
          <p:cNvSpPr/>
          <p:nvPr/>
        </p:nvSpPr>
        <p:spPr>
          <a:xfrm>
            <a:off x="10745280" y="5405760"/>
            <a:ext cx="87480" cy="87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Box 195"/>
          <p:cNvSpPr/>
          <p:nvPr/>
        </p:nvSpPr>
        <p:spPr>
          <a:xfrm>
            <a:off x="8475120" y="521460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Box 19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TextBox 19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4" name="Text 64"/>
          <p:cNvSpPr/>
          <p:nvPr/>
        </p:nvSpPr>
        <p:spPr>
          <a:xfrm>
            <a:off x="549360" y="41220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– DIAGRAMME DE SEQUENCE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8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1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8"/>
          <p:cNvSpPr/>
          <p:nvPr/>
        </p:nvSpPr>
        <p:spPr>
          <a:xfrm>
            <a:off x="777240" y="22402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Text 9"/>
          <p:cNvSpPr/>
          <p:nvPr/>
        </p:nvSpPr>
        <p:spPr>
          <a:xfrm>
            <a:off x="777240" y="24415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5" name="Text 10"/>
          <p:cNvSpPr/>
          <p:nvPr/>
        </p:nvSpPr>
        <p:spPr>
          <a:xfrm>
            <a:off x="777240" y="26427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11"/>
          <p:cNvSpPr/>
          <p:nvPr/>
        </p:nvSpPr>
        <p:spPr>
          <a:xfrm>
            <a:off x="777240" y="28436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Text 12"/>
          <p:cNvSpPr/>
          <p:nvPr/>
        </p:nvSpPr>
        <p:spPr>
          <a:xfrm>
            <a:off x="777240" y="30448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8" name="Text 13"/>
          <p:cNvSpPr/>
          <p:nvPr/>
        </p:nvSpPr>
        <p:spPr>
          <a:xfrm>
            <a:off x="777240" y="32461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14"/>
          <p:cNvSpPr/>
          <p:nvPr/>
        </p:nvSpPr>
        <p:spPr>
          <a:xfrm>
            <a:off x="777240" y="34473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Text 15"/>
          <p:cNvSpPr/>
          <p:nvPr/>
        </p:nvSpPr>
        <p:spPr>
          <a:xfrm>
            <a:off x="777240" y="36486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1" name="Text 16"/>
          <p:cNvSpPr/>
          <p:nvPr/>
        </p:nvSpPr>
        <p:spPr>
          <a:xfrm>
            <a:off x="777240" y="38494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17"/>
          <p:cNvSpPr/>
          <p:nvPr/>
        </p:nvSpPr>
        <p:spPr>
          <a:xfrm>
            <a:off x="777240" y="40507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Text 18"/>
          <p:cNvSpPr/>
          <p:nvPr/>
        </p:nvSpPr>
        <p:spPr>
          <a:xfrm>
            <a:off x="777240" y="42519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4" name="Text 19"/>
          <p:cNvSpPr/>
          <p:nvPr/>
        </p:nvSpPr>
        <p:spPr>
          <a:xfrm>
            <a:off x="777240" y="44532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5" name="Text 20"/>
          <p:cNvSpPr/>
          <p:nvPr/>
        </p:nvSpPr>
        <p:spPr>
          <a:xfrm>
            <a:off x="777240" y="46544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Text 21"/>
          <p:cNvSpPr/>
          <p:nvPr/>
        </p:nvSpPr>
        <p:spPr>
          <a:xfrm>
            <a:off x="777240" y="48553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7" name="Text 22"/>
          <p:cNvSpPr/>
          <p:nvPr/>
        </p:nvSpPr>
        <p:spPr>
          <a:xfrm>
            <a:off x="777240" y="50565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23"/>
          <p:cNvSpPr/>
          <p:nvPr/>
        </p:nvSpPr>
        <p:spPr>
          <a:xfrm>
            <a:off x="777240" y="52578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Text 24"/>
          <p:cNvSpPr/>
          <p:nvPr/>
        </p:nvSpPr>
        <p:spPr>
          <a:xfrm>
            <a:off x="777240" y="54590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 25"/>
          <p:cNvSpPr/>
          <p:nvPr/>
        </p:nvSpPr>
        <p:spPr>
          <a:xfrm>
            <a:off x="777240" y="56602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26"/>
          <p:cNvSpPr/>
          <p:nvPr/>
        </p:nvSpPr>
        <p:spPr>
          <a:xfrm>
            <a:off x="777240" y="58611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27"/>
          <p:cNvSpPr/>
          <p:nvPr/>
        </p:nvSpPr>
        <p:spPr>
          <a:xfrm>
            <a:off x="8092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28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Shape 29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5" name="Text 30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6" name="Text 31"/>
          <p:cNvSpPr/>
          <p:nvPr/>
        </p:nvSpPr>
        <p:spPr>
          <a:xfrm>
            <a:off x="8778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Shape 32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8" name="Text 33"/>
          <p:cNvSpPr/>
          <p:nvPr/>
        </p:nvSpPr>
        <p:spPr>
          <a:xfrm>
            <a:off x="8275320" y="284436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9" name="Text 34"/>
          <p:cNvSpPr/>
          <p:nvPr/>
        </p:nvSpPr>
        <p:spPr>
          <a:xfrm>
            <a:off x="8778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0" name="Shape 35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1" name="Text 36"/>
          <p:cNvSpPr/>
          <p:nvPr/>
        </p:nvSpPr>
        <p:spPr>
          <a:xfrm>
            <a:off x="8275320" y="3484440"/>
            <a:ext cx="40752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2" name="Text 37"/>
          <p:cNvSpPr/>
          <p:nvPr/>
        </p:nvSpPr>
        <p:spPr>
          <a:xfrm>
            <a:off x="8778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Shape 38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4" name="Text 39"/>
          <p:cNvSpPr/>
          <p:nvPr/>
        </p:nvSpPr>
        <p:spPr>
          <a:xfrm>
            <a:off x="8275320" y="4114800"/>
            <a:ext cx="4075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 40"/>
          <p:cNvSpPr/>
          <p:nvPr/>
        </p:nvSpPr>
        <p:spPr>
          <a:xfrm>
            <a:off x="8778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Shape 41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7" name="Text 42"/>
          <p:cNvSpPr/>
          <p:nvPr/>
        </p:nvSpPr>
        <p:spPr>
          <a:xfrm>
            <a:off x="8275320" y="4764600"/>
            <a:ext cx="4075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8" name="Text 43"/>
          <p:cNvSpPr/>
          <p:nvPr/>
        </p:nvSpPr>
        <p:spPr>
          <a:xfrm>
            <a:off x="8778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Shape 44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0" name="Text 45"/>
          <p:cNvSpPr/>
          <p:nvPr/>
        </p:nvSpPr>
        <p:spPr>
          <a:xfrm>
            <a:off x="8275320" y="5293800"/>
            <a:ext cx="407520" cy="64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1" name="Text 46"/>
          <p:cNvSpPr/>
          <p:nvPr/>
        </p:nvSpPr>
        <p:spPr>
          <a:xfrm>
            <a:off x="8778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3" name="Text 4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4" name="Text 4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8" name="Shape 3"/>
          <p:cNvSpPr/>
          <p:nvPr/>
        </p:nvSpPr>
        <p:spPr>
          <a:xfrm>
            <a:off x="16632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9" name="Text 4"/>
          <p:cNvSpPr/>
          <p:nvPr/>
        </p:nvSpPr>
        <p:spPr>
          <a:xfrm>
            <a:off x="16632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0" name="Shape 5"/>
          <p:cNvSpPr/>
          <p:nvPr/>
        </p:nvSpPr>
        <p:spPr>
          <a:xfrm>
            <a:off x="8064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1" name="Shape 6"/>
          <p:cNvSpPr/>
          <p:nvPr/>
        </p:nvSpPr>
        <p:spPr>
          <a:xfrm>
            <a:off x="327528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2" name="Text 7"/>
          <p:cNvSpPr/>
          <p:nvPr/>
        </p:nvSpPr>
        <p:spPr>
          <a:xfrm>
            <a:off x="327528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3" name="Shape 8"/>
          <p:cNvSpPr/>
          <p:nvPr/>
        </p:nvSpPr>
        <p:spPr>
          <a:xfrm>
            <a:off x="39153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4" name="Shape 9"/>
          <p:cNvSpPr/>
          <p:nvPr/>
        </p:nvSpPr>
        <p:spPr>
          <a:xfrm>
            <a:off x="601848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5" name="Text 10"/>
          <p:cNvSpPr/>
          <p:nvPr/>
        </p:nvSpPr>
        <p:spPr>
          <a:xfrm>
            <a:off x="601848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6" name="Shape 11"/>
          <p:cNvSpPr/>
          <p:nvPr/>
        </p:nvSpPr>
        <p:spPr>
          <a:xfrm>
            <a:off x="66585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7" name="Shape 12"/>
          <p:cNvSpPr/>
          <p:nvPr/>
        </p:nvSpPr>
        <p:spPr>
          <a:xfrm>
            <a:off x="839592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8" name="Text 13"/>
          <p:cNvSpPr/>
          <p:nvPr/>
        </p:nvSpPr>
        <p:spPr>
          <a:xfrm>
            <a:off x="839592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9" name="Shape 14"/>
          <p:cNvSpPr/>
          <p:nvPr/>
        </p:nvSpPr>
        <p:spPr>
          <a:xfrm>
            <a:off x="90360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0" name="Shape 15"/>
          <p:cNvSpPr/>
          <p:nvPr/>
        </p:nvSpPr>
        <p:spPr>
          <a:xfrm>
            <a:off x="1077336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Text 16"/>
          <p:cNvSpPr/>
          <p:nvPr/>
        </p:nvSpPr>
        <p:spPr>
          <a:xfrm>
            <a:off x="1077336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Shape 17"/>
          <p:cNvSpPr/>
          <p:nvPr/>
        </p:nvSpPr>
        <p:spPr>
          <a:xfrm>
            <a:off x="1141344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3" name="Shape 18"/>
          <p:cNvSpPr/>
          <p:nvPr/>
        </p:nvSpPr>
        <p:spPr>
          <a:xfrm>
            <a:off x="806400" y="2615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Text 19"/>
          <p:cNvSpPr/>
          <p:nvPr/>
        </p:nvSpPr>
        <p:spPr>
          <a:xfrm>
            <a:off x="806400" y="2323080"/>
            <a:ext cx="31050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5" name="Shape 20"/>
          <p:cNvSpPr/>
          <p:nvPr/>
        </p:nvSpPr>
        <p:spPr>
          <a:xfrm>
            <a:off x="3915360" y="3027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Text 21"/>
          <p:cNvSpPr/>
          <p:nvPr/>
        </p:nvSpPr>
        <p:spPr>
          <a:xfrm>
            <a:off x="3915360" y="273456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7" name="Shape 22"/>
          <p:cNvSpPr/>
          <p:nvPr/>
        </p:nvSpPr>
        <p:spPr>
          <a:xfrm>
            <a:off x="3915360" y="3438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23"/>
          <p:cNvSpPr/>
          <p:nvPr/>
        </p:nvSpPr>
        <p:spPr>
          <a:xfrm>
            <a:off x="3915360" y="3146040"/>
            <a:ext cx="51166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Shape 24"/>
          <p:cNvSpPr/>
          <p:nvPr/>
        </p:nvSpPr>
        <p:spPr>
          <a:xfrm flipH="1">
            <a:off x="806400" y="3850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0" name="Text 25"/>
          <p:cNvSpPr/>
          <p:nvPr/>
        </p:nvSpPr>
        <p:spPr>
          <a:xfrm>
            <a:off x="806400" y="3557520"/>
            <a:ext cx="31050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Shape 26"/>
          <p:cNvSpPr/>
          <p:nvPr/>
        </p:nvSpPr>
        <p:spPr>
          <a:xfrm flipH="1">
            <a:off x="9036000" y="4307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2" name="Text 27"/>
          <p:cNvSpPr/>
          <p:nvPr/>
        </p:nvSpPr>
        <p:spPr>
          <a:xfrm>
            <a:off x="9036000" y="4014720"/>
            <a:ext cx="23734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Shape 28"/>
          <p:cNvSpPr/>
          <p:nvPr/>
        </p:nvSpPr>
        <p:spPr>
          <a:xfrm>
            <a:off x="9036000" y="4718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4" name="Text 29"/>
          <p:cNvSpPr/>
          <p:nvPr/>
        </p:nvSpPr>
        <p:spPr>
          <a:xfrm>
            <a:off x="9036000" y="4426200"/>
            <a:ext cx="23734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Shape 30"/>
          <p:cNvSpPr/>
          <p:nvPr/>
        </p:nvSpPr>
        <p:spPr>
          <a:xfrm>
            <a:off x="548640" y="5313240"/>
            <a:ext cx="11060280" cy="95616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6" name="Text 31"/>
          <p:cNvSpPr/>
          <p:nvPr/>
        </p:nvSpPr>
        <p:spPr>
          <a:xfrm>
            <a:off x="777240" y="5404680"/>
            <a:ext cx="106030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8" name="Text 32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33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3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4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5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6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7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8" name="Text 8"/>
          <p:cNvSpPr/>
          <p:nvPr/>
        </p:nvSpPr>
        <p:spPr>
          <a:xfrm>
            <a:off x="777240" y="22402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Text 9"/>
          <p:cNvSpPr/>
          <p:nvPr/>
        </p:nvSpPr>
        <p:spPr>
          <a:xfrm>
            <a:off x="777240" y="23821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0" name="Text 10"/>
          <p:cNvSpPr/>
          <p:nvPr/>
        </p:nvSpPr>
        <p:spPr>
          <a:xfrm>
            <a:off x="777240" y="2523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11"/>
          <p:cNvSpPr/>
          <p:nvPr/>
        </p:nvSpPr>
        <p:spPr>
          <a:xfrm>
            <a:off x="777240" y="26654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Text 12"/>
          <p:cNvSpPr/>
          <p:nvPr/>
        </p:nvSpPr>
        <p:spPr>
          <a:xfrm>
            <a:off x="777240" y="28072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3" name="Text 13"/>
          <p:cNvSpPr/>
          <p:nvPr/>
        </p:nvSpPr>
        <p:spPr>
          <a:xfrm>
            <a:off x="777240" y="29491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14"/>
          <p:cNvSpPr/>
          <p:nvPr/>
        </p:nvSpPr>
        <p:spPr>
          <a:xfrm>
            <a:off x="777240" y="3090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Text 15"/>
          <p:cNvSpPr/>
          <p:nvPr/>
        </p:nvSpPr>
        <p:spPr>
          <a:xfrm>
            <a:off x="777240" y="32324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6" name="Text 16"/>
          <p:cNvSpPr/>
          <p:nvPr/>
        </p:nvSpPr>
        <p:spPr>
          <a:xfrm>
            <a:off x="777240" y="33742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17"/>
          <p:cNvSpPr/>
          <p:nvPr/>
        </p:nvSpPr>
        <p:spPr>
          <a:xfrm>
            <a:off x="777240" y="3515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Text 18"/>
          <p:cNvSpPr/>
          <p:nvPr/>
        </p:nvSpPr>
        <p:spPr>
          <a:xfrm>
            <a:off x="777240" y="3657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9" name="Text 19"/>
          <p:cNvSpPr/>
          <p:nvPr/>
        </p:nvSpPr>
        <p:spPr>
          <a:xfrm>
            <a:off x="777240" y="37994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20"/>
          <p:cNvSpPr/>
          <p:nvPr/>
        </p:nvSpPr>
        <p:spPr>
          <a:xfrm>
            <a:off x="777240" y="39409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Text 21"/>
          <p:cNvSpPr/>
          <p:nvPr/>
        </p:nvSpPr>
        <p:spPr>
          <a:xfrm>
            <a:off x="777240" y="4082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2" name="Text 22"/>
          <p:cNvSpPr/>
          <p:nvPr/>
        </p:nvSpPr>
        <p:spPr>
          <a:xfrm>
            <a:off x="777240" y="4224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23"/>
          <p:cNvSpPr/>
          <p:nvPr/>
        </p:nvSpPr>
        <p:spPr>
          <a:xfrm>
            <a:off x="777240" y="43664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Text 24"/>
          <p:cNvSpPr/>
          <p:nvPr/>
        </p:nvSpPr>
        <p:spPr>
          <a:xfrm>
            <a:off x="777240" y="45079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Text 25"/>
          <p:cNvSpPr/>
          <p:nvPr/>
        </p:nvSpPr>
        <p:spPr>
          <a:xfrm>
            <a:off x="777240" y="4649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26"/>
          <p:cNvSpPr/>
          <p:nvPr/>
        </p:nvSpPr>
        <p:spPr>
          <a:xfrm>
            <a:off x="777240" y="4791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7" name="Text 27"/>
          <p:cNvSpPr/>
          <p:nvPr/>
        </p:nvSpPr>
        <p:spPr>
          <a:xfrm>
            <a:off x="777240" y="49330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8" name="Text 28"/>
          <p:cNvSpPr/>
          <p:nvPr/>
        </p:nvSpPr>
        <p:spPr>
          <a:xfrm>
            <a:off x="777240" y="50749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29"/>
          <p:cNvSpPr/>
          <p:nvPr/>
        </p:nvSpPr>
        <p:spPr>
          <a:xfrm>
            <a:off x="777240" y="5216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0" name="Text 30"/>
          <p:cNvSpPr/>
          <p:nvPr/>
        </p:nvSpPr>
        <p:spPr>
          <a:xfrm>
            <a:off x="777240" y="53582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31"/>
          <p:cNvSpPr/>
          <p:nvPr/>
        </p:nvSpPr>
        <p:spPr>
          <a:xfrm>
            <a:off x="777240" y="55000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Text 32"/>
          <p:cNvSpPr/>
          <p:nvPr/>
        </p:nvSpPr>
        <p:spPr>
          <a:xfrm>
            <a:off x="777240" y="56419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3" name="Text 33"/>
          <p:cNvSpPr/>
          <p:nvPr/>
        </p:nvSpPr>
        <p:spPr>
          <a:xfrm>
            <a:off x="777240" y="5783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4" name="Text 34"/>
          <p:cNvSpPr/>
          <p:nvPr/>
        </p:nvSpPr>
        <p:spPr>
          <a:xfrm>
            <a:off x="777240" y="59252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35"/>
          <p:cNvSpPr/>
          <p:nvPr/>
        </p:nvSpPr>
        <p:spPr>
          <a:xfrm>
            <a:off x="777240" y="60670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Shape 36"/>
          <p:cNvSpPr/>
          <p:nvPr/>
        </p:nvSpPr>
        <p:spPr>
          <a:xfrm>
            <a:off x="8092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7" name="Text 37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Shape 38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9" name="Text 39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40"/>
          <p:cNvSpPr/>
          <p:nvPr/>
        </p:nvSpPr>
        <p:spPr>
          <a:xfrm>
            <a:off x="8778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Shape 41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2" name="Text 42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43"/>
          <p:cNvSpPr/>
          <p:nvPr/>
        </p:nvSpPr>
        <p:spPr>
          <a:xfrm>
            <a:off x="8778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Shape 44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5" name="Text 45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46"/>
          <p:cNvSpPr/>
          <p:nvPr/>
        </p:nvSpPr>
        <p:spPr>
          <a:xfrm>
            <a:off x="8778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Shape 47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8" name="Text 48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Text 49"/>
          <p:cNvSpPr/>
          <p:nvPr/>
        </p:nvSpPr>
        <p:spPr>
          <a:xfrm>
            <a:off x="8778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0" name="Shape 50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1" name="Text 51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52"/>
          <p:cNvSpPr/>
          <p:nvPr/>
        </p:nvSpPr>
        <p:spPr>
          <a:xfrm>
            <a:off x="8778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Shape 53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4" name="Text 54"/>
          <p:cNvSpPr/>
          <p:nvPr/>
        </p:nvSpPr>
        <p:spPr>
          <a:xfrm>
            <a:off x="8275320" y="54406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Text 55"/>
          <p:cNvSpPr/>
          <p:nvPr/>
        </p:nvSpPr>
        <p:spPr>
          <a:xfrm>
            <a:off x="8778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7" name="Text 5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 5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Shape 3"/>
          <p:cNvSpPr/>
          <p:nvPr/>
        </p:nvSpPr>
        <p:spPr>
          <a:xfrm>
            <a:off x="45720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3" name="Shape 4"/>
          <p:cNvSpPr/>
          <p:nvPr/>
        </p:nvSpPr>
        <p:spPr>
          <a:xfrm>
            <a:off x="457200" y="1691640"/>
            <a:ext cx="69120" cy="2236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4" name="Text 5"/>
          <p:cNvSpPr/>
          <p:nvPr/>
        </p:nvSpPr>
        <p:spPr>
          <a:xfrm>
            <a:off x="685800" y="17830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5" name="Shape 6"/>
          <p:cNvSpPr/>
          <p:nvPr/>
        </p:nvSpPr>
        <p:spPr>
          <a:xfrm>
            <a:off x="685800" y="21945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6" name="Text 7"/>
          <p:cNvSpPr/>
          <p:nvPr/>
        </p:nvSpPr>
        <p:spPr>
          <a:xfrm>
            <a:off x="685800" y="21945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 8"/>
          <p:cNvSpPr/>
          <p:nvPr/>
        </p:nvSpPr>
        <p:spPr>
          <a:xfrm>
            <a:off x="1325880" y="21945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8" name="Shape 9"/>
          <p:cNvSpPr/>
          <p:nvPr/>
        </p:nvSpPr>
        <p:spPr>
          <a:xfrm>
            <a:off x="685800" y="26060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 10"/>
          <p:cNvSpPr/>
          <p:nvPr/>
        </p:nvSpPr>
        <p:spPr>
          <a:xfrm>
            <a:off x="685800" y="26060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 11"/>
          <p:cNvSpPr/>
          <p:nvPr/>
        </p:nvSpPr>
        <p:spPr>
          <a:xfrm>
            <a:off x="1325880" y="26060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1" name="Shape 12"/>
          <p:cNvSpPr/>
          <p:nvPr/>
        </p:nvSpPr>
        <p:spPr>
          <a:xfrm>
            <a:off x="685800" y="301752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2" name="Text 13"/>
          <p:cNvSpPr/>
          <p:nvPr/>
        </p:nvSpPr>
        <p:spPr>
          <a:xfrm>
            <a:off x="685800" y="301752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3" name="Text 14"/>
          <p:cNvSpPr/>
          <p:nvPr/>
        </p:nvSpPr>
        <p:spPr>
          <a:xfrm>
            <a:off x="1325880" y="301752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4" name="Shape 15"/>
          <p:cNvSpPr/>
          <p:nvPr/>
        </p:nvSpPr>
        <p:spPr>
          <a:xfrm>
            <a:off x="685800" y="3429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5" name="Text 16"/>
          <p:cNvSpPr/>
          <p:nvPr/>
        </p:nvSpPr>
        <p:spPr>
          <a:xfrm>
            <a:off x="685800" y="3429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Text 17"/>
          <p:cNvSpPr/>
          <p:nvPr/>
        </p:nvSpPr>
        <p:spPr>
          <a:xfrm>
            <a:off x="1325880" y="3429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7" name="Shape 18"/>
          <p:cNvSpPr/>
          <p:nvPr/>
        </p:nvSpPr>
        <p:spPr>
          <a:xfrm>
            <a:off x="425196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Shape 19"/>
          <p:cNvSpPr/>
          <p:nvPr/>
        </p:nvSpPr>
        <p:spPr>
          <a:xfrm>
            <a:off x="4251960" y="1691640"/>
            <a:ext cx="69120" cy="2236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Text 20"/>
          <p:cNvSpPr/>
          <p:nvPr/>
        </p:nvSpPr>
        <p:spPr>
          <a:xfrm>
            <a:off x="4480560" y="17830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0" name="Shape 21"/>
          <p:cNvSpPr/>
          <p:nvPr/>
        </p:nvSpPr>
        <p:spPr>
          <a:xfrm>
            <a:off x="4480560" y="21945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1" name="Text 22"/>
          <p:cNvSpPr/>
          <p:nvPr/>
        </p:nvSpPr>
        <p:spPr>
          <a:xfrm>
            <a:off x="4480560" y="21945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 23"/>
          <p:cNvSpPr/>
          <p:nvPr/>
        </p:nvSpPr>
        <p:spPr>
          <a:xfrm>
            <a:off x="5120640" y="21945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Shape 24"/>
          <p:cNvSpPr/>
          <p:nvPr/>
        </p:nvSpPr>
        <p:spPr>
          <a:xfrm>
            <a:off x="4480560" y="26060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4" name="Text 25"/>
          <p:cNvSpPr/>
          <p:nvPr/>
        </p:nvSpPr>
        <p:spPr>
          <a:xfrm>
            <a:off x="4480560" y="26060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 26"/>
          <p:cNvSpPr/>
          <p:nvPr/>
        </p:nvSpPr>
        <p:spPr>
          <a:xfrm>
            <a:off x="5120640" y="26060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Shape 27"/>
          <p:cNvSpPr/>
          <p:nvPr/>
        </p:nvSpPr>
        <p:spPr>
          <a:xfrm>
            <a:off x="4480560" y="301752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7" name="Text 28"/>
          <p:cNvSpPr/>
          <p:nvPr/>
        </p:nvSpPr>
        <p:spPr>
          <a:xfrm>
            <a:off x="4480560" y="301752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 29"/>
          <p:cNvSpPr/>
          <p:nvPr/>
        </p:nvSpPr>
        <p:spPr>
          <a:xfrm>
            <a:off x="5120640" y="301752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Shape 30"/>
          <p:cNvSpPr/>
          <p:nvPr/>
        </p:nvSpPr>
        <p:spPr>
          <a:xfrm>
            <a:off x="4480560" y="3429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0" name="Text 31"/>
          <p:cNvSpPr/>
          <p:nvPr/>
        </p:nvSpPr>
        <p:spPr>
          <a:xfrm>
            <a:off x="4480560" y="3429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 32"/>
          <p:cNvSpPr/>
          <p:nvPr/>
        </p:nvSpPr>
        <p:spPr>
          <a:xfrm>
            <a:off x="5120640" y="3429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Shape 33"/>
          <p:cNvSpPr/>
          <p:nvPr/>
        </p:nvSpPr>
        <p:spPr>
          <a:xfrm>
            <a:off x="804672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3" name="Shape 34"/>
          <p:cNvSpPr/>
          <p:nvPr/>
        </p:nvSpPr>
        <p:spPr>
          <a:xfrm>
            <a:off x="8046720" y="1691640"/>
            <a:ext cx="69120" cy="2236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4" name="Text 35"/>
          <p:cNvSpPr/>
          <p:nvPr/>
        </p:nvSpPr>
        <p:spPr>
          <a:xfrm>
            <a:off x="8275320" y="17830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Shape 36"/>
          <p:cNvSpPr/>
          <p:nvPr/>
        </p:nvSpPr>
        <p:spPr>
          <a:xfrm>
            <a:off x="8275320" y="21945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6" name="Text 37"/>
          <p:cNvSpPr/>
          <p:nvPr/>
        </p:nvSpPr>
        <p:spPr>
          <a:xfrm>
            <a:off x="8275320" y="21945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 38"/>
          <p:cNvSpPr/>
          <p:nvPr/>
        </p:nvSpPr>
        <p:spPr>
          <a:xfrm>
            <a:off x="8915400" y="21945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Shape 39"/>
          <p:cNvSpPr/>
          <p:nvPr/>
        </p:nvSpPr>
        <p:spPr>
          <a:xfrm>
            <a:off x="8275320" y="26060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9" name="Text 40"/>
          <p:cNvSpPr/>
          <p:nvPr/>
        </p:nvSpPr>
        <p:spPr>
          <a:xfrm>
            <a:off x="8275320" y="26060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 41"/>
          <p:cNvSpPr/>
          <p:nvPr/>
        </p:nvSpPr>
        <p:spPr>
          <a:xfrm>
            <a:off x="8915400" y="26060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Shape 42"/>
          <p:cNvSpPr/>
          <p:nvPr/>
        </p:nvSpPr>
        <p:spPr>
          <a:xfrm>
            <a:off x="8275320" y="301752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 43"/>
          <p:cNvSpPr/>
          <p:nvPr/>
        </p:nvSpPr>
        <p:spPr>
          <a:xfrm>
            <a:off x="8275320" y="301752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Text 44"/>
          <p:cNvSpPr/>
          <p:nvPr/>
        </p:nvSpPr>
        <p:spPr>
          <a:xfrm>
            <a:off x="8915400" y="301752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4" name="Shape 45"/>
          <p:cNvSpPr/>
          <p:nvPr/>
        </p:nvSpPr>
        <p:spPr>
          <a:xfrm>
            <a:off x="8275320" y="3429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5" name="Text 46"/>
          <p:cNvSpPr/>
          <p:nvPr/>
        </p:nvSpPr>
        <p:spPr>
          <a:xfrm>
            <a:off x="8275320" y="3429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Text 47"/>
          <p:cNvSpPr/>
          <p:nvPr/>
        </p:nvSpPr>
        <p:spPr>
          <a:xfrm>
            <a:off x="8915400" y="3429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7" name="Shape 48"/>
          <p:cNvSpPr/>
          <p:nvPr/>
        </p:nvSpPr>
        <p:spPr>
          <a:xfrm>
            <a:off x="45720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8" name="Shape 49"/>
          <p:cNvSpPr/>
          <p:nvPr/>
        </p:nvSpPr>
        <p:spPr>
          <a:xfrm>
            <a:off x="457200" y="4069080"/>
            <a:ext cx="69120" cy="22363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9" name="Text 50"/>
          <p:cNvSpPr/>
          <p:nvPr/>
        </p:nvSpPr>
        <p:spPr>
          <a:xfrm>
            <a:off x="685800" y="416052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0" name="Shape 51"/>
          <p:cNvSpPr/>
          <p:nvPr/>
        </p:nvSpPr>
        <p:spPr>
          <a:xfrm>
            <a:off x="685800" y="4572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1" name="Text 52"/>
          <p:cNvSpPr/>
          <p:nvPr/>
        </p:nvSpPr>
        <p:spPr>
          <a:xfrm>
            <a:off x="685800" y="4572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Text 53"/>
          <p:cNvSpPr/>
          <p:nvPr/>
        </p:nvSpPr>
        <p:spPr>
          <a:xfrm>
            <a:off x="1325880" y="4572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3" name="Shape 54"/>
          <p:cNvSpPr/>
          <p:nvPr/>
        </p:nvSpPr>
        <p:spPr>
          <a:xfrm>
            <a:off x="685800" y="498348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4" name="Text 55"/>
          <p:cNvSpPr/>
          <p:nvPr/>
        </p:nvSpPr>
        <p:spPr>
          <a:xfrm>
            <a:off x="685800" y="498348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Text 56"/>
          <p:cNvSpPr/>
          <p:nvPr/>
        </p:nvSpPr>
        <p:spPr>
          <a:xfrm>
            <a:off x="1325880" y="498348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Shape 57"/>
          <p:cNvSpPr/>
          <p:nvPr/>
        </p:nvSpPr>
        <p:spPr>
          <a:xfrm>
            <a:off x="685800" y="53949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7" name="Text 58"/>
          <p:cNvSpPr/>
          <p:nvPr/>
        </p:nvSpPr>
        <p:spPr>
          <a:xfrm>
            <a:off x="685800" y="53949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 59"/>
          <p:cNvSpPr/>
          <p:nvPr/>
        </p:nvSpPr>
        <p:spPr>
          <a:xfrm>
            <a:off x="1325880" y="53949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Shape 60"/>
          <p:cNvSpPr/>
          <p:nvPr/>
        </p:nvSpPr>
        <p:spPr>
          <a:xfrm>
            <a:off x="685800" y="58064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0" name="Text 61"/>
          <p:cNvSpPr/>
          <p:nvPr/>
        </p:nvSpPr>
        <p:spPr>
          <a:xfrm>
            <a:off x="685800" y="58064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1" name="Text 62"/>
          <p:cNvSpPr/>
          <p:nvPr/>
        </p:nvSpPr>
        <p:spPr>
          <a:xfrm>
            <a:off x="1325880" y="58064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2" name="Shape 63"/>
          <p:cNvSpPr/>
          <p:nvPr/>
        </p:nvSpPr>
        <p:spPr>
          <a:xfrm>
            <a:off x="425196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3" name="Shape 64"/>
          <p:cNvSpPr/>
          <p:nvPr/>
        </p:nvSpPr>
        <p:spPr>
          <a:xfrm>
            <a:off x="4251960" y="4069080"/>
            <a:ext cx="69120" cy="2236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4" name="Text 65"/>
          <p:cNvSpPr/>
          <p:nvPr/>
        </p:nvSpPr>
        <p:spPr>
          <a:xfrm>
            <a:off x="4480560" y="416052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5" name="Shape 66"/>
          <p:cNvSpPr/>
          <p:nvPr/>
        </p:nvSpPr>
        <p:spPr>
          <a:xfrm>
            <a:off x="4480560" y="4572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 67"/>
          <p:cNvSpPr/>
          <p:nvPr/>
        </p:nvSpPr>
        <p:spPr>
          <a:xfrm>
            <a:off x="4480560" y="4572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 68"/>
          <p:cNvSpPr/>
          <p:nvPr/>
        </p:nvSpPr>
        <p:spPr>
          <a:xfrm>
            <a:off x="5120640" y="4572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Shape 69"/>
          <p:cNvSpPr/>
          <p:nvPr/>
        </p:nvSpPr>
        <p:spPr>
          <a:xfrm>
            <a:off x="4480560" y="498348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9" name="Text 70"/>
          <p:cNvSpPr/>
          <p:nvPr/>
        </p:nvSpPr>
        <p:spPr>
          <a:xfrm>
            <a:off x="4480560" y="498348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 71"/>
          <p:cNvSpPr/>
          <p:nvPr/>
        </p:nvSpPr>
        <p:spPr>
          <a:xfrm>
            <a:off x="5120640" y="498348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Shape 72"/>
          <p:cNvSpPr/>
          <p:nvPr/>
        </p:nvSpPr>
        <p:spPr>
          <a:xfrm>
            <a:off x="4480560" y="53949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2" name="Text 73"/>
          <p:cNvSpPr/>
          <p:nvPr/>
        </p:nvSpPr>
        <p:spPr>
          <a:xfrm>
            <a:off x="4480560" y="53949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 74"/>
          <p:cNvSpPr/>
          <p:nvPr/>
        </p:nvSpPr>
        <p:spPr>
          <a:xfrm>
            <a:off x="5120640" y="53949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Shape 75"/>
          <p:cNvSpPr/>
          <p:nvPr/>
        </p:nvSpPr>
        <p:spPr>
          <a:xfrm>
            <a:off x="4480560" y="58064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5" name="Text 76"/>
          <p:cNvSpPr/>
          <p:nvPr/>
        </p:nvSpPr>
        <p:spPr>
          <a:xfrm>
            <a:off x="4480560" y="58064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 77"/>
          <p:cNvSpPr/>
          <p:nvPr/>
        </p:nvSpPr>
        <p:spPr>
          <a:xfrm>
            <a:off x="5120640" y="58064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Shape 78"/>
          <p:cNvSpPr/>
          <p:nvPr/>
        </p:nvSpPr>
        <p:spPr>
          <a:xfrm>
            <a:off x="804672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8" name="Shape 79"/>
          <p:cNvSpPr/>
          <p:nvPr/>
        </p:nvSpPr>
        <p:spPr>
          <a:xfrm>
            <a:off x="8046720" y="4069080"/>
            <a:ext cx="69120" cy="22363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9" name="Text 80"/>
          <p:cNvSpPr/>
          <p:nvPr/>
        </p:nvSpPr>
        <p:spPr>
          <a:xfrm>
            <a:off x="8275320" y="416052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Shape 81"/>
          <p:cNvSpPr/>
          <p:nvPr/>
        </p:nvSpPr>
        <p:spPr>
          <a:xfrm>
            <a:off x="8275320" y="4572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Text 82"/>
          <p:cNvSpPr/>
          <p:nvPr/>
        </p:nvSpPr>
        <p:spPr>
          <a:xfrm>
            <a:off x="8275320" y="4572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2" name="Text 83"/>
          <p:cNvSpPr/>
          <p:nvPr/>
        </p:nvSpPr>
        <p:spPr>
          <a:xfrm>
            <a:off x="8915400" y="4572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Shape 84"/>
          <p:cNvSpPr/>
          <p:nvPr/>
        </p:nvSpPr>
        <p:spPr>
          <a:xfrm>
            <a:off x="8275320" y="498348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4" name="Text 85"/>
          <p:cNvSpPr/>
          <p:nvPr/>
        </p:nvSpPr>
        <p:spPr>
          <a:xfrm>
            <a:off x="8275320" y="498348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 86"/>
          <p:cNvSpPr/>
          <p:nvPr/>
        </p:nvSpPr>
        <p:spPr>
          <a:xfrm>
            <a:off x="8915400" y="498348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Shape 87"/>
          <p:cNvSpPr/>
          <p:nvPr/>
        </p:nvSpPr>
        <p:spPr>
          <a:xfrm>
            <a:off x="8275320" y="53949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7" name="Text 88"/>
          <p:cNvSpPr/>
          <p:nvPr/>
        </p:nvSpPr>
        <p:spPr>
          <a:xfrm>
            <a:off x="8275320" y="53949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 89"/>
          <p:cNvSpPr/>
          <p:nvPr/>
        </p:nvSpPr>
        <p:spPr>
          <a:xfrm>
            <a:off x="8915400" y="53949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Shape 90"/>
          <p:cNvSpPr/>
          <p:nvPr/>
        </p:nvSpPr>
        <p:spPr>
          <a:xfrm>
            <a:off x="8275320" y="58064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 91"/>
          <p:cNvSpPr/>
          <p:nvPr/>
        </p:nvSpPr>
        <p:spPr>
          <a:xfrm>
            <a:off x="8275320" y="58064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 92"/>
          <p:cNvSpPr/>
          <p:nvPr/>
        </p:nvSpPr>
        <p:spPr>
          <a:xfrm>
            <a:off x="8915400" y="58064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3" name="Text 9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 9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8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9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0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2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Text 8"/>
          <p:cNvSpPr/>
          <p:nvPr/>
        </p:nvSpPr>
        <p:spPr>
          <a:xfrm>
            <a:off x="777240" y="22402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4" name="Text 9"/>
          <p:cNvSpPr/>
          <p:nvPr/>
        </p:nvSpPr>
        <p:spPr>
          <a:xfrm>
            <a:off x="777240" y="24505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5" name="Text 10"/>
          <p:cNvSpPr/>
          <p:nvPr/>
        </p:nvSpPr>
        <p:spPr>
          <a:xfrm>
            <a:off x="777240" y="26607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 11"/>
          <p:cNvSpPr/>
          <p:nvPr/>
        </p:nvSpPr>
        <p:spPr>
          <a:xfrm>
            <a:off x="777240" y="28713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 12"/>
          <p:cNvSpPr/>
          <p:nvPr/>
        </p:nvSpPr>
        <p:spPr>
          <a:xfrm>
            <a:off x="777240" y="30816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 13"/>
          <p:cNvSpPr/>
          <p:nvPr/>
        </p:nvSpPr>
        <p:spPr>
          <a:xfrm>
            <a:off x="777240" y="32918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Text 14"/>
          <p:cNvSpPr/>
          <p:nvPr/>
        </p:nvSpPr>
        <p:spPr>
          <a:xfrm>
            <a:off x="777240" y="35020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0" name="Text 15"/>
          <p:cNvSpPr/>
          <p:nvPr/>
        </p:nvSpPr>
        <p:spPr>
          <a:xfrm>
            <a:off x="777240" y="37123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Text 16"/>
          <p:cNvSpPr/>
          <p:nvPr/>
        </p:nvSpPr>
        <p:spPr>
          <a:xfrm>
            <a:off x="777240" y="39229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 17"/>
          <p:cNvSpPr/>
          <p:nvPr/>
        </p:nvSpPr>
        <p:spPr>
          <a:xfrm>
            <a:off x="777240" y="41331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 18"/>
          <p:cNvSpPr/>
          <p:nvPr/>
        </p:nvSpPr>
        <p:spPr>
          <a:xfrm>
            <a:off x="777240" y="43434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 19"/>
          <p:cNvSpPr/>
          <p:nvPr/>
        </p:nvSpPr>
        <p:spPr>
          <a:xfrm>
            <a:off x="777240" y="45536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Text 20"/>
          <p:cNvSpPr/>
          <p:nvPr/>
        </p:nvSpPr>
        <p:spPr>
          <a:xfrm>
            <a:off x="777240" y="47638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6" name="Text 21"/>
          <p:cNvSpPr/>
          <p:nvPr/>
        </p:nvSpPr>
        <p:spPr>
          <a:xfrm>
            <a:off x="777240" y="49744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7" name="Text 22"/>
          <p:cNvSpPr/>
          <p:nvPr/>
        </p:nvSpPr>
        <p:spPr>
          <a:xfrm>
            <a:off x="777240" y="51847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 23"/>
          <p:cNvSpPr/>
          <p:nvPr/>
        </p:nvSpPr>
        <p:spPr>
          <a:xfrm>
            <a:off x="777240" y="53949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 24"/>
          <p:cNvSpPr/>
          <p:nvPr/>
        </p:nvSpPr>
        <p:spPr>
          <a:xfrm>
            <a:off x="777240" y="56052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 25"/>
          <p:cNvSpPr/>
          <p:nvPr/>
        </p:nvSpPr>
        <p:spPr>
          <a:xfrm>
            <a:off x="777240" y="58154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Shape 26"/>
          <p:cNvSpPr/>
          <p:nvPr/>
        </p:nvSpPr>
        <p:spPr>
          <a:xfrm>
            <a:off x="8092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Text 27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3" name="Shape 28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4" name="Text 29"/>
          <p:cNvSpPr/>
          <p:nvPr/>
        </p:nvSpPr>
        <p:spPr>
          <a:xfrm>
            <a:off x="8275320" y="220428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 30"/>
          <p:cNvSpPr/>
          <p:nvPr/>
        </p:nvSpPr>
        <p:spPr>
          <a:xfrm>
            <a:off x="8778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Shape 31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7" name="Text 32"/>
          <p:cNvSpPr/>
          <p:nvPr/>
        </p:nvSpPr>
        <p:spPr>
          <a:xfrm>
            <a:off x="8275320" y="2808360"/>
            <a:ext cx="4075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8" name="Text 33"/>
          <p:cNvSpPr/>
          <p:nvPr/>
        </p:nvSpPr>
        <p:spPr>
          <a:xfrm>
            <a:off x="8778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Shape 34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 35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 36"/>
          <p:cNvSpPr/>
          <p:nvPr/>
        </p:nvSpPr>
        <p:spPr>
          <a:xfrm>
            <a:off x="8778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Shape 37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 38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 39"/>
          <p:cNvSpPr/>
          <p:nvPr/>
        </p:nvSpPr>
        <p:spPr>
          <a:xfrm>
            <a:off x="8778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Shape 40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 41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 42"/>
          <p:cNvSpPr/>
          <p:nvPr/>
        </p:nvSpPr>
        <p:spPr>
          <a:xfrm>
            <a:off x="8778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Shape 43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 44"/>
          <p:cNvSpPr/>
          <p:nvPr/>
        </p:nvSpPr>
        <p:spPr>
          <a:xfrm>
            <a:off x="8275320" y="5224680"/>
            <a:ext cx="40752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 45"/>
          <p:cNvSpPr/>
          <p:nvPr/>
        </p:nvSpPr>
        <p:spPr>
          <a:xfrm>
            <a:off x="8778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2" name="Text 4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 4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7" name="Shape 3"/>
          <p:cNvSpPr/>
          <p:nvPr/>
        </p:nvSpPr>
        <p:spPr>
          <a:xfrm>
            <a:off x="548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8" name="Text 4"/>
          <p:cNvSpPr/>
          <p:nvPr/>
        </p:nvSpPr>
        <p:spPr>
          <a:xfrm>
            <a:off x="731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5"/>
          <p:cNvSpPr/>
          <p:nvPr/>
        </p:nvSpPr>
        <p:spPr>
          <a:xfrm>
            <a:off x="777240" y="219456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Text 6"/>
          <p:cNvSpPr/>
          <p:nvPr/>
        </p:nvSpPr>
        <p:spPr>
          <a:xfrm>
            <a:off x="1188720" y="219456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1" name="Text 7"/>
          <p:cNvSpPr/>
          <p:nvPr/>
        </p:nvSpPr>
        <p:spPr>
          <a:xfrm>
            <a:off x="777240" y="274320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2" name="Text 8"/>
          <p:cNvSpPr/>
          <p:nvPr/>
        </p:nvSpPr>
        <p:spPr>
          <a:xfrm>
            <a:off x="1188720" y="274320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Text 9"/>
          <p:cNvSpPr/>
          <p:nvPr/>
        </p:nvSpPr>
        <p:spPr>
          <a:xfrm>
            <a:off x="777240" y="329184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4" name="Text 10"/>
          <p:cNvSpPr/>
          <p:nvPr/>
        </p:nvSpPr>
        <p:spPr>
          <a:xfrm>
            <a:off x="1188720" y="329184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Text 11"/>
          <p:cNvSpPr/>
          <p:nvPr/>
        </p:nvSpPr>
        <p:spPr>
          <a:xfrm>
            <a:off x="777240" y="384048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6" name="Text 12"/>
          <p:cNvSpPr/>
          <p:nvPr/>
        </p:nvSpPr>
        <p:spPr>
          <a:xfrm>
            <a:off x="1188720" y="3840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Text 13"/>
          <p:cNvSpPr/>
          <p:nvPr/>
        </p:nvSpPr>
        <p:spPr>
          <a:xfrm>
            <a:off x="777240" y="438912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8" name="Text 14"/>
          <p:cNvSpPr/>
          <p:nvPr/>
        </p:nvSpPr>
        <p:spPr>
          <a:xfrm>
            <a:off x="1188720" y="438912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Text 15"/>
          <p:cNvSpPr/>
          <p:nvPr/>
        </p:nvSpPr>
        <p:spPr>
          <a:xfrm>
            <a:off x="777240" y="493776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0" name="Text 16"/>
          <p:cNvSpPr/>
          <p:nvPr/>
        </p:nvSpPr>
        <p:spPr>
          <a:xfrm>
            <a:off x="1188720" y="493776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Text 17"/>
          <p:cNvSpPr/>
          <p:nvPr/>
        </p:nvSpPr>
        <p:spPr>
          <a:xfrm>
            <a:off x="777240" y="548640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2" name="Text 18"/>
          <p:cNvSpPr/>
          <p:nvPr/>
        </p:nvSpPr>
        <p:spPr>
          <a:xfrm>
            <a:off x="1188720" y="548640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Shape 19"/>
          <p:cNvSpPr/>
          <p:nvPr/>
        </p:nvSpPr>
        <p:spPr>
          <a:xfrm>
            <a:off x="6263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4" name="Text 20"/>
          <p:cNvSpPr/>
          <p:nvPr/>
        </p:nvSpPr>
        <p:spPr>
          <a:xfrm>
            <a:off x="6446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5" name="Text 21"/>
          <p:cNvSpPr/>
          <p:nvPr/>
        </p:nvSpPr>
        <p:spPr>
          <a:xfrm>
            <a:off x="6446520" y="219456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Text 22"/>
          <p:cNvSpPr/>
          <p:nvPr/>
        </p:nvSpPr>
        <p:spPr>
          <a:xfrm>
            <a:off x="6446520" y="2468880"/>
            <a:ext cx="52081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 23"/>
          <p:cNvSpPr/>
          <p:nvPr/>
        </p:nvSpPr>
        <p:spPr>
          <a:xfrm>
            <a:off x="6446520" y="310896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4"/>
          <p:cNvSpPr/>
          <p:nvPr/>
        </p:nvSpPr>
        <p:spPr>
          <a:xfrm>
            <a:off x="6446520" y="338328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5"/>
          <p:cNvSpPr/>
          <p:nvPr/>
        </p:nvSpPr>
        <p:spPr>
          <a:xfrm>
            <a:off x="10058400" y="341064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6"/>
          <p:cNvSpPr/>
          <p:nvPr/>
        </p:nvSpPr>
        <p:spPr>
          <a:xfrm>
            <a:off x="10058400" y="341064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Text 27"/>
          <p:cNvSpPr/>
          <p:nvPr/>
        </p:nvSpPr>
        <p:spPr>
          <a:xfrm>
            <a:off x="6446520" y="374904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2" name="Shape 28"/>
          <p:cNvSpPr/>
          <p:nvPr/>
        </p:nvSpPr>
        <p:spPr>
          <a:xfrm>
            <a:off x="10058400" y="377640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3" name="Text 29"/>
          <p:cNvSpPr/>
          <p:nvPr/>
        </p:nvSpPr>
        <p:spPr>
          <a:xfrm>
            <a:off x="10058400" y="377640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Text 30"/>
          <p:cNvSpPr/>
          <p:nvPr/>
        </p:nvSpPr>
        <p:spPr>
          <a:xfrm>
            <a:off x="6446520" y="411480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5" name="Shape 31"/>
          <p:cNvSpPr/>
          <p:nvPr/>
        </p:nvSpPr>
        <p:spPr>
          <a:xfrm>
            <a:off x="10058400" y="414216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6" name="Text 32"/>
          <p:cNvSpPr/>
          <p:nvPr/>
        </p:nvSpPr>
        <p:spPr>
          <a:xfrm>
            <a:off x="10058400" y="414216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7" name="Text 33"/>
          <p:cNvSpPr/>
          <p:nvPr/>
        </p:nvSpPr>
        <p:spPr>
          <a:xfrm>
            <a:off x="6446520" y="44805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Shape 34"/>
          <p:cNvSpPr/>
          <p:nvPr/>
        </p:nvSpPr>
        <p:spPr>
          <a:xfrm>
            <a:off x="10058400" y="450792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9" name="Text 35"/>
          <p:cNvSpPr/>
          <p:nvPr/>
        </p:nvSpPr>
        <p:spPr>
          <a:xfrm>
            <a:off x="10058400" y="450792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0" name="Text 36"/>
          <p:cNvSpPr/>
          <p:nvPr/>
        </p:nvSpPr>
        <p:spPr>
          <a:xfrm>
            <a:off x="6446520" y="4846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1" name="Shape 37"/>
          <p:cNvSpPr/>
          <p:nvPr/>
        </p:nvSpPr>
        <p:spPr>
          <a:xfrm>
            <a:off x="10058400" y="487368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2" name="Text 38"/>
          <p:cNvSpPr/>
          <p:nvPr/>
        </p:nvSpPr>
        <p:spPr>
          <a:xfrm>
            <a:off x="10058400" y="487368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9"/>
          <p:cNvSpPr/>
          <p:nvPr/>
        </p:nvSpPr>
        <p:spPr>
          <a:xfrm>
            <a:off x="6446520" y="5349240"/>
            <a:ext cx="52081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5" name="Text 4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Text 4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9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Rectangle 4"/>
          <p:cNvSpPr/>
          <p:nvPr/>
        </p:nvSpPr>
        <p:spPr>
          <a:xfrm>
            <a:off x="548640" y="1691640"/>
            <a:ext cx="73112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1" name="Oval 5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2" name="Oval 6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Oval 7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TextBox 8"/>
          <p:cNvSpPr/>
          <p:nvPr/>
        </p:nvSpPr>
        <p:spPr>
          <a:xfrm>
            <a:off x="1371600" y="1783080"/>
            <a:ext cx="63968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5" name="TextBox 9"/>
          <p:cNvSpPr/>
          <p:nvPr/>
        </p:nvSpPr>
        <p:spPr>
          <a:xfrm>
            <a:off x="777240" y="22402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Box 10"/>
          <p:cNvSpPr/>
          <p:nvPr/>
        </p:nvSpPr>
        <p:spPr>
          <a:xfrm>
            <a:off x="777240" y="24415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Box 12"/>
          <p:cNvSpPr/>
          <p:nvPr/>
        </p:nvSpPr>
        <p:spPr>
          <a:xfrm>
            <a:off x="777240" y="26427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TextBox 13"/>
          <p:cNvSpPr/>
          <p:nvPr/>
        </p:nvSpPr>
        <p:spPr>
          <a:xfrm>
            <a:off x="777240" y="28436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9" name="TextBox 14"/>
          <p:cNvSpPr/>
          <p:nvPr/>
        </p:nvSpPr>
        <p:spPr>
          <a:xfrm>
            <a:off x="777240" y="30448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0" name="TextBox 16"/>
          <p:cNvSpPr/>
          <p:nvPr/>
        </p:nvSpPr>
        <p:spPr>
          <a:xfrm>
            <a:off x="777240" y="32461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1" name="TextBox 18"/>
          <p:cNvSpPr/>
          <p:nvPr/>
        </p:nvSpPr>
        <p:spPr>
          <a:xfrm>
            <a:off x="777240" y="34473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Box 19"/>
          <p:cNvSpPr/>
          <p:nvPr/>
        </p:nvSpPr>
        <p:spPr>
          <a:xfrm>
            <a:off x="777240" y="36486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Box 21"/>
          <p:cNvSpPr/>
          <p:nvPr/>
        </p:nvSpPr>
        <p:spPr>
          <a:xfrm>
            <a:off x="777240" y="38494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TextBox 22"/>
          <p:cNvSpPr/>
          <p:nvPr/>
        </p:nvSpPr>
        <p:spPr>
          <a:xfrm>
            <a:off x="777240" y="40507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5" name="TextBox 23"/>
          <p:cNvSpPr/>
          <p:nvPr/>
        </p:nvSpPr>
        <p:spPr>
          <a:xfrm>
            <a:off x="777240" y="42519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6" name="TextBox 24"/>
          <p:cNvSpPr/>
          <p:nvPr/>
        </p:nvSpPr>
        <p:spPr>
          <a:xfrm>
            <a:off x="777240" y="44532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7" name="TextBox 25"/>
          <p:cNvSpPr/>
          <p:nvPr/>
        </p:nvSpPr>
        <p:spPr>
          <a:xfrm>
            <a:off x="777240" y="46544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Box 26"/>
          <p:cNvSpPr/>
          <p:nvPr/>
        </p:nvSpPr>
        <p:spPr>
          <a:xfrm>
            <a:off x="777240" y="48553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Box 27"/>
          <p:cNvSpPr/>
          <p:nvPr/>
        </p:nvSpPr>
        <p:spPr>
          <a:xfrm>
            <a:off x="777240" y="50565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TextBox 28"/>
          <p:cNvSpPr/>
          <p:nvPr/>
        </p:nvSpPr>
        <p:spPr>
          <a:xfrm>
            <a:off x="777240" y="52578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1" name="TextBox 29"/>
          <p:cNvSpPr/>
          <p:nvPr/>
        </p:nvSpPr>
        <p:spPr>
          <a:xfrm>
            <a:off x="777240" y="54590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2" name="TextBox 31"/>
          <p:cNvSpPr/>
          <p:nvPr/>
        </p:nvSpPr>
        <p:spPr>
          <a:xfrm>
            <a:off x="777240" y="56602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3" name="TextBox 32"/>
          <p:cNvSpPr/>
          <p:nvPr/>
        </p:nvSpPr>
        <p:spPr>
          <a:xfrm>
            <a:off x="777240" y="58611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Box 33"/>
          <p:cNvSpPr/>
          <p:nvPr/>
        </p:nvSpPr>
        <p:spPr>
          <a:xfrm>
            <a:off x="777240" y="60624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Rectangle 34"/>
          <p:cNvSpPr/>
          <p:nvPr/>
        </p:nvSpPr>
        <p:spPr>
          <a:xfrm>
            <a:off x="8092440" y="1691640"/>
            <a:ext cx="3516480" cy="4568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6" name="TextBox 35"/>
          <p:cNvSpPr/>
          <p:nvPr/>
        </p:nvSpPr>
        <p:spPr>
          <a:xfrm>
            <a:off x="8275320" y="17830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7" name="Oval 36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TextBox 37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9" name="TextBox 38"/>
          <p:cNvSpPr/>
          <p:nvPr/>
        </p:nvSpPr>
        <p:spPr>
          <a:xfrm>
            <a:off x="8814240" y="230256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Oval 39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1" name="TextBox 40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TextBox 41"/>
          <p:cNvSpPr/>
          <p:nvPr/>
        </p:nvSpPr>
        <p:spPr>
          <a:xfrm>
            <a:off x="8814240" y="297864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3" name="Oval 42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TextBox 43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5" name="TextBox 44"/>
          <p:cNvSpPr/>
          <p:nvPr/>
        </p:nvSpPr>
        <p:spPr>
          <a:xfrm>
            <a:off x="8814240" y="358272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Oval 45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7" name="TextBox 46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TextBox 47"/>
          <p:cNvSpPr/>
          <p:nvPr/>
        </p:nvSpPr>
        <p:spPr>
          <a:xfrm>
            <a:off x="8814240" y="422280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9" name="Oval 48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TextBox 49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1" name="TextBox 50"/>
          <p:cNvSpPr/>
          <p:nvPr/>
        </p:nvSpPr>
        <p:spPr>
          <a:xfrm>
            <a:off x="8814240" y="4862880"/>
            <a:ext cx="2647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Box 51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Box 52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6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Rectangle 4"/>
          <p:cNvSpPr/>
          <p:nvPr/>
        </p:nvSpPr>
        <p:spPr>
          <a:xfrm>
            <a:off x="548640" y="1691640"/>
            <a:ext cx="534528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9" name="Rectangle 5"/>
          <p:cNvSpPr/>
          <p:nvPr/>
        </p:nvSpPr>
        <p:spPr>
          <a:xfrm>
            <a:off x="548640" y="1691640"/>
            <a:ext cx="5345280" cy="361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0" name="TextBox 6"/>
          <p:cNvSpPr/>
          <p:nvPr/>
        </p:nvSpPr>
        <p:spPr>
          <a:xfrm>
            <a:off x="685800" y="175572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Box 7"/>
          <p:cNvSpPr/>
          <p:nvPr/>
        </p:nvSpPr>
        <p:spPr>
          <a:xfrm>
            <a:off x="731520" y="22402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2" name="TextBox 8"/>
          <p:cNvSpPr/>
          <p:nvPr/>
        </p:nvSpPr>
        <p:spPr>
          <a:xfrm>
            <a:off x="731520" y="25146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3" name="TextBox 9"/>
          <p:cNvSpPr/>
          <p:nvPr/>
        </p:nvSpPr>
        <p:spPr>
          <a:xfrm>
            <a:off x="731520" y="27889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Box 10"/>
          <p:cNvSpPr/>
          <p:nvPr/>
        </p:nvSpPr>
        <p:spPr>
          <a:xfrm>
            <a:off x="731520" y="30632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5" name="TextBox 11"/>
          <p:cNvSpPr/>
          <p:nvPr/>
        </p:nvSpPr>
        <p:spPr>
          <a:xfrm>
            <a:off x="731520" y="333756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6" name="TextBox 12"/>
          <p:cNvSpPr/>
          <p:nvPr/>
        </p:nvSpPr>
        <p:spPr>
          <a:xfrm>
            <a:off x="731520" y="36118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13"/>
          <p:cNvSpPr/>
          <p:nvPr/>
        </p:nvSpPr>
        <p:spPr>
          <a:xfrm>
            <a:off x="731520" y="38862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TextBox 14"/>
          <p:cNvSpPr/>
          <p:nvPr/>
        </p:nvSpPr>
        <p:spPr>
          <a:xfrm>
            <a:off x="731520" y="41605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9" name="TextBox 15"/>
          <p:cNvSpPr/>
          <p:nvPr/>
        </p:nvSpPr>
        <p:spPr>
          <a:xfrm>
            <a:off x="731520" y="44348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0" name="TextBox 16"/>
          <p:cNvSpPr/>
          <p:nvPr/>
        </p:nvSpPr>
        <p:spPr>
          <a:xfrm>
            <a:off x="731520" y="470916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17"/>
          <p:cNvSpPr/>
          <p:nvPr/>
        </p:nvSpPr>
        <p:spPr>
          <a:xfrm>
            <a:off x="731520" y="49834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18"/>
          <p:cNvSpPr/>
          <p:nvPr/>
        </p:nvSpPr>
        <p:spPr>
          <a:xfrm>
            <a:off x="731520" y="52578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19"/>
          <p:cNvSpPr/>
          <p:nvPr/>
        </p:nvSpPr>
        <p:spPr>
          <a:xfrm>
            <a:off x="731520" y="55321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20"/>
          <p:cNvSpPr/>
          <p:nvPr/>
        </p:nvSpPr>
        <p:spPr>
          <a:xfrm>
            <a:off x="6080760" y="1691640"/>
            <a:ext cx="534528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21"/>
          <p:cNvSpPr/>
          <p:nvPr/>
        </p:nvSpPr>
        <p:spPr>
          <a:xfrm>
            <a:off x="6080760" y="1691640"/>
            <a:ext cx="5345280" cy="361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22"/>
          <p:cNvSpPr/>
          <p:nvPr/>
        </p:nvSpPr>
        <p:spPr>
          <a:xfrm>
            <a:off x="6217920" y="175572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23"/>
          <p:cNvSpPr/>
          <p:nvPr/>
        </p:nvSpPr>
        <p:spPr>
          <a:xfrm>
            <a:off x="6263640" y="22402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24"/>
          <p:cNvSpPr/>
          <p:nvPr/>
        </p:nvSpPr>
        <p:spPr>
          <a:xfrm>
            <a:off x="6263640" y="25146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25"/>
          <p:cNvSpPr/>
          <p:nvPr/>
        </p:nvSpPr>
        <p:spPr>
          <a:xfrm>
            <a:off x="6263640" y="27889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TextBox 26"/>
          <p:cNvSpPr/>
          <p:nvPr/>
        </p:nvSpPr>
        <p:spPr>
          <a:xfrm>
            <a:off x="6263640" y="30632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1" name="TextBox 27"/>
          <p:cNvSpPr/>
          <p:nvPr/>
        </p:nvSpPr>
        <p:spPr>
          <a:xfrm>
            <a:off x="6263640" y="333756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2" name="TextBox 28"/>
          <p:cNvSpPr/>
          <p:nvPr/>
        </p:nvSpPr>
        <p:spPr>
          <a:xfrm>
            <a:off x="6263640" y="36118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29"/>
          <p:cNvSpPr/>
          <p:nvPr/>
        </p:nvSpPr>
        <p:spPr>
          <a:xfrm>
            <a:off x="6263640" y="38862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30"/>
          <p:cNvSpPr/>
          <p:nvPr/>
        </p:nvSpPr>
        <p:spPr>
          <a:xfrm>
            <a:off x="6263640" y="41605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31"/>
          <p:cNvSpPr/>
          <p:nvPr/>
        </p:nvSpPr>
        <p:spPr>
          <a:xfrm>
            <a:off x="6263640" y="44348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TextBox 32"/>
          <p:cNvSpPr/>
          <p:nvPr/>
        </p:nvSpPr>
        <p:spPr>
          <a:xfrm>
            <a:off x="6263640" y="470916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7" name="TextBox 33"/>
          <p:cNvSpPr/>
          <p:nvPr/>
        </p:nvSpPr>
        <p:spPr>
          <a:xfrm>
            <a:off x="6263640" y="49834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8" name="TextBox 34"/>
          <p:cNvSpPr/>
          <p:nvPr/>
        </p:nvSpPr>
        <p:spPr>
          <a:xfrm>
            <a:off x="6263640" y="52578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35"/>
          <p:cNvSpPr/>
          <p:nvPr/>
        </p:nvSpPr>
        <p:spPr>
          <a:xfrm>
            <a:off x="6263640" y="55321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36"/>
          <p:cNvSpPr/>
          <p:nvPr/>
        </p:nvSpPr>
        <p:spPr>
          <a:xfrm>
            <a:off x="6263640" y="58064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3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TextBox 3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5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Rectangle 4"/>
          <p:cNvSpPr/>
          <p:nvPr/>
        </p:nvSpPr>
        <p:spPr>
          <a:xfrm>
            <a:off x="548640" y="1691640"/>
            <a:ext cx="7311240" cy="8647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8" name="Rectangle 5"/>
          <p:cNvSpPr/>
          <p:nvPr/>
        </p:nvSpPr>
        <p:spPr>
          <a:xfrm>
            <a:off x="548640" y="1691640"/>
            <a:ext cx="105840" cy="864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45000" rIns="52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TextBox 6"/>
          <p:cNvSpPr/>
          <p:nvPr/>
        </p:nvSpPr>
        <p:spPr>
          <a:xfrm>
            <a:off x="822960" y="1783080"/>
            <a:ext cx="453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0" name="TextBox 7"/>
          <p:cNvSpPr/>
          <p:nvPr/>
        </p:nvSpPr>
        <p:spPr>
          <a:xfrm>
            <a:off x="1417320" y="1783080"/>
            <a:ext cx="2282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8"/>
          <p:cNvSpPr/>
          <p:nvPr/>
        </p:nvSpPr>
        <p:spPr>
          <a:xfrm>
            <a:off x="1417320" y="205740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9"/>
          <p:cNvSpPr/>
          <p:nvPr/>
        </p:nvSpPr>
        <p:spPr>
          <a:xfrm>
            <a:off x="4718880" y="2286000"/>
            <a:ext cx="21016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10"/>
          <p:cNvSpPr/>
          <p:nvPr/>
        </p:nvSpPr>
        <p:spPr>
          <a:xfrm>
            <a:off x="548640" y="2743200"/>
            <a:ext cx="7311240" cy="8647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Rectangle 11"/>
          <p:cNvSpPr/>
          <p:nvPr/>
        </p:nvSpPr>
        <p:spPr>
          <a:xfrm>
            <a:off x="548640" y="2743200"/>
            <a:ext cx="105840" cy="8647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45000" rIns="52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TextBox 12"/>
          <p:cNvSpPr/>
          <p:nvPr/>
        </p:nvSpPr>
        <p:spPr>
          <a:xfrm>
            <a:off x="822960" y="2834640"/>
            <a:ext cx="453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6" name="TextBox 13"/>
          <p:cNvSpPr/>
          <p:nvPr/>
        </p:nvSpPr>
        <p:spPr>
          <a:xfrm>
            <a:off x="1417320" y="2834640"/>
            <a:ext cx="2282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7" name="TextBox 14"/>
          <p:cNvSpPr/>
          <p:nvPr/>
        </p:nvSpPr>
        <p:spPr>
          <a:xfrm>
            <a:off x="1417320" y="310896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15"/>
          <p:cNvSpPr/>
          <p:nvPr/>
        </p:nvSpPr>
        <p:spPr>
          <a:xfrm>
            <a:off x="4665960" y="3276000"/>
            <a:ext cx="31050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Rectangle 16"/>
          <p:cNvSpPr/>
          <p:nvPr/>
        </p:nvSpPr>
        <p:spPr>
          <a:xfrm>
            <a:off x="548640" y="3794760"/>
            <a:ext cx="7311240" cy="8647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0" name="Rectangle 17"/>
          <p:cNvSpPr/>
          <p:nvPr/>
        </p:nvSpPr>
        <p:spPr>
          <a:xfrm>
            <a:off x="548640" y="3794760"/>
            <a:ext cx="105840" cy="864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45000" rIns="52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1" name="TextBox 18"/>
          <p:cNvSpPr/>
          <p:nvPr/>
        </p:nvSpPr>
        <p:spPr>
          <a:xfrm>
            <a:off x="822960" y="3886200"/>
            <a:ext cx="453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19"/>
          <p:cNvSpPr/>
          <p:nvPr/>
        </p:nvSpPr>
        <p:spPr>
          <a:xfrm>
            <a:off x="1417320" y="3886200"/>
            <a:ext cx="2282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20"/>
          <p:cNvSpPr/>
          <p:nvPr/>
        </p:nvSpPr>
        <p:spPr>
          <a:xfrm>
            <a:off x="1417320" y="416052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21"/>
          <p:cNvSpPr/>
          <p:nvPr/>
        </p:nvSpPr>
        <p:spPr>
          <a:xfrm>
            <a:off x="4699440" y="4333680"/>
            <a:ext cx="24217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Rectangle 22"/>
          <p:cNvSpPr/>
          <p:nvPr/>
        </p:nvSpPr>
        <p:spPr>
          <a:xfrm>
            <a:off x="548640" y="4846320"/>
            <a:ext cx="7311240" cy="8647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6" name="Rectangle 23"/>
          <p:cNvSpPr/>
          <p:nvPr/>
        </p:nvSpPr>
        <p:spPr>
          <a:xfrm>
            <a:off x="548640" y="4846320"/>
            <a:ext cx="105840" cy="864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45000" rIns="52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24"/>
          <p:cNvSpPr/>
          <p:nvPr/>
        </p:nvSpPr>
        <p:spPr>
          <a:xfrm>
            <a:off x="822960" y="4937760"/>
            <a:ext cx="453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TextBox 25"/>
          <p:cNvSpPr/>
          <p:nvPr/>
        </p:nvSpPr>
        <p:spPr>
          <a:xfrm>
            <a:off x="1417320" y="4937760"/>
            <a:ext cx="2282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9" name="TextBox 26"/>
          <p:cNvSpPr/>
          <p:nvPr/>
        </p:nvSpPr>
        <p:spPr>
          <a:xfrm>
            <a:off x="1417320" y="521208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27"/>
          <p:cNvSpPr/>
          <p:nvPr/>
        </p:nvSpPr>
        <p:spPr>
          <a:xfrm>
            <a:off x="4721040" y="5421240"/>
            <a:ext cx="401940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Rectangle 28"/>
          <p:cNvSpPr/>
          <p:nvPr/>
        </p:nvSpPr>
        <p:spPr>
          <a:xfrm>
            <a:off x="8092440" y="1691640"/>
            <a:ext cx="3516480" cy="4568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29"/>
          <p:cNvSpPr/>
          <p:nvPr/>
        </p:nvSpPr>
        <p:spPr>
          <a:xfrm>
            <a:off x="8275320" y="17830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Oval 30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4" name="TextBox 31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5" name="TextBox 32"/>
          <p:cNvSpPr/>
          <p:nvPr/>
        </p:nvSpPr>
        <p:spPr>
          <a:xfrm>
            <a:off x="8814240" y="230256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Oval 33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7" name="TextBox 34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35"/>
          <p:cNvSpPr/>
          <p:nvPr/>
        </p:nvSpPr>
        <p:spPr>
          <a:xfrm>
            <a:off x="8814240" y="297864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9" name="Oval 36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0" name="TextBox 37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38"/>
          <p:cNvSpPr/>
          <p:nvPr/>
        </p:nvSpPr>
        <p:spPr>
          <a:xfrm>
            <a:off x="8814240" y="358272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Oval 39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3" name="TextBox 40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4" name="TextBox 41"/>
          <p:cNvSpPr/>
          <p:nvPr/>
        </p:nvSpPr>
        <p:spPr>
          <a:xfrm>
            <a:off x="8814240" y="422280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5" name="Oval 42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TextBox 43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7" name="TextBox 44"/>
          <p:cNvSpPr/>
          <p:nvPr/>
        </p:nvSpPr>
        <p:spPr>
          <a:xfrm>
            <a:off x="8814240" y="489888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45"/>
          <p:cNvSpPr/>
          <p:nvPr/>
        </p:nvSpPr>
        <p:spPr>
          <a:xfrm>
            <a:off x="548640" y="598932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4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4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5" name="Shape 3"/>
          <p:cNvSpPr/>
          <p:nvPr/>
        </p:nvSpPr>
        <p:spPr>
          <a:xfrm>
            <a:off x="2790000" y="1600200"/>
            <a:ext cx="1242000" cy="94932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6" name="Text 4"/>
          <p:cNvSpPr/>
          <p:nvPr/>
        </p:nvSpPr>
        <p:spPr>
          <a:xfrm>
            <a:off x="2790000" y="1600200"/>
            <a:ext cx="1242000" cy="94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Shape 5"/>
          <p:cNvSpPr/>
          <p:nvPr/>
        </p:nvSpPr>
        <p:spPr>
          <a:xfrm>
            <a:off x="2166840" y="2553840"/>
            <a:ext cx="2487960" cy="133092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8" name="Text 6"/>
          <p:cNvSpPr/>
          <p:nvPr/>
        </p:nvSpPr>
        <p:spPr>
          <a:xfrm>
            <a:off x="2166840" y="2553840"/>
            <a:ext cx="2487960" cy="13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Shape 7"/>
          <p:cNvSpPr/>
          <p:nvPr/>
        </p:nvSpPr>
        <p:spPr>
          <a:xfrm>
            <a:off x="1336320" y="3888720"/>
            <a:ext cx="4149000" cy="152172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0" name="Text 8"/>
          <p:cNvSpPr/>
          <p:nvPr/>
        </p:nvSpPr>
        <p:spPr>
          <a:xfrm>
            <a:off x="1336320" y="3888720"/>
            <a:ext cx="4149000" cy="152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Shape 9"/>
          <p:cNvSpPr/>
          <p:nvPr/>
        </p:nvSpPr>
        <p:spPr>
          <a:xfrm>
            <a:off x="6919200" y="1387080"/>
            <a:ext cx="3885120" cy="400104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2" name="Text 10"/>
          <p:cNvSpPr/>
          <p:nvPr/>
        </p:nvSpPr>
        <p:spPr>
          <a:xfrm>
            <a:off x="7077960" y="1468800"/>
            <a:ext cx="3567600" cy="28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Shape 11"/>
          <p:cNvSpPr/>
          <p:nvPr/>
        </p:nvSpPr>
        <p:spPr>
          <a:xfrm>
            <a:off x="7077960" y="1877400"/>
            <a:ext cx="75600" cy="7318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800" tIns="45000" rIns="378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4" name="Text 12"/>
          <p:cNvSpPr/>
          <p:nvPr/>
        </p:nvSpPr>
        <p:spPr>
          <a:xfrm>
            <a:off x="7236720" y="1877400"/>
            <a:ext cx="23770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Shape 13"/>
          <p:cNvSpPr/>
          <p:nvPr/>
        </p:nvSpPr>
        <p:spPr>
          <a:xfrm>
            <a:off x="9657000" y="1918440"/>
            <a:ext cx="988560" cy="24156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6" name="Text 14"/>
          <p:cNvSpPr/>
          <p:nvPr/>
        </p:nvSpPr>
        <p:spPr>
          <a:xfrm>
            <a:off x="9657000" y="1918440"/>
            <a:ext cx="9885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 15"/>
          <p:cNvSpPr/>
          <p:nvPr/>
        </p:nvSpPr>
        <p:spPr>
          <a:xfrm>
            <a:off x="7236720" y="2204280"/>
            <a:ext cx="340884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Shape 16"/>
          <p:cNvSpPr/>
          <p:nvPr/>
        </p:nvSpPr>
        <p:spPr>
          <a:xfrm>
            <a:off x="7077960" y="2694600"/>
            <a:ext cx="75600" cy="7318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800" tIns="45000" rIns="378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9" name="Text 17"/>
          <p:cNvSpPr/>
          <p:nvPr/>
        </p:nvSpPr>
        <p:spPr>
          <a:xfrm>
            <a:off x="7236720" y="2694600"/>
            <a:ext cx="23770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Shape 18"/>
          <p:cNvSpPr/>
          <p:nvPr/>
        </p:nvSpPr>
        <p:spPr>
          <a:xfrm>
            <a:off x="9657000" y="2735640"/>
            <a:ext cx="988560" cy="24156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 19"/>
          <p:cNvSpPr/>
          <p:nvPr/>
        </p:nvSpPr>
        <p:spPr>
          <a:xfrm>
            <a:off x="9657000" y="2735640"/>
            <a:ext cx="9885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Text 20"/>
          <p:cNvSpPr/>
          <p:nvPr/>
        </p:nvSpPr>
        <p:spPr>
          <a:xfrm>
            <a:off x="7236720" y="3021480"/>
            <a:ext cx="340884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/api/auth (authentification)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3" name="Shape 21"/>
          <p:cNvSpPr/>
          <p:nvPr/>
        </p:nvSpPr>
        <p:spPr>
          <a:xfrm>
            <a:off x="7077960" y="3512160"/>
            <a:ext cx="75600" cy="7318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800" tIns="45000" rIns="378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4" name="Text 22"/>
          <p:cNvSpPr/>
          <p:nvPr/>
        </p:nvSpPr>
        <p:spPr>
          <a:xfrm>
            <a:off x="7236720" y="3512160"/>
            <a:ext cx="23770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Shape 23"/>
          <p:cNvSpPr/>
          <p:nvPr/>
        </p:nvSpPr>
        <p:spPr>
          <a:xfrm>
            <a:off x="9657000" y="3552840"/>
            <a:ext cx="988560" cy="2415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 24"/>
          <p:cNvSpPr/>
          <p:nvPr/>
        </p:nvSpPr>
        <p:spPr>
          <a:xfrm>
            <a:off x="9657000" y="3552840"/>
            <a:ext cx="9885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 25"/>
          <p:cNvSpPr/>
          <p:nvPr/>
        </p:nvSpPr>
        <p:spPr>
          <a:xfrm>
            <a:off x="7236720" y="3839040"/>
            <a:ext cx="340884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Shape 26"/>
          <p:cNvSpPr/>
          <p:nvPr/>
        </p:nvSpPr>
        <p:spPr>
          <a:xfrm>
            <a:off x="7077960" y="4329360"/>
            <a:ext cx="75600" cy="7318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800" tIns="45000" rIns="378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 27"/>
          <p:cNvSpPr/>
          <p:nvPr/>
        </p:nvSpPr>
        <p:spPr>
          <a:xfrm>
            <a:off x="7236720" y="4329360"/>
            <a:ext cx="23770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Shape 28"/>
          <p:cNvSpPr/>
          <p:nvPr/>
        </p:nvSpPr>
        <p:spPr>
          <a:xfrm>
            <a:off x="9657000" y="4370040"/>
            <a:ext cx="988560" cy="2415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1" name="Text 29"/>
          <p:cNvSpPr/>
          <p:nvPr/>
        </p:nvSpPr>
        <p:spPr>
          <a:xfrm>
            <a:off x="9657000" y="4370040"/>
            <a:ext cx="9885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2" name="Text 30"/>
          <p:cNvSpPr/>
          <p:nvPr/>
        </p:nvSpPr>
        <p:spPr>
          <a:xfrm>
            <a:off x="7236720" y="4656240"/>
            <a:ext cx="340884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Shape 31"/>
          <p:cNvSpPr/>
          <p:nvPr/>
        </p:nvSpPr>
        <p:spPr>
          <a:xfrm>
            <a:off x="548640" y="5577840"/>
            <a:ext cx="11060280" cy="68184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4" name="Text 32"/>
          <p:cNvSpPr/>
          <p:nvPr/>
        </p:nvSpPr>
        <p:spPr>
          <a:xfrm>
            <a:off x="777240" y="5623560"/>
            <a:ext cx="106030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6" name="Text 3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Text 3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Déploiement continu — Vercel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1" name="Shape 3"/>
          <p:cNvSpPr/>
          <p:nvPr/>
        </p:nvSpPr>
        <p:spPr>
          <a:xfrm>
            <a:off x="43452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2" name="Shape 4"/>
          <p:cNvSpPr/>
          <p:nvPr/>
        </p:nvSpPr>
        <p:spPr>
          <a:xfrm>
            <a:off x="800280" y="2423160"/>
            <a:ext cx="636120" cy="63612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3" name="Text 5"/>
          <p:cNvSpPr/>
          <p:nvPr/>
        </p:nvSpPr>
        <p:spPr>
          <a:xfrm>
            <a:off x="800280" y="2315160"/>
            <a:ext cx="636120" cy="80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4" name="Text 6"/>
          <p:cNvSpPr/>
          <p:nvPr/>
        </p:nvSpPr>
        <p:spPr>
          <a:xfrm>
            <a:off x="48024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 7"/>
          <p:cNvSpPr/>
          <p:nvPr/>
        </p:nvSpPr>
        <p:spPr>
          <a:xfrm>
            <a:off x="48024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Shape 9"/>
          <p:cNvSpPr/>
          <p:nvPr/>
        </p:nvSpPr>
        <p:spPr>
          <a:xfrm>
            <a:off x="185184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Shape 10"/>
          <p:cNvSpPr/>
          <p:nvPr/>
        </p:nvSpPr>
        <p:spPr>
          <a:xfrm>
            <a:off x="2217600" y="2423160"/>
            <a:ext cx="636120" cy="636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9" name="Text 11"/>
          <p:cNvSpPr/>
          <p:nvPr/>
        </p:nvSpPr>
        <p:spPr>
          <a:xfrm>
            <a:off x="2217600" y="2351160"/>
            <a:ext cx="6361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 12"/>
          <p:cNvSpPr/>
          <p:nvPr/>
        </p:nvSpPr>
        <p:spPr>
          <a:xfrm>
            <a:off x="189756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Text 13"/>
          <p:cNvSpPr/>
          <p:nvPr/>
        </p:nvSpPr>
        <p:spPr>
          <a:xfrm>
            <a:off x="189756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2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3" name="Shape 15"/>
          <p:cNvSpPr/>
          <p:nvPr/>
        </p:nvSpPr>
        <p:spPr>
          <a:xfrm>
            <a:off x="326916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4" name="Shape 16"/>
          <p:cNvSpPr/>
          <p:nvPr/>
        </p:nvSpPr>
        <p:spPr>
          <a:xfrm>
            <a:off x="3634920" y="2423160"/>
            <a:ext cx="636120" cy="6361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5" name="Text 17"/>
          <p:cNvSpPr/>
          <p:nvPr/>
        </p:nvSpPr>
        <p:spPr>
          <a:xfrm>
            <a:off x="3634920" y="2315160"/>
            <a:ext cx="63612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 18"/>
          <p:cNvSpPr/>
          <p:nvPr/>
        </p:nvSpPr>
        <p:spPr>
          <a:xfrm>
            <a:off x="331488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 19"/>
          <p:cNvSpPr/>
          <p:nvPr/>
        </p:nvSpPr>
        <p:spPr>
          <a:xfrm>
            <a:off x="331488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9" name="Shape 21"/>
          <p:cNvSpPr/>
          <p:nvPr/>
        </p:nvSpPr>
        <p:spPr>
          <a:xfrm>
            <a:off x="468648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0" name="Shape 22"/>
          <p:cNvSpPr/>
          <p:nvPr/>
        </p:nvSpPr>
        <p:spPr>
          <a:xfrm>
            <a:off x="5052240" y="2423160"/>
            <a:ext cx="636120" cy="6361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Text 23"/>
          <p:cNvSpPr/>
          <p:nvPr/>
        </p:nvSpPr>
        <p:spPr>
          <a:xfrm>
            <a:off x="5052240" y="2315160"/>
            <a:ext cx="636120" cy="80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2" name="Text 24"/>
          <p:cNvSpPr/>
          <p:nvPr/>
        </p:nvSpPr>
        <p:spPr>
          <a:xfrm>
            <a:off x="473220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 25"/>
          <p:cNvSpPr/>
          <p:nvPr/>
        </p:nvSpPr>
        <p:spPr>
          <a:xfrm>
            <a:off x="473220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5" name="Shape 27"/>
          <p:cNvSpPr/>
          <p:nvPr/>
        </p:nvSpPr>
        <p:spPr>
          <a:xfrm>
            <a:off x="610380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Shape 28"/>
          <p:cNvSpPr/>
          <p:nvPr/>
        </p:nvSpPr>
        <p:spPr>
          <a:xfrm>
            <a:off x="6469560" y="2423160"/>
            <a:ext cx="636120" cy="636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7" name="Text 29"/>
          <p:cNvSpPr/>
          <p:nvPr/>
        </p:nvSpPr>
        <p:spPr>
          <a:xfrm>
            <a:off x="6469560" y="2351160"/>
            <a:ext cx="63612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 30"/>
          <p:cNvSpPr/>
          <p:nvPr/>
        </p:nvSpPr>
        <p:spPr>
          <a:xfrm>
            <a:off x="614952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 31"/>
          <p:cNvSpPr/>
          <p:nvPr/>
        </p:nvSpPr>
        <p:spPr>
          <a:xfrm>
            <a:off x="614952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1" name="Shape 33"/>
          <p:cNvSpPr/>
          <p:nvPr/>
        </p:nvSpPr>
        <p:spPr>
          <a:xfrm>
            <a:off x="752112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2" name="Shape 34"/>
          <p:cNvSpPr/>
          <p:nvPr/>
        </p:nvSpPr>
        <p:spPr>
          <a:xfrm>
            <a:off x="7886880" y="2423160"/>
            <a:ext cx="636120" cy="63612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3" name="Text 35"/>
          <p:cNvSpPr/>
          <p:nvPr/>
        </p:nvSpPr>
        <p:spPr>
          <a:xfrm>
            <a:off x="7886880" y="2423160"/>
            <a:ext cx="6361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Text 36"/>
          <p:cNvSpPr/>
          <p:nvPr/>
        </p:nvSpPr>
        <p:spPr>
          <a:xfrm>
            <a:off x="756684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5" name="Text 37"/>
          <p:cNvSpPr/>
          <p:nvPr/>
        </p:nvSpPr>
        <p:spPr>
          <a:xfrm>
            <a:off x="756684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6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7" name="Shape 39"/>
          <p:cNvSpPr/>
          <p:nvPr/>
        </p:nvSpPr>
        <p:spPr>
          <a:xfrm>
            <a:off x="893844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8" name="Shape 40"/>
          <p:cNvSpPr/>
          <p:nvPr/>
        </p:nvSpPr>
        <p:spPr>
          <a:xfrm>
            <a:off x="9304200" y="2423160"/>
            <a:ext cx="636120" cy="63612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9" name="Text 41"/>
          <p:cNvSpPr/>
          <p:nvPr/>
        </p:nvSpPr>
        <p:spPr>
          <a:xfrm>
            <a:off x="9304200" y="2351160"/>
            <a:ext cx="63612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 42"/>
          <p:cNvSpPr/>
          <p:nvPr/>
        </p:nvSpPr>
        <p:spPr>
          <a:xfrm>
            <a:off x="898416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 43"/>
          <p:cNvSpPr/>
          <p:nvPr/>
        </p:nvSpPr>
        <p:spPr>
          <a:xfrm>
            <a:off x="898416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3" name="Shape 45"/>
          <p:cNvSpPr/>
          <p:nvPr/>
        </p:nvSpPr>
        <p:spPr>
          <a:xfrm>
            <a:off x="1035576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Shape 46"/>
          <p:cNvSpPr/>
          <p:nvPr/>
        </p:nvSpPr>
        <p:spPr>
          <a:xfrm>
            <a:off x="10721520" y="2423160"/>
            <a:ext cx="636120" cy="6361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5" name="Text 47"/>
          <p:cNvSpPr/>
          <p:nvPr/>
        </p:nvSpPr>
        <p:spPr>
          <a:xfrm>
            <a:off x="10721520" y="2351160"/>
            <a:ext cx="63612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 48"/>
          <p:cNvSpPr/>
          <p:nvPr/>
        </p:nvSpPr>
        <p:spPr>
          <a:xfrm>
            <a:off x="1040148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 49"/>
          <p:cNvSpPr/>
          <p:nvPr/>
        </p:nvSpPr>
        <p:spPr>
          <a:xfrm>
            <a:off x="1040148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Shape 50"/>
          <p:cNvSpPr/>
          <p:nvPr/>
        </p:nvSpPr>
        <p:spPr>
          <a:xfrm>
            <a:off x="548640" y="4754880"/>
            <a:ext cx="11060280" cy="155052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9" name="Text 51"/>
          <p:cNvSpPr/>
          <p:nvPr/>
        </p:nvSpPr>
        <p:spPr>
          <a:xfrm>
            <a:off x="731520" y="4846320"/>
            <a:ext cx="5482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0" name="Text 52"/>
          <p:cNvSpPr/>
          <p:nvPr/>
        </p:nvSpPr>
        <p:spPr>
          <a:xfrm>
            <a:off x="731520" y="512064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1" name="Text 53"/>
          <p:cNvSpPr/>
          <p:nvPr/>
        </p:nvSpPr>
        <p:spPr>
          <a:xfrm>
            <a:off x="731520" y="531252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54"/>
          <p:cNvSpPr/>
          <p:nvPr/>
        </p:nvSpPr>
        <p:spPr>
          <a:xfrm>
            <a:off x="731520" y="550476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Text 55"/>
          <p:cNvSpPr/>
          <p:nvPr/>
        </p:nvSpPr>
        <p:spPr>
          <a:xfrm>
            <a:off x="731520" y="569664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4" name="Text 56"/>
          <p:cNvSpPr/>
          <p:nvPr/>
        </p:nvSpPr>
        <p:spPr>
          <a:xfrm>
            <a:off x="731520" y="588888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5" name="Text 57"/>
          <p:cNvSpPr/>
          <p:nvPr/>
        </p:nvSpPr>
        <p:spPr>
          <a:xfrm>
            <a:off x="731520" y="608076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7" name="Text 58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8" name="Text 59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0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Rectangle 4"/>
          <p:cNvSpPr/>
          <p:nvPr/>
        </p:nvSpPr>
        <p:spPr>
          <a:xfrm>
            <a:off x="685800" y="2011680"/>
            <a:ext cx="166068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3" name="Rectangle 5"/>
          <p:cNvSpPr/>
          <p:nvPr/>
        </p:nvSpPr>
        <p:spPr>
          <a:xfrm>
            <a:off x="685800" y="2011680"/>
            <a:ext cx="1660680" cy="691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4" name="TextBox 6"/>
          <p:cNvSpPr/>
          <p:nvPr/>
        </p:nvSpPr>
        <p:spPr>
          <a:xfrm>
            <a:off x="685800" y="2194560"/>
            <a:ext cx="16606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Box 7"/>
          <p:cNvSpPr/>
          <p:nvPr/>
        </p:nvSpPr>
        <p:spPr>
          <a:xfrm>
            <a:off x="685800" y="2743200"/>
            <a:ext cx="1660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Box 8"/>
          <p:cNvSpPr/>
          <p:nvPr/>
        </p:nvSpPr>
        <p:spPr>
          <a:xfrm>
            <a:off x="685800" y="2971800"/>
            <a:ext cx="16606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Box 9"/>
          <p:cNvSpPr/>
          <p:nvPr/>
        </p:nvSpPr>
        <p:spPr>
          <a:xfrm>
            <a:off x="229896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Rectangle 10"/>
          <p:cNvSpPr/>
          <p:nvPr/>
        </p:nvSpPr>
        <p:spPr>
          <a:xfrm>
            <a:off x="2502360" y="2011680"/>
            <a:ext cx="166068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9" name="Rectangle 11"/>
          <p:cNvSpPr/>
          <p:nvPr/>
        </p:nvSpPr>
        <p:spPr>
          <a:xfrm>
            <a:off x="2502360" y="2011680"/>
            <a:ext cx="1660680" cy="69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0" name="TextBox 12"/>
          <p:cNvSpPr/>
          <p:nvPr/>
        </p:nvSpPr>
        <p:spPr>
          <a:xfrm>
            <a:off x="2502360" y="2194560"/>
            <a:ext cx="16606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Box 13"/>
          <p:cNvSpPr/>
          <p:nvPr/>
        </p:nvSpPr>
        <p:spPr>
          <a:xfrm>
            <a:off x="2502360" y="2743200"/>
            <a:ext cx="1660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Box 14"/>
          <p:cNvSpPr/>
          <p:nvPr/>
        </p:nvSpPr>
        <p:spPr>
          <a:xfrm>
            <a:off x="2502360" y="2971800"/>
            <a:ext cx="16606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intégration Git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Box 15"/>
          <p:cNvSpPr/>
          <p:nvPr/>
        </p:nvSpPr>
        <p:spPr>
          <a:xfrm>
            <a:off x="411552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Rectangle 16"/>
          <p:cNvSpPr/>
          <p:nvPr/>
        </p:nvSpPr>
        <p:spPr>
          <a:xfrm>
            <a:off x="4318560" y="2011680"/>
            <a:ext cx="166104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5" name="Rectangle 17"/>
          <p:cNvSpPr/>
          <p:nvPr/>
        </p:nvSpPr>
        <p:spPr>
          <a:xfrm>
            <a:off x="4318560" y="2011680"/>
            <a:ext cx="1661040" cy="69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6" name="TextBox 18"/>
          <p:cNvSpPr/>
          <p:nvPr/>
        </p:nvSpPr>
        <p:spPr>
          <a:xfrm>
            <a:off x="4318560" y="2194560"/>
            <a:ext cx="16610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Box 19"/>
          <p:cNvSpPr/>
          <p:nvPr/>
        </p:nvSpPr>
        <p:spPr>
          <a:xfrm>
            <a:off x="4318560" y="2743200"/>
            <a:ext cx="1661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Box 20"/>
          <p:cNvSpPr/>
          <p:nvPr/>
        </p:nvSpPr>
        <p:spPr>
          <a:xfrm>
            <a:off x="4318560" y="2971800"/>
            <a:ext cx="16610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Box 21"/>
          <p:cNvSpPr/>
          <p:nvPr/>
        </p:nvSpPr>
        <p:spPr>
          <a:xfrm>
            <a:off x="5932080" y="2514600"/>
            <a:ext cx="197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Rectangle 22"/>
          <p:cNvSpPr/>
          <p:nvPr/>
        </p:nvSpPr>
        <p:spPr>
          <a:xfrm>
            <a:off x="6135120" y="2011680"/>
            <a:ext cx="166104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1" name="Rectangle 23"/>
          <p:cNvSpPr/>
          <p:nvPr/>
        </p:nvSpPr>
        <p:spPr>
          <a:xfrm>
            <a:off x="6135120" y="2011680"/>
            <a:ext cx="1661040" cy="69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Box 24"/>
          <p:cNvSpPr/>
          <p:nvPr/>
        </p:nvSpPr>
        <p:spPr>
          <a:xfrm>
            <a:off x="6135120" y="2194560"/>
            <a:ext cx="16610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TextBox 25"/>
          <p:cNvSpPr/>
          <p:nvPr/>
        </p:nvSpPr>
        <p:spPr>
          <a:xfrm>
            <a:off x="6135120" y="2743200"/>
            <a:ext cx="1661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4" name="TextBox 26"/>
          <p:cNvSpPr/>
          <p:nvPr/>
        </p:nvSpPr>
        <p:spPr>
          <a:xfrm>
            <a:off x="6135120" y="2971800"/>
            <a:ext cx="16610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Box 27"/>
          <p:cNvSpPr/>
          <p:nvPr/>
        </p:nvSpPr>
        <p:spPr>
          <a:xfrm>
            <a:off x="774864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Rectangle 28"/>
          <p:cNvSpPr/>
          <p:nvPr/>
        </p:nvSpPr>
        <p:spPr>
          <a:xfrm>
            <a:off x="7951680" y="2011680"/>
            <a:ext cx="166068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Rectangle 29"/>
          <p:cNvSpPr/>
          <p:nvPr/>
        </p:nvSpPr>
        <p:spPr>
          <a:xfrm>
            <a:off x="7951680" y="2011680"/>
            <a:ext cx="1660680" cy="6912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8" name="TextBox 30"/>
          <p:cNvSpPr/>
          <p:nvPr/>
        </p:nvSpPr>
        <p:spPr>
          <a:xfrm>
            <a:off x="7951680" y="2194560"/>
            <a:ext cx="16606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TextBox 31"/>
          <p:cNvSpPr/>
          <p:nvPr/>
        </p:nvSpPr>
        <p:spPr>
          <a:xfrm>
            <a:off x="7951680" y="2743200"/>
            <a:ext cx="1660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0" name="TextBox 32"/>
          <p:cNvSpPr/>
          <p:nvPr/>
        </p:nvSpPr>
        <p:spPr>
          <a:xfrm>
            <a:off x="7951680" y="2971800"/>
            <a:ext cx="16606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Box 33"/>
          <p:cNvSpPr/>
          <p:nvPr/>
        </p:nvSpPr>
        <p:spPr>
          <a:xfrm>
            <a:off x="956520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Rectangle 34"/>
          <p:cNvSpPr/>
          <p:nvPr/>
        </p:nvSpPr>
        <p:spPr>
          <a:xfrm>
            <a:off x="9768240" y="2011680"/>
            <a:ext cx="166068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Rectangle 35"/>
          <p:cNvSpPr/>
          <p:nvPr/>
        </p:nvSpPr>
        <p:spPr>
          <a:xfrm>
            <a:off x="9768240" y="2011680"/>
            <a:ext cx="1660680" cy="691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4" name="TextBox 36"/>
          <p:cNvSpPr/>
          <p:nvPr/>
        </p:nvSpPr>
        <p:spPr>
          <a:xfrm>
            <a:off x="9768240" y="2194560"/>
            <a:ext cx="16606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TextBox 37"/>
          <p:cNvSpPr/>
          <p:nvPr/>
        </p:nvSpPr>
        <p:spPr>
          <a:xfrm>
            <a:off x="9768240" y="2743200"/>
            <a:ext cx="1660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6" name="TextBox 38"/>
          <p:cNvSpPr/>
          <p:nvPr/>
        </p:nvSpPr>
        <p:spPr>
          <a:xfrm>
            <a:off x="9768240" y="2971800"/>
            <a:ext cx="16606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Rectangle 39"/>
          <p:cNvSpPr/>
          <p:nvPr/>
        </p:nvSpPr>
        <p:spPr>
          <a:xfrm>
            <a:off x="548640" y="3749040"/>
            <a:ext cx="6854040" cy="2464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8" name="Oval 40"/>
          <p:cNvSpPr/>
          <p:nvPr/>
        </p:nvSpPr>
        <p:spPr>
          <a:xfrm>
            <a:off x="777240" y="3931920"/>
            <a:ext cx="133200" cy="1332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Oval 41"/>
          <p:cNvSpPr/>
          <p:nvPr/>
        </p:nvSpPr>
        <p:spPr>
          <a:xfrm>
            <a:off x="960120" y="3931920"/>
            <a:ext cx="133200" cy="1332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0" name="Oval 42"/>
          <p:cNvSpPr/>
          <p:nvPr/>
        </p:nvSpPr>
        <p:spPr>
          <a:xfrm>
            <a:off x="1143000" y="3931920"/>
            <a:ext cx="133200" cy="1332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1" name="TextBox 43"/>
          <p:cNvSpPr/>
          <p:nvPr/>
        </p:nvSpPr>
        <p:spPr>
          <a:xfrm>
            <a:off x="1371600" y="3840480"/>
            <a:ext cx="5939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Flux de déploiement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2" name="TextBox 44"/>
          <p:cNvSpPr/>
          <p:nvPr/>
        </p:nvSpPr>
        <p:spPr>
          <a:xfrm>
            <a:off x="777240" y="429768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push vers main → Vercel build automatique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Box 45"/>
          <p:cNvSpPr/>
          <p:nvPr/>
        </p:nvSpPr>
        <p:spPr>
          <a:xfrm>
            <a:off x="777240" y="449892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4" name="TextBox 46"/>
          <p:cNvSpPr/>
          <p:nvPr/>
        </p:nvSpPr>
        <p:spPr>
          <a:xfrm>
            <a:off x="777240" y="470016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Box 47"/>
          <p:cNvSpPr/>
          <p:nvPr/>
        </p:nvSpPr>
        <p:spPr>
          <a:xfrm>
            <a:off x="777240" y="490104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TextBox 48"/>
          <p:cNvSpPr/>
          <p:nvPr/>
        </p:nvSpPr>
        <p:spPr>
          <a:xfrm>
            <a:off x="777240" y="510228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7" name="TextBox 49"/>
          <p:cNvSpPr/>
          <p:nvPr/>
        </p:nvSpPr>
        <p:spPr>
          <a:xfrm>
            <a:off x="777240" y="530352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8" name="TextBox 50"/>
          <p:cNvSpPr/>
          <p:nvPr/>
        </p:nvSpPr>
        <p:spPr>
          <a:xfrm>
            <a:off x="777240" y="550476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9" name="TextBox 51"/>
          <p:cNvSpPr/>
          <p:nvPr/>
        </p:nvSpPr>
        <p:spPr>
          <a:xfrm>
            <a:off x="777240" y="570600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0" name="Rectangle 52"/>
          <p:cNvSpPr/>
          <p:nvPr/>
        </p:nvSpPr>
        <p:spPr>
          <a:xfrm>
            <a:off x="8092440" y="3749040"/>
            <a:ext cx="3516480" cy="24649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Box 53"/>
          <p:cNvSpPr/>
          <p:nvPr/>
        </p:nvSpPr>
        <p:spPr>
          <a:xfrm>
            <a:off x="8275320" y="38404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Oval 54"/>
          <p:cNvSpPr/>
          <p:nvPr/>
        </p:nvSpPr>
        <p:spPr>
          <a:xfrm>
            <a:off x="8275320" y="429768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3" name="TextBox 55"/>
          <p:cNvSpPr/>
          <p:nvPr/>
        </p:nvSpPr>
        <p:spPr>
          <a:xfrm>
            <a:off x="8275320" y="4379400"/>
            <a:ext cx="4075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Box 56"/>
          <p:cNvSpPr/>
          <p:nvPr/>
        </p:nvSpPr>
        <p:spPr>
          <a:xfrm>
            <a:off x="8814240" y="4359960"/>
            <a:ext cx="2647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Oval 57"/>
          <p:cNvSpPr/>
          <p:nvPr/>
        </p:nvSpPr>
        <p:spPr>
          <a:xfrm>
            <a:off x="8275320" y="493776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6" name="TextBox 58"/>
          <p:cNvSpPr/>
          <p:nvPr/>
        </p:nvSpPr>
        <p:spPr>
          <a:xfrm>
            <a:off x="8275320" y="49377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Box 59"/>
          <p:cNvSpPr/>
          <p:nvPr/>
        </p:nvSpPr>
        <p:spPr>
          <a:xfrm>
            <a:off x="8814240" y="500004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Oval 60"/>
          <p:cNvSpPr/>
          <p:nvPr/>
        </p:nvSpPr>
        <p:spPr>
          <a:xfrm>
            <a:off x="8275320" y="5577840"/>
            <a:ext cx="407520" cy="40752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9" name="TextBox 61"/>
          <p:cNvSpPr/>
          <p:nvPr/>
        </p:nvSpPr>
        <p:spPr>
          <a:xfrm>
            <a:off x="8275320" y="55778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Box 62"/>
          <p:cNvSpPr/>
          <p:nvPr/>
        </p:nvSpPr>
        <p:spPr>
          <a:xfrm>
            <a:off x="8814240" y="567612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Box 6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Box 6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5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DOCKER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Dockerfile multi-stage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Rectangle 4"/>
          <p:cNvSpPr/>
          <p:nvPr/>
        </p:nvSpPr>
        <p:spPr>
          <a:xfrm>
            <a:off x="548640" y="1691640"/>
            <a:ext cx="73112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8" name="Oval 5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9" name="Oval 6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0" name="Oval 7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1" name="TextBox 8"/>
          <p:cNvSpPr/>
          <p:nvPr/>
        </p:nvSpPr>
        <p:spPr>
          <a:xfrm>
            <a:off x="1371600" y="1783080"/>
            <a:ext cx="63968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Box 9"/>
          <p:cNvSpPr/>
          <p:nvPr/>
        </p:nvSpPr>
        <p:spPr>
          <a:xfrm>
            <a:off x="777240" y="21945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# Stage 1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Box 11"/>
          <p:cNvSpPr/>
          <p:nvPr/>
        </p:nvSpPr>
        <p:spPr>
          <a:xfrm>
            <a:off x="777240" y="23774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TextBox 12"/>
          <p:cNvSpPr/>
          <p:nvPr/>
        </p:nvSpPr>
        <p:spPr>
          <a:xfrm>
            <a:off x="777240" y="25603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5" name="TextBox 13"/>
          <p:cNvSpPr/>
          <p:nvPr/>
        </p:nvSpPr>
        <p:spPr>
          <a:xfrm>
            <a:off x="777240" y="27432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TextBox 15"/>
          <p:cNvSpPr/>
          <p:nvPr/>
        </p:nvSpPr>
        <p:spPr>
          <a:xfrm>
            <a:off x="777240" y="29260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RUN bun install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7" name="TextBox 16"/>
          <p:cNvSpPr/>
          <p:nvPr/>
        </p:nvSpPr>
        <p:spPr>
          <a:xfrm>
            <a:off x="777240" y="31089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RUN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Box 17"/>
          <p:cNvSpPr/>
          <p:nvPr/>
        </p:nvSpPr>
        <p:spPr>
          <a:xfrm>
            <a:off x="777240" y="32918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RUN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TextBox 18"/>
          <p:cNvSpPr/>
          <p:nvPr/>
        </p:nvSpPr>
        <p:spPr>
          <a:xfrm>
            <a:off x="777240" y="34747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# Stage 2 —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0" name="TextBox 20"/>
          <p:cNvSpPr/>
          <p:nvPr/>
        </p:nvSpPr>
        <p:spPr>
          <a:xfrm>
            <a:off x="777240" y="36576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FROM oven/bun:1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Box 21"/>
          <p:cNvSpPr/>
          <p:nvPr/>
        </p:nvSpPr>
        <p:spPr>
          <a:xfrm>
            <a:off x="777240" y="38404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TextBox 23"/>
          <p:cNvSpPr/>
          <p:nvPr/>
        </p:nvSpPr>
        <p:spPr>
          <a:xfrm>
            <a:off x="777240" y="40233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3" name="TextBox 24"/>
          <p:cNvSpPr/>
          <p:nvPr/>
        </p:nvSpPr>
        <p:spPr>
          <a:xfrm>
            <a:off x="777240" y="42062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Box 26"/>
          <p:cNvSpPr/>
          <p:nvPr/>
        </p:nvSpPr>
        <p:spPr>
          <a:xfrm>
            <a:off x="777240" y="43891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CMD ["sh", "-c", "prisma migrate deploy &amp;&amp; bun 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TextBox 27"/>
          <p:cNvSpPr/>
          <p:nvPr/>
        </p:nvSpPr>
        <p:spPr>
          <a:xfrm>
            <a:off x="777240" y="45720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6" name="TextBox 29"/>
          <p:cNvSpPr/>
          <p:nvPr/>
        </p:nvSpPr>
        <p:spPr>
          <a:xfrm>
            <a:off x="777240" y="47548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Box 30"/>
          <p:cNvSpPr/>
          <p:nvPr/>
        </p:nvSpPr>
        <p:spPr>
          <a:xfrm>
            <a:off x="777240" y="49377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TextBox 32"/>
          <p:cNvSpPr/>
          <p:nvPr/>
        </p:nvSpPr>
        <p:spPr>
          <a:xfrm>
            <a:off x="777240" y="51206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9" name="TextBox 33"/>
          <p:cNvSpPr/>
          <p:nvPr/>
        </p:nvSpPr>
        <p:spPr>
          <a:xfrm>
            <a:off x="777240" y="53035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Box 35"/>
          <p:cNvSpPr/>
          <p:nvPr/>
        </p:nvSpPr>
        <p:spPr>
          <a:xfrm>
            <a:off x="777240" y="54864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TextBox 36"/>
          <p:cNvSpPr/>
          <p:nvPr/>
        </p:nvSpPr>
        <p:spPr>
          <a:xfrm>
            <a:off x="777240" y="56692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2" name="TextBox 38"/>
          <p:cNvSpPr/>
          <p:nvPr/>
        </p:nvSpPr>
        <p:spPr>
          <a:xfrm>
            <a:off x="777240" y="58521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Box 39"/>
          <p:cNvSpPr/>
          <p:nvPr/>
        </p:nvSpPr>
        <p:spPr>
          <a:xfrm>
            <a:off x="777240" y="60350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4" name="Rectangle 40"/>
          <p:cNvSpPr/>
          <p:nvPr/>
        </p:nvSpPr>
        <p:spPr>
          <a:xfrm>
            <a:off x="8092440" y="1691640"/>
            <a:ext cx="3516480" cy="4568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5" name="TextBox 41"/>
          <p:cNvSpPr/>
          <p:nvPr/>
        </p:nvSpPr>
        <p:spPr>
          <a:xfrm>
            <a:off x="8275320" y="17830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Pourquoi multi-stage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Oval 42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7" name="TextBox 43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Box 44"/>
          <p:cNvSpPr/>
          <p:nvPr/>
        </p:nvSpPr>
        <p:spPr>
          <a:xfrm>
            <a:off x="8814240" y="2302560"/>
            <a:ext cx="2647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builder : compile + génère les artefacts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Oval 45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TextBox 46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1" name="TextBox 47"/>
          <p:cNvSpPr/>
          <p:nvPr/>
        </p:nvSpPr>
        <p:spPr>
          <a:xfrm>
            <a:off x="8814240" y="294264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runner : image finale légère (sans devDeps)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2" name="Oval 48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3" name="TextBox 49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4" name="TextBox 50"/>
          <p:cNvSpPr/>
          <p:nvPr/>
        </p:nvSpPr>
        <p:spPr>
          <a:xfrm>
            <a:off x="8814240" y="358272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Image ~400 MB vs ~1 GB sans multi-stage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Oval 51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6" name="TextBox 52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TextBox 53"/>
          <p:cNvSpPr/>
          <p:nvPr/>
        </p:nvSpPr>
        <p:spPr>
          <a:xfrm>
            <a:off x="8814240" y="422280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Sécurité : pas de secrets ou devtools en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8" name="Oval 54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9" name="TextBox 55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Box 56"/>
          <p:cNvSpPr/>
          <p:nvPr/>
        </p:nvSpPr>
        <p:spPr>
          <a:xfrm>
            <a:off x="8814240" y="486288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Reproductibilité : même image local et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Oval 57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Box 58"/>
          <p:cNvSpPr/>
          <p:nvPr/>
        </p:nvSpPr>
        <p:spPr>
          <a:xfrm>
            <a:off x="8275320" y="54406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Box 59"/>
          <p:cNvSpPr/>
          <p:nvPr/>
        </p:nvSpPr>
        <p:spPr>
          <a:xfrm>
            <a:off x="8814240" y="553896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Rollback facile : image versionnée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Box 6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TextBox 6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0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DOCKER COMPOSE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Deux profils — dev &amp; prod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0" name="Rectangle 4"/>
          <p:cNvSpPr/>
          <p:nvPr/>
        </p:nvSpPr>
        <p:spPr>
          <a:xfrm>
            <a:off x="548640" y="1691640"/>
            <a:ext cx="36536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1" name="Rectangle 5"/>
          <p:cNvSpPr/>
          <p:nvPr/>
        </p:nvSpPr>
        <p:spPr>
          <a:xfrm>
            <a:off x="548640" y="1691640"/>
            <a:ext cx="3653640" cy="87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2" name="TextBox 6"/>
          <p:cNvSpPr/>
          <p:nvPr/>
        </p:nvSpPr>
        <p:spPr>
          <a:xfrm>
            <a:off x="731520" y="1965960"/>
            <a:ext cx="72756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TextBox 7"/>
          <p:cNvSpPr/>
          <p:nvPr/>
        </p:nvSpPr>
        <p:spPr>
          <a:xfrm>
            <a:off x="1508760" y="196596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Profil dev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4" name="TextBox 8"/>
          <p:cNvSpPr/>
          <p:nvPr/>
        </p:nvSpPr>
        <p:spPr>
          <a:xfrm>
            <a:off x="1508760" y="2331720"/>
            <a:ext cx="2510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Développement local avec hot-reload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Rectangle 9"/>
          <p:cNvSpPr/>
          <p:nvPr/>
        </p:nvSpPr>
        <p:spPr>
          <a:xfrm>
            <a:off x="731520" y="2788920"/>
            <a:ext cx="3287880" cy="4532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6" name="TextBox 10"/>
          <p:cNvSpPr/>
          <p:nvPr/>
        </p:nvSpPr>
        <p:spPr>
          <a:xfrm>
            <a:off x="822960" y="2853000"/>
            <a:ext cx="3105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+ watch + polling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TextBox 11"/>
          <p:cNvSpPr/>
          <p:nvPr/>
        </p:nvSpPr>
        <p:spPr>
          <a:xfrm>
            <a:off x="777240" y="352044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8" name="TextBox 12"/>
          <p:cNvSpPr/>
          <p:nvPr/>
        </p:nvSpPr>
        <p:spPr>
          <a:xfrm>
            <a:off x="777240" y="377640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docker-compose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Box 13"/>
          <p:cNvSpPr/>
          <p:nvPr/>
        </p:nvSpPr>
        <p:spPr>
          <a:xfrm>
            <a:off x="777240" y="403236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--profile dev up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Box 14"/>
          <p:cNvSpPr/>
          <p:nvPr/>
        </p:nvSpPr>
        <p:spPr>
          <a:xfrm>
            <a:off x="777240" y="428868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TextBox 15"/>
          <p:cNvSpPr/>
          <p:nvPr/>
        </p:nvSpPr>
        <p:spPr>
          <a:xfrm>
            <a:off x="731520" y="49834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2" name="TextBox 16"/>
          <p:cNvSpPr/>
          <p:nvPr/>
        </p:nvSpPr>
        <p:spPr>
          <a:xfrm>
            <a:off x="73152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App sur localhost:3000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3" name="TextBox 17"/>
          <p:cNvSpPr/>
          <p:nvPr/>
        </p:nvSpPr>
        <p:spPr>
          <a:xfrm>
            <a:off x="731520" y="56235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volume monté, hot reload actif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4" name="Rectangle 18"/>
          <p:cNvSpPr/>
          <p:nvPr/>
        </p:nvSpPr>
        <p:spPr>
          <a:xfrm>
            <a:off x="4343400" y="1691640"/>
            <a:ext cx="36536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5" name="Rectangle 19"/>
          <p:cNvSpPr/>
          <p:nvPr/>
        </p:nvSpPr>
        <p:spPr>
          <a:xfrm>
            <a:off x="4343400" y="1691640"/>
            <a:ext cx="3653640" cy="87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Box 20"/>
          <p:cNvSpPr/>
          <p:nvPr/>
        </p:nvSpPr>
        <p:spPr>
          <a:xfrm>
            <a:off x="4526280" y="1965960"/>
            <a:ext cx="72756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Box 21"/>
          <p:cNvSpPr/>
          <p:nvPr/>
        </p:nvSpPr>
        <p:spPr>
          <a:xfrm>
            <a:off x="5303520" y="196596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Profil prod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Box 22"/>
          <p:cNvSpPr/>
          <p:nvPr/>
        </p:nvSpPr>
        <p:spPr>
          <a:xfrm>
            <a:off x="5303520" y="2331720"/>
            <a:ext cx="2510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Image Docker multi-stage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Rectangle 23"/>
          <p:cNvSpPr/>
          <p:nvPr/>
        </p:nvSpPr>
        <p:spPr>
          <a:xfrm>
            <a:off x="4526280" y="2788920"/>
            <a:ext cx="3287880" cy="4532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Box 24"/>
          <p:cNvSpPr/>
          <p:nvPr/>
        </p:nvSpPr>
        <p:spPr>
          <a:xfrm>
            <a:off x="4617720" y="2853000"/>
            <a:ext cx="3105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standalone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Box 25"/>
          <p:cNvSpPr/>
          <p:nvPr/>
        </p:nvSpPr>
        <p:spPr>
          <a:xfrm>
            <a:off x="4572000" y="352044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Box 26"/>
          <p:cNvSpPr/>
          <p:nvPr/>
        </p:nvSpPr>
        <p:spPr>
          <a:xfrm>
            <a:off x="4572000" y="377640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docker-compose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TextBox 27"/>
          <p:cNvSpPr/>
          <p:nvPr/>
        </p:nvSpPr>
        <p:spPr>
          <a:xfrm>
            <a:off x="4572000" y="403236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--profile prod up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4" name="TextBox 28"/>
          <p:cNvSpPr/>
          <p:nvPr/>
        </p:nvSpPr>
        <p:spPr>
          <a:xfrm>
            <a:off x="4572000" y="428868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Box 29"/>
          <p:cNvSpPr/>
          <p:nvPr/>
        </p:nvSpPr>
        <p:spPr>
          <a:xfrm>
            <a:off x="4526280" y="49834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Box 30"/>
          <p:cNvSpPr/>
          <p:nvPr/>
        </p:nvSpPr>
        <p:spPr>
          <a:xfrm>
            <a:off x="452628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App sur localhost:3000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TextBox 31"/>
          <p:cNvSpPr/>
          <p:nvPr/>
        </p:nvSpPr>
        <p:spPr>
          <a:xfrm>
            <a:off x="4526280" y="56235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image de production identique au déployé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8" name="Rectangle 32"/>
          <p:cNvSpPr/>
          <p:nvPr/>
        </p:nvSpPr>
        <p:spPr>
          <a:xfrm>
            <a:off x="8138160" y="1691640"/>
            <a:ext cx="36536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9" name="Rectangle 33"/>
          <p:cNvSpPr/>
          <p:nvPr/>
        </p:nvSpPr>
        <p:spPr>
          <a:xfrm>
            <a:off x="8138160" y="1691640"/>
            <a:ext cx="3653640" cy="8748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0" name="TextBox 34"/>
          <p:cNvSpPr/>
          <p:nvPr/>
        </p:nvSpPr>
        <p:spPr>
          <a:xfrm>
            <a:off x="8321040" y="1965960"/>
            <a:ext cx="72756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Box 35"/>
          <p:cNvSpPr/>
          <p:nvPr/>
        </p:nvSpPr>
        <p:spPr>
          <a:xfrm>
            <a:off x="9098280" y="196596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Variables d'environnement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2" name="TextBox 36"/>
          <p:cNvSpPr/>
          <p:nvPr/>
        </p:nvSpPr>
        <p:spPr>
          <a:xfrm>
            <a:off x="9098280" y="2331720"/>
            <a:ext cx="2510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Fichier .env à la racine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Rectangle 37"/>
          <p:cNvSpPr/>
          <p:nvPr/>
        </p:nvSpPr>
        <p:spPr>
          <a:xfrm>
            <a:off x="8321040" y="2788920"/>
            <a:ext cx="3287880" cy="4532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4" name="TextBox 38"/>
          <p:cNvSpPr/>
          <p:nvPr/>
        </p:nvSpPr>
        <p:spPr>
          <a:xfrm>
            <a:off x="8412480" y="2853000"/>
            <a:ext cx="3105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DATABASE_URL, JWT_SECRET, REDIS_URL...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5" name="TextBox 39"/>
          <p:cNvSpPr/>
          <p:nvPr/>
        </p:nvSpPr>
        <p:spPr>
          <a:xfrm>
            <a:off x="8366760" y="352044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6" name="TextBox 40"/>
          <p:cNvSpPr/>
          <p:nvPr/>
        </p:nvSpPr>
        <p:spPr>
          <a:xfrm>
            <a:off x="8366760" y="377640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env_file: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Box 41"/>
          <p:cNvSpPr/>
          <p:nvPr/>
        </p:nvSpPr>
        <p:spPr>
          <a:xfrm>
            <a:off x="8366760" y="403236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- .env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Box 42"/>
          <p:cNvSpPr/>
          <p:nvPr/>
        </p:nvSpPr>
        <p:spPr>
          <a:xfrm>
            <a:off x="8366760" y="428868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Box 43"/>
          <p:cNvSpPr/>
          <p:nvPr/>
        </p:nvSpPr>
        <p:spPr>
          <a:xfrm>
            <a:off x="8321040" y="49834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Box 44"/>
          <p:cNvSpPr/>
          <p:nvPr/>
        </p:nvSpPr>
        <p:spPr>
          <a:xfrm>
            <a:off x="832104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Secrets jamais committés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Box 45"/>
          <p:cNvSpPr/>
          <p:nvPr/>
        </p:nvSpPr>
        <p:spPr>
          <a:xfrm>
            <a:off x="8321040" y="56235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via .gitignore + .env.example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Box 4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Box 4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8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9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0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1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2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8"/>
          <p:cNvSpPr/>
          <p:nvPr/>
        </p:nvSpPr>
        <p:spPr>
          <a:xfrm>
            <a:off x="777240" y="22402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9"/>
          <p:cNvSpPr/>
          <p:nvPr/>
        </p:nvSpPr>
        <p:spPr>
          <a:xfrm>
            <a:off x="777240" y="24141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Text 10"/>
          <p:cNvSpPr/>
          <p:nvPr/>
        </p:nvSpPr>
        <p:spPr>
          <a:xfrm>
            <a:off x="777240" y="25876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6" name="Text 11"/>
          <p:cNvSpPr/>
          <p:nvPr/>
        </p:nvSpPr>
        <p:spPr>
          <a:xfrm>
            <a:off x="777240" y="27615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Text 12"/>
          <p:cNvSpPr/>
          <p:nvPr/>
        </p:nvSpPr>
        <p:spPr>
          <a:xfrm>
            <a:off x="777240" y="29350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8" name="Text 13"/>
          <p:cNvSpPr/>
          <p:nvPr/>
        </p:nvSpPr>
        <p:spPr>
          <a:xfrm>
            <a:off x="777240" y="31089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14"/>
          <p:cNvSpPr/>
          <p:nvPr/>
        </p:nvSpPr>
        <p:spPr>
          <a:xfrm>
            <a:off x="777240" y="32828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15"/>
          <p:cNvSpPr/>
          <p:nvPr/>
        </p:nvSpPr>
        <p:spPr>
          <a:xfrm>
            <a:off x="777240" y="34563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Text 16"/>
          <p:cNvSpPr/>
          <p:nvPr/>
        </p:nvSpPr>
        <p:spPr>
          <a:xfrm>
            <a:off x="777240" y="36302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2" name="Text 17"/>
          <p:cNvSpPr/>
          <p:nvPr/>
        </p:nvSpPr>
        <p:spPr>
          <a:xfrm>
            <a:off x="777240" y="38037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18"/>
          <p:cNvSpPr/>
          <p:nvPr/>
        </p:nvSpPr>
        <p:spPr>
          <a:xfrm>
            <a:off x="777240" y="39776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19"/>
          <p:cNvSpPr/>
          <p:nvPr/>
        </p:nvSpPr>
        <p:spPr>
          <a:xfrm>
            <a:off x="777240" y="41515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Text 20"/>
          <p:cNvSpPr/>
          <p:nvPr/>
        </p:nvSpPr>
        <p:spPr>
          <a:xfrm>
            <a:off x="777240" y="43250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6" name="Text 21"/>
          <p:cNvSpPr/>
          <p:nvPr/>
        </p:nvSpPr>
        <p:spPr>
          <a:xfrm>
            <a:off x="777240" y="44989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22"/>
          <p:cNvSpPr/>
          <p:nvPr/>
        </p:nvSpPr>
        <p:spPr>
          <a:xfrm>
            <a:off x="777240" y="46724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23"/>
          <p:cNvSpPr/>
          <p:nvPr/>
        </p:nvSpPr>
        <p:spPr>
          <a:xfrm>
            <a:off x="777240" y="48463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Text 24"/>
          <p:cNvSpPr/>
          <p:nvPr/>
        </p:nvSpPr>
        <p:spPr>
          <a:xfrm>
            <a:off x="777240" y="50202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0" name="Text 25"/>
          <p:cNvSpPr/>
          <p:nvPr/>
        </p:nvSpPr>
        <p:spPr>
          <a:xfrm>
            <a:off x="777240" y="51937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26"/>
          <p:cNvSpPr/>
          <p:nvPr/>
        </p:nvSpPr>
        <p:spPr>
          <a:xfrm>
            <a:off x="777240" y="53676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27"/>
          <p:cNvSpPr/>
          <p:nvPr/>
        </p:nvSpPr>
        <p:spPr>
          <a:xfrm>
            <a:off x="777240" y="55411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Text 28"/>
          <p:cNvSpPr/>
          <p:nvPr/>
        </p:nvSpPr>
        <p:spPr>
          <a:xfrm>
            <a:off x="777240" y="57150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4" name="Text 29"/>
          <p:cNvSpPr/>
          <p:nvPr/>
        </p:nvSpPr>
        <p:spPr>
          <a:xfrm>
            <a:off x="777240" y="58888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Shape 30"/>
          <p:cNvSpPr/>
          <p:nvPr/>
        </p:nvSpPr>
        <p:spPr>
          <a:xfrm>
            <a:off x="8092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6" name="Text 31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7" name="Shape 32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8" name="Text 33"/>
          <p:cNvSpPr/>
          <p:nvPr/>
        </p:nvSpPr>
        <p:spPr>
          <a:xfrm>
            <a:off x="8275320" y="2136240"/>
            <a:ext cx="40752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34"/>
          <p:cNvSpPr/>
          <p:nvPr/>
        </p:nvSpPr>
        <p:spPr>
          <a:xfrm>
            <a:off x="8814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0" name="Shape 35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1" name="Text 36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Text 37"/>
          <p:cNvSpPr/>
          <p:nvPr/>
        </p:nvSpPr>
        <p:spPr>
          <a:xfrm>
            <a:off x="8814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3" name="Shape 38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39"/>
          <p:cNvSpPr/>
          <p:nvPr/>
        </p:nvSpPr>
        <p:spPr>
          <a:xfrm>
            <a:off x="8275320" y="348444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40"/>
          <p:cNvSpPr/>
          <p:nvPr/>
        </p:nvSpPr>
        <p:spPr>
          <a:xfrm>
            <a:off x="8814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41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42"/>
          <p:cNvSpPr/>
          <p:nvPr/>
        </p:nvSpPr>
        <p:spPr>
          <a:xfrm>
            <a:off x="8275320" y="412452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43"/>
          <p:cNvSpPr/>
          <p:nvPr/>
        </p:nvSpPr>
        <p:spPr>
          <a:xfrm>
            <a:off x="8814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44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45"/>
          <p:cNvSpPr/>
          <p:nvPr/>
        </p:nvSpPr>
        <p:spPr>
          <a:xfrm>
            <a:off x="8275320" y="4728600"/>
            <a:ext cx="40752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46"/>
          <p:cNvSpPr/>
          <p:nvPr/>
        </p:nvSpPr>
        <p:spPr>
          <a:xfrm>
            <a:off x="8814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47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48"/>
          <p:cNvSpPr/>
          <p:nvPr/>
        </p:nvSpPr>
        <p:spPr>
          <a:xfrm>
            <a:off x="8275320" y="54406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49"/>
          <p:cNvSpPr/>
          <p:nvPr/>
        </p:nvSpPr>
        <p:spPr>
          <a:xfrm>
            <a:off x="8814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0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6" name="Text 5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7" name="Text 5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8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9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0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1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2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3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4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5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Text 8"/>
          <p:cNvSpPr/>
          <p:nvPr/>
        </p:nvSpPr>
        <p:spPr>
          <a:xfrm>
            <a:off x="777240" y="22402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7" name="Text 9"/>
          <p:cNvSpPr/>
          <p:nvPr/>
        </p:nvSpPr>
        <p:spPr>
          <a:xfrm>
            <a:off x="777240" y="24141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8" name="Text 10"/>
          <p:cNvSpPr/>
          <p:nvPr/>
        </p:nvSpPr>
        <p:spPr>
          <a:xfrm>
            <a:off x="777240" y="25876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11"/>
          <p:cNvSpPr/>
          <p:nvPr/>
        </p:nvSpPr>
        <p:spPr>
          <a:xfrm>
            <a:off x="777240" y="27615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12"/>
          <p:cNvSpPr/>
          <p:nvPr/>
        </p:nvSpPr>
        <p:spPr>
          <a:xfrm>
            <a:off x="777240" y="29350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Text 13"/>
          <p:cNvSpPr/>
          <p:nvPr/>
        </p:nvSpPr>
        <p:spPr>
          <a:xfrm>
            <a:off x="777240" y="31089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2" name="Text 14"/>
          <p:cNvSpPr/>
          <p:nvPr/>
        </p:nvSpPr>
        <p:spPr>
          <a:xfrm>
            <a:off x="777240" y="32828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${DATABASE_URL}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15"/>
          <p:cNvSpPr/>
          <p:nvPr/>
        </p:nvSpPr>
        <p:spPr>
          <a:xfrm>
            <a:off x="777240" y="34563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UPSTASH_REDIS_REST_URL: ${UPSTASH_REDIS_REST_URL}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6"/>
          <p:cNvSpPr/>
          <p:nvPr/>
        </p:nvSpPr>
        <p:spPr>
          <a:xfrm>
            <a:off x="777240" y="36302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Text 17"/>
          <p:cNvSpPr/>
          <p:nvPr/>
        </p:nvSpPr>
        <p:spPr>
          <a:xfrm>
            <a:off x="777240" y="38037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env_file: [ .env 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6" name="Text 18"/>
          <p:cNvSpPr/>
          <p:nvPr/>
        </p:nvSpPr>
        <p:spPr>
          <a:xfrm>
            <a:off x="777240" y="39776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7" name="Text 19"/>
          <p:cNvSpPr/>
          <p:nvPr/>
        </p:nvSpPr>
        <p:spPr>
          <a:xfrm>
            <a:off x="777240" y="41515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20"/>
          <p:cNvSpPr/>
          <p:nvPr/>
        </p:nvSpPr>
        <p:spPr>
          <a:xfrm>
            <a:off x="777240" y="43250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Text 21"/>
          <p:cNvSpPr/>
          <p:nvPr/>
        </p:nvSpPr>
        <p:spPr>
          <a:xfrm>
            <a:off x="777240" y="44989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0" name="Text 22"/>
          <p:cNvSpPr/>
          <p:nvPr/>
        </p:nvSpPr>
        <p:spPr>
          <a:xfrm>
            <a:off x="777240" y="46724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1" name="Text 23"/>
          <p:cNvSpPr/>
          <p:nvPr/>
        </p:nvSpPr>
        <p:spPr>
          <a:xfrm>
            <a:off x="777240" y="48463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24"/>
          <p:cNvSpPr/>
          <p:nvPr/>
        </p:nvSpPr>
        <p:spPr>
          <a:xfrm>
            <a:off x="777240" y="50202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Text 25"/>
          <p:cNvSpPr/>
          <p:nvPr/>
        </p:nvSpPr>
        <p:spPr>
          <a:xfrm>
            <a:off x="777240" y="51937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4" name="Text 26"/>
          <p:cNvSpPr/>
          <p:nvPr/>
        </p:nvSpPr>
        <p:spPr>
          <a:xfrm>
            <a:off x="777240" y="53676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5" name="Text 27"/>
          <p:cNvSpPr/>
          <p:nvPr/>
        </p:nvSpPr>
        <p:spPr>
          <a:xfrm>
            <a:off x="777240" y="55411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8"/>
          <p:cNvSpPr/>
          <p:nvPr/>
        </p:nvSpPr>
        <p:spPr>
          <a:xfrm>
            <a:off x="777240" y="57150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Text 29"/>
          <p:cNvSpPr/>
          <p:nvPr/>
        </p:nvSpPr>
        <p:spPr>
          <a:xfrm>
            <a:off x="777240" y="58888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8" name="Shape 30"/>
          <p:cNvSpPr/>
          <p:nvPr/>
        </p:nvSpPr>
        <p:spPr>
          <a:xfrm>
            <a:off x="8128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31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Shape 32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1" name="Text 33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Text 34"/>
          <p:cNvSpPr/>
          <p:nvPr/>
        </p:nvSpPr>
        <p:spPr>
          <a:xfrm>
            <a:off x="8814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3" name="Shape 35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4" name="Text 36"/>
          <p:cNvSpPr/>
          <p:nvPr/>
        </p:nvSpPr>
        <p:spPr>
          <a:xfrm>
            <a:off x="8275320" y="284436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5" name="Text 37"/>
          <p:cNvSpPr/>
          <p:nvPr/>
        </p:nvSpPr>
        <p:spPr>
          <a:xfrm>
            <a:off x="8814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+ services cloud (Neon · Upstash)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8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9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Text 40"/>
          <p:cNvSpPr/>
          <p:nvPr/>
        </p:nvSpPr>
        <p:spPr>
          <a:xfrm>
            <a:off x="8814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9" name="Shape 41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0" name="Text 42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1" name="Text 43"/>
          <p:cNvSpPr/>
          <p:nvPr/>
        </p:nvSpPr>
        <p:spPr>
          <a:xfrm>
            <a:off x="8814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Shape 44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3" name="Text 45"/>
          <p:cNvSpPr/>
          <p:nvPr/>
        </p:nvSpPr>
        <p:spPr>
          <a:xfrm>
            <a:off x="8275320" y="4764600"/>
            <a:ext cx="4435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46"/>
          <p:cNvSpPr/>
          <p:nvPr/>
        </p:nvSpPr>
        <p:spPr>
          <a:xfrm>
            <a:off x="8814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47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Text 48"/>
          <p:cNvSpPr/>
          <p:nvPr/>
        </p:nvSpPr>
        <p:spPr>
          <a:xfrm>
            <a:off x="8275320" y="54406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7" name="Text 49"/>
          <p:cNvSpPr/>
          <p:nvPr/>
        </p:nvSpPr>
        <p:spPr>
          <a:xfrm>
            <a:off x="8814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9" name="Text 5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Text 5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4" name="Shape 3"/>
          <p:cNvSpPr/>
          <p:nvPr/>
        </p:nvSpPr>
        <p:spPr>
          <a:xfrm>
            <a:off x="480240" y="1691640"/>
            <a:ext cx="3699360" cy="42022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4"/>
          <p:cNvSpPr/>
          <p:nvPr/>
        </p:nvSpPr>
        <p:spPr>
          <a:xfrm>
            <a:off x="480240" y="1691640"/>
            <a:ext cx="3699360" cy="453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5"/>
          <p:cNvSpPr/>
          <p:nvPr/>
        </p:nvSpPr>
        <p:spPr>
          <a:xfrm>
            <a:off x="48024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Shape 6"/>
          <p:cNvSpPr/>
          <p:nvPr/>
        </p:nvSpPr>
        <p:spPr>
          <a:xfrm>
            <a:off x="708840" y="2331720"/>
            <a:ext cx="544680" cy="54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8" name="Text 7"/>
          <p:cNvSpPr/>
          <p:nvPr/>
        </p:nvSpPr>
        <p:spPr>
          <a:xfrm>
            <a:off x="708840" y="2331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9" name="Text 8"/>
          <p:cNvSpPr/>
          <p:nvPr/>
        </p:nvSpPr>
        <p:spPr>
          <a:xfrm>
            <a:off x="1348920" y="2331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0" name="Text 9"/>
          <p:cNvSpPr/>
          <p:nvPr/>
        </p:nvSpPr>
        <p:spPr>
          <a:xfrm>
            <a:off x="1348920" y="2651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Shape 10"/>
          <p:cNvSpPr/>
          <p:nvPr/>
        </p:nvSpPr>
        <p:spPr>
          <a:xfrm>
            <a:off x="708840" y="3474720"/>
            <a:ext cx="544680" cy="54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2" name="Text 11"/>
          <p:cNvSpPr/>
          <p:nvPr/>
        </p:nvSpPr>
        <p:spPr>
          <a:xfrm>
            <a:off x="708840" y="3474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3" name="Text 12"/>
          <p:cNvSpPr/>
          <p:nvPr/>
        </p:nvSpPr>
        <p:spPr>
          <a:xfrm>
            <a:off x="1348920" y="3474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4" name="Text 13"/>
          <p:cNvSpPr/>
          <p:nvPr/>
        </p:nvSpPr>
        <p:spPr>
          <a:xfrm>
            <a:off x="1348920" y="3794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Shape 14"/>
          <p:cNvSpPr/>
          <p:nvPr/>
        </p:nvSpPr>
        <p:spPr>
          <a:xfrm>
            <a:off x="708840" y="4617720"/>
            <a:ext cx="544680" cy="54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6" name="Text 15"/>
          <p:cNvSpPr/>
          <p:nvPr/>
        </p:nvSpPr>
        <p:spPr>
          <a:xfrm>
            <a:off x="708840" y="4617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7" name="Text 16"/>
          <p:cNvSpPr/>
          <p:nvPr/>
        </p:nvSpPr>
        <p:spPr>
          <a:xfrm>
            <a:off x="1348920" y="4617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8" name="Text 17"/>
          <p:cNvSpPr/>
          <p:nvPr/>
        </p:nvSpPr>
        <p:spPr>
          <a:xfrm>
            <a:off x="1348920" y="4937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0" name="Shape 19"/>
          <p:cNvSpPr/>
          <p:nvPr/>
        </p:nvSpPr>
        <p:spPr>
          <a:xfrm>
            <a:off x="4229280" y="1691640"/>
            <a:ext cx="3699360" cy="42022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1" name="Shape 20"/>
          <p:cNvSpPr/>
          <p:nvPr/>
        </p:nvSpPr>
        <p:spPr>
          <a:xfrm>
            <a:off x="4229280" y="1691640"/>
            <a:ext cx="3699360" cy="4532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1"/>
          <p:cNvSpPr/>
          <p:nvPr/>
        </p:nvSpPr>
        <p:spPr>
          <a:xfrm>
            <a:off x="422928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22"/>
          <p:cNvSpPr/>
          <p:nvPr/>
        </p:nvSpPr>
        <p:spPr>
          <a:xfrm>
            <a:off x="4457880" y="2331720"/>
            <a:ext cx="544680" cy="54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23"/>
          <p:cNvSpPr/>
          <p:nvPr/>
        </p:nvSpPr>
        <p:spPr>
          <a:xfrm>
            <a:off x="4457880" y="2259720"/>
            <a:ext cx="54468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Text 24"/>
          <p:cNvSpPr/>
          <p:nvPr/>
        </p:nvSpPr>
        <p:spPr>
          <a:xfrm>
            <a:off x="5097960" y="2331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auto sur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6" name="Text 25"/>
          <p:cNvSpPr/>
          <p:nvPr/>
        </p:nvSpPr>
        <p:spPr>
          <a:xfrm>
            <a:off x="5097960" y="2651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26"/>
          <p:cNvSpPr/>
          <p:nvPr/>
        </p:nvSpPr>
        <p:spPr>
          <a:xfrm>
            <a:off x="4457880" y="3474720"/>
            <a:ext cx="544680" cy="54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27"/>
          <p:cNvSpPr/>
          <p:nvPr/>
        </p:nvSpPr>
        <p:spPr>
          <a:xfrm>
            <a:off x="4457880" y="3474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9" name="Text 28"/>
          <p:cNvSpPr/>
          <p:nvPr/>
        </p:nvSpPr>
        <p:spPr>
          <a:xfrm>
            <a:off x="5097960" y="3474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0" name="Text 29"/>
          <p:cNvSpPr/>
          <p:nvPr/>
        </p:nvSpPr>
        <p:spPr>
          <a:xfrm>
            <a:off x="5097960" y="3794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Shape 30"/>
          <p:cNvSpPr/>
          <p:nvPr/>
        </p:nvSpPr>
        <p:spPr>
          <a:xfrm>
            <a:off x="4457880" y="4617720"/>
            <a:ext cx="544680" cy="54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2" name="Text 31"/>
          <p:cNvSpPr/>
          <p:nvPr/>
        </p:nvSpPr>
        <p:spPr>
          <a:xfrm>
            <a:off x="4457880" y="4617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32"/>
          <p:cNvSpPr/>
          <p:nvPr/>
        </p:nvSpPr>
        <p:spPr>
          <a:xfrm>
            <a:off x="5097960" y="4617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Text 33"/>
          <p:cNvSpPr/>
          <p:nvPr/>
        </p:nvSpPr>
        <p:spPr>
          <a:xfrm>
            <a:off x="5097960" y="4937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5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Shape 35"/>
          <p:cNvSpPr/>
          <p:nvPr/>
        </p:nvSpPr>
        <p:spPr>
          <a:xfrm>
            <a:off x="7978320" y="1691640"/>
            <a:ext cx="3699360" cy="42022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7" name="Shape 36"/>
          <p:cNvSpPr/>
          <p:nvPr/>
        </p:nvSpPr>
        <p:spPr>
          <a:xfrm>
            <a:off x="7978320" y="1691640"/>
            <a:ext cx="3699360" cy="4532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8" name="Text 37"/>
          <p:cNvSpPr/>
          <p:nvPr/>
        </p:nvSpPr>
        <p:spPr>
          <a:xfrm>
            <a:off x="797832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38"/>
          <p:cNvSpPr/>
          <p:nvPr/>
        </p:nvSpPr>
        <p:spPr>
          <a:xfrm>
            <a:off x="8206920" y="2331720"/>
            <a:ext cx="544680" cy="544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39"/>
          <p:cNvSpPr/>
          <p:nvPr/>
        </p:nvSpPr>
        <p:spPr>
          <a:xfrm>
            <a:off x="8206920" y="2259720"/>
            <a:ext cx="5446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40"/>
          <p:cNvSpPr/>
          <p:nvPr/>
        </p:nvSpPr>
        <p:spPr>
          <a:xfrm>
            <a:off x="8847000" y="2331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41"/>
          <p:cNvSpPr/>
          <p:nvPr/>
        </p:nvSpPr>
        <p:spPr>
          <a:xfrm>
            <a:off x="8847000" y="2651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42"/>
          <p:cNvSpPr/>
          <p:nvPr/>
        </p:nvSpPr>
        <p:spPr>
          <a:xfrm>
            <a:off x="8206920" y="3474720"/>
            <a:ext cx="544680" cy="544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Text 43"/>
          <p:cNvSpPr/>
          <p:nvPr/>
        </p:nvSpPr>
        <p:spPr>
          <a:xfrm>
            <a:off x="8206920" y="3402720"/>
            <a:ext cx="5446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5" name="Text 44"/>
          <p:cNvSpPr/>
          <p:nvPr/>
        </p:nvSpPr>
        <p:spPr>
          <a:xfrm>
            <a:off x="8847000" y="3474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45"/>
          <p:cNvSpPr/>
          <p:nvPr/>
        </p:nvSpPr>
        <p:spPr>
          <a:xfrm>
            <a:off x="8847000" y="3794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46"/>
          <p:cNvSpPr/>
          <p:nvPr/>
        </p:nvSpPr>
        <p:spPr>
          <a:xfrm>
            <a:off x="8206920" y="4617720"/>
            <a:ext cx="544680" cy="544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Text 47"/>
          <p:cNvSpPr/>
          <p:nvPr/>
        </p:nvSpPr>
        <p:spPr>
          <a:xfrm>
            <a:off x="8206920" y="4617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9" name="Text 48"/>
          <p:cNvSpPr/>
          <p:nvPr/>
        </p:nvSpPr>
        <p:spPr>
          <a:xfrm>
            <a:off x="8847000" y="4617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49"/>
          <p:cNvSpPr/>
          <p:nvPr/>
        </p:nvSpPr>
        <p:spPr>
          <a:xfrm>
            <a:off x="8847000" y="4937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50"/>
          <p:cNvSpPr/>
          <p:nvPr/>
        </p:nvSpPr>
        <p:spPr>
          <a:xfrm>
            <a:off x="548640" y="6035040"/>
            <a:ext cx="11060280" cy="27036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Text 51"/>
          <p:cNvSpPr/>
          <p:nvPr/>
        </p:nvSpPr>
        <p:spPr>
          <a:xfrm>
            <a:off x="777240" y="6035040"/>
            <a:ext cx="10603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4" name="Text 52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Text 53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9" name="Shape 3"/>
          <p:cNvSpPr/>
          <p:nvPr/>
        </p:nvSpPr>
        <p:spPr>
          <a:xfrm>
            <a:off x="548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0" name="Text 4"/>
          <p:cNvSpPr/>
          <p:nvPr/>
        </p:nvSpPr>
        <p:spPr>
          <a:xfrm>
            <a:off x="731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1" name="Text 5"/>
          <p:cNvSpPr/>
          <p:nvPr/>
        </p:nvSpPr>
        <p:spPr>
          <a:xfrm>
            <a:off x="777240" y="224028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Text 6"/>
          <p:cNvSpPr/>
          <p:nvPr/>
        </p:nvSpPr>
        <p:spPr>
          <a:xfrm>
            <a:off x="1280160" y="224028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3" name="Text 7"/>
          <p:cNvSpPr/>
          <p:nvPr/>
        </p:nvSpPr>
        <p:spPr>
          <a:xfrm>
            <a:off x="1280160" y="251460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Text 8"/>
          <p:cNvSpPr/>
          <p:nvPr/>
        </p:nvSpPr>
        <p:spPr>
          <a:xfrm>
            <a:off x="813240" y="288036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5" name="Text 9"/>
          <p:cNvSpPr/>
          <p:nvPr/>
        </p:nvSpPr>
        <p:spPr>
          <a:xfrm>
            <a:off x="1280160" y="288036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Text 10"/>
          <p:cNvSpPr/>
          <p:nvPr/>
        </p:nvSpPr>
        <p:spPr>
          <a:xfrm>
            <a:off x="1280160" y="315468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7" name="Text 11"/>
          <p:cNvSpPr/>
          <p:nvPr/>
        </p:nvSpPr>
        <p:spPr>
          <a:xfrm>
            <a:off x="777240" y="352044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8" name="Text 12"/>
          <p:cNvSpPr/>
          <p:nvPr/>
        </p:nvSpPr>
        <p:spPr>
          <a:xfrm>
            <a:off x="1280160" y="352044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9" name="Text 13"/>
          <p:cNvSpPr/>
          <p:nvPr/>
        </p:nvSpPr>
        <p:spPr>
          <a:xfrm>
            <a:off x="1280160" y="379476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14"/>
          <p:cNvSpPr/>
          <p:nvPr/>
        </p:nvSpPr>
        <p:spPr>
          <a:xfrm>
            <a:off x="813240" y="416052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1" name="Text 15"/>
          <p:cNvSpPr/>
          <p:nvPr/>
        </p:nvSpPr>
        <p:spPr>
          <a:xfrm>
            <a:off x="1280160" y="416052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6"/>
          <p:cNvSpPr/>
          <p:nvPr/>
        </p:nvSpPr>
        <p:spPr>
          <a:xfrm>
            <a:off x="1280160" y="443484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Text 17"/>
          <p:cNvSpPr/>
          <p:nvPr/>
        </p:nvSpPr>
        <p:spPr>
          <a:xfrm>
            <a:off x="777240" y="480060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4" name="Text 18"/>
          <p:cNvSpPr/>
          <p:nvPr/>
        </p:nvSpPr>
        <p:spPr>
          <a:xfrm>
            <a:off x="1280160" y="480060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5" name="Text 19"/>
          <p:cNvSpPr/>
          <p:nvPr/>
        </p:nvSpPr>
        <p:spPr>
          <a:xfrm>
            <a:off x="1280160" y="507492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20"/>
          <p:cNvSpPr/>
          <p:nvPr/>
        </p:nvSpPr>
        <p:spPr>
          <a:xfrm>
            <a:off x="813240" y="544068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21"/>
          <p:cNvSpPr/>
          <p:nvPr/>
        </p:nvSpPr>
        <p:spPr>
          <a:xfrm>
            <a:off x="1280160" y="544068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Text 22"/>
          <p:cNvSpPr/>
          <p:nvPr/>
        </p:nvSpPr>
        <p:spPr>
          <a:xfrm>
            <a:off x="1280160" y="571500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9" name="Shape 23"/>
          <p:cNvSpPr/>
          <p:nvPr/>
        </p:nvSpPr>
        <p:spPr>
          <a:xfrm>
            <a:off x="6263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0" name="Text 24"/>
          <p:cNvSpPr/>
          <p:nvPr/>
        </p:nvSpPr>
        <p:spPr>
          <a:xfrm>
            <a:off x="6446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Shape 25"/>
          <p:cNvSpPr/>
          <p:nvPr/>
        </p:nvSpPr>
        <p:spPr>
          <a:xfrm>
            <a:off x="6446520" y="224028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2" name="Text 26"/>
          <p:cNvSpPr/>
          <p:nvPr/>
        </p:nvSpPr>
        <p:spPr>
          <a:xfrm>
            <a:off x="6446520" y="224028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3" name="Text 27"/>
          <p:cNvSpPr/>
          <p:nvPr/>
        </p:nvSpPr>
        <p:spPr>
          <a:xfrm>
            <a:off x="7040880" y="231228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4" name="Text 28"/>
          <p:cNvSpPr/>
          <p:nvPr/>
        </p:nvSpPr>
        <p:spPr>
          <a:xfrm>
            <a:off x="7040880" y="247860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Shape 29"/>
          <p:cNvSpPr/>
          <p:nvPr/>
        </p:nvSpPr>
        <p:spPr>
          <a:xfrm>
            <a:off x="6446520" y="301752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6" name="Text 30"/>
          <p:cNvSpPr/>
          <p:nvPr/>
        </p:nvSpPr>
        <p:spPr>
          <a:xfrm>
            <a:off x="6446520" y="301752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7" name="Text 31"/>
          <p:cNvSpPr/>
          <p:nvPr/>
        </p:nvSpPr>
        <p:spPr>
          <a:xfrm>
            <a:off x="7040880" y="308952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8" name="Text 32"/>
          <p:cNvSpPr/>
          <p:nvPr/>
        </p:nvSpPr>
        <p:spPr>
          <a:xfrm>
            <a:off x="7040880" y="325584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Shape 33"/>
          <p:cNvSpPr/>
          <p:nvPr/>
        </p:nvSpPr>
        <p:spPr>
          <a:xfrm>
            <a:off x="6446520" y="379476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0" name="Text 34"/>
          <p:cNvSpPr/>
          <p:nvPr/>
        </p:nvSpPr>
        <p:spPr>
          <a:xfrm>
            <a:off x="6446520" y="379476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1" name="Text 35"/>
          <p:cNvSpPr/>
          <p:nvPr/>
        </p:nvSpPr>
        <p:spPr>
          <a:xfrm>
            <a:off x="7040880" y="383076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2" name="Text 36"/>
          <p:cNvSpPr/>
          <p:nvPr/>
        </p:nvSpPr>
        <p:spPr>
          <a:xfrm>
            <a:off x="7040880" y="403308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Shape 37"/>
          <p:cNvSpPr/>
          <p:nvPr/>
        </p:nvSpPr>
        <p:spPr>
          <a:xfrm>
            <a:off x="6446520" y="457200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4" name="Text 38"/>
          <p:cNvSpPr/>
          <p:nvPr/>
        </p:nvSpPr>
        <p:spPr>
          <a:xfrm>
            <a:off x="6446520" y="457200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5" name="Text 39"/>
          <p:cNvSpPr/>
          <p:nvPr/>
        </p:nvSpPr>
        <p:spPr>
          <a:xfrm>
            <a:off x="7040880" y="464400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6" name="Text 40"/>
          <p:cNvSpPr/>
          <p:nvPr/>
        </p:nvSpPr>
        <p:spPr>
          <a:xfrm>
            <a:off x="7040880" y="481032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Shape 41"/>
          <p:cNvSpPr/>
          <p:nvPr/>
        </p:nvSpPr>
        <p:spPr>
          <a:xfrm>
            <a:off x="6446520" y="534924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8" name="Text 42"/>
          <p:cNvSpPr/>
          <p:nvPr/>
        </p:nvSpPr>
        <p:spPr>
          <a:xfrm>
            <a:off x="6446520" y="534924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Text 43"/>
          <p:cNvSpPr/>
          <p:nvPr/>
        </p:nvSpPr>
        <p:spPr>
          <a:xfrm>
            <a:off x="7040880" y="542124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0" name="Text 44"/>
          <p:cNvSpPr/>
          <p:nvPr/>
        </p:nvSpPr>
        <p:spPr>
          <a:xfrm>
            <a:off x="7040880" y="558756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2" name="Text 4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Text 4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7" name="Shape 3"/>
          <p:cNvSpPr/>
          <p:nvPr/>
        </p:nvSpPr>
        <p:spPr>
          <a:xfrm>
            <a:off x="548640" y="1691640"/>
            <a:ext cx="2693520" cy="164196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8" name="Text 4"/>
          <p:cNvSpPr/>
          <p:nvPr/>
        </p:nvSpPr>
        <p:spPr>
          <a:xfrm>
            <a:off x="548640" y="1783080"/>
            <a:ext cx="2693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5"/>
          <p:cNvSpPr/>
          <p:nvPr/>
        </p:nvSpPr>
        <p:spPr>
          <a:xfrm>
            <a:off x="548640" y="2697480"/>
            <a:ext cx="26935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0" name="Shape 6"/>
          <p:cNvSpPr/>
          <p:nvPr/>
        </p:nvSpPr>
        <p:spPr>
          <a:xfrm>
            <a:off x="3383280" y="1691640"/>
            <a:ext cx="2693520" cy="164196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1" name="Text 7"/>
          <p:cNvSpPr/>
          <p:nvPr/>
        </p:nvSpPr>
        <p:spPr>
          <a:xfrm>
            <a:off x="3383280" y="1783080"/>
            <a:ext cx="2693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Text 8"/>
          <p:cNvSpPr/>
          <p:nvPr/>
        </p:nvSpPr>
        <p:spPr>
          <a:xfrm>
            <a:off x="3383280" y="2697480"/>
            <a:ext cx="26935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3" name="Shape 9"/>
          <p:cNvSpPr/>
          <p:nvPr/>
        </p:nvSpPr>
        <p:spPr>
          <a:xfrm>
            <a:off x="6217920" y="1691640"/>
            <a:ext cx="2693520" cy="164196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Text 10"/>
          <p:cNvSpPr/>
          <p:nvPr/>
        </p:nvSpPr>
        <p:spPr>
          <a:xfrm>
            <a:off x="6217920" y="1783080"/>
            <a:ext cx="2693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5" name="Text 11"/>
          <p:cNvSpPr/>
          <p:nvPr/>
        </p:nvSpPr>
        <p:spPr>
          <a:xfrm>
            <a:off x="6217920" y="2697480"/>
            <a:ext cx="26935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Shape 12"/>
          <p:cNvSpPr/>
          <p:nvPr/>
        </p:nvSpPr>
        <p:spPr>
          <a:xfrm>
            <a:off x="9052560" y="1691640"/>
            <a:ext cx="2693520" cy="164196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7" name="Text 13"/>
          <p:cNvSpPr/>
          <p:nvPr/>
        </p:nvSpPr>
        <p:spPr>
          <a:xfrm>
            <a:off x="9052560" y="1783080"/>
            <a:ext cx="2693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Text 14"/>
          <p:cNvSpPr/>
          <p:nvPr/>
        </p:nvSpPr>
        <p:spPr>
          <a:xfrm>
            <a:off x="9052560" y="2697480"/>
            <a:ext cx="26935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9" name="Text 15"/>
          <p:cNvSpPr/>
          <p:nvPr/>
        </p:nvSpPr>
        <p:spPr>
          <a:xfrm>
            <a:off x="548640" y="3611880"/>
            <a:ext cx="109688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0" name="Shape 16"/>
          <p:cNvSpPr/>
          <p:nvPr/>
        </p:nvSpPr>
        <p:spPr>
          <a:xfrm>
            <a:off x="548640" y="3977640"/>
            <a:ext cx="5528160" cy="232776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381" name="Chart 0"/>
          <p:cNvGraphicFramePr/>
          <p:nvPr/>
        </p:nvGraphicFramePr>
        <p:xfrm>
          <a:off x="640080" y="4069080"/>
          <a:ext cx="5345280" cy="214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382" name="Shape 17"/>
          <p:cNvSpPr/>
          <p:nvPr/>
        </p:nvSpPr>
        <p:spPr>
          <a:xfrm>
            <a:off x="6263640" y="3977640"/>
            <a:ext cx="5528160" cy="232776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3" name="Text 18"/>
          <p:cNvSpPr/>
          <p:nvPr/>
        </p:nvSpPr>
        <p:spPr>
          <a:xfrm>
            <a:off x="6400800" y="4069080"/>
            <a:ext cx="53452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4" name="Chart 1"/>
          <p:cNvGraphicFramePr/>
          <p:nvPr/>
        </p:nvGraphicFramePr>
        <p:xfrm>
          <a:off x="6400800" y="4343400"/>
          <a:ext cx="5208120" cy="187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385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6" name="Text 19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20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8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9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0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1" name="Shape 3"/>
          <p:cNvSpPr/>
          <p:nvPr/>
        </p:nvSpPr>
        <p:spPr>
          <a:xfrm>
            <a:off x="548640" y="1691640"/>
            <a:ext cx="3653640" cy="155052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2" name="Text 4"/>
          <p:cNvSpPr/>
          <p:nvPr/>
        </p:nvSpPr>
        <p:spPr>
          <a:xfrm>
            <a:off x="548640" y="1691640"/>
            <a:ext cx="36536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3" name="Text 5"/>
          <p:cNvSpPr/>
          <p:nvPr/>
        </p:nvSpPr>
        <p:spPr>
          <a:xfrm>
            <a:off x="54864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4" name="Text 6"/>
          <p:cNvSpPr/>
          <p:nvPr/>
        </p:nvSpPr>
        <p:spPr>
          <a:xfrm>
            <a:off x="548640" y="28803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Shape 7"/>
          <p:cNvSpPr/>
          <p:nvPr/>
        </p:nvSpPr>
        <p:spPr>
          <a:xfrm>
            <a:off x="4389120" y="1691640"/>
            <a:ext cx="7219800" cy="155052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6" name="Text 8"/>
          <p:cNvSpPr/>
          <p:nvPr/>
        </p:nvSpPr>
        <p:spPr>
          <a:xfrm>
            <a:off x="4572000" y="1783080"/>
            <a:ext cx="6854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9"/>
          <p:cNvSpPr/>
          <p:nvPr/>
        </p:nvSpPr>
        <p:spPr>
          <a:xfrm>
            <a:off x="4572000" y="2103120"/>
            <a:ext cx="685404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Text 10"/>
          <p:cNvSpPr/>
          <p:nvPr/>
        </p:nvSpPr>
        <p:spPr>
          <a:xfrm>
            <a:off x="548640" y="338328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9" name="Shape 11"/>
          <p:cNvSpPr/>
          <p:nvPr/>
        </p:nvSpPr>
        <p:spPr>
          <a:xfrm>
            <a:off x="54864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Shape 12"/>
          <p:cNvSpPr/>
          <p:nvPr/>
        </p:nvSpPr>
        <p:spPr>
          <a:xfrm>
            <a:off x="548640" y="3703320"/>
            <a:ext cx="87480" cy="104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1" name="Text 13"/>
          <p:cNvSpPr/>
          <p:nvPr/>
        </p:nvSpPr>
        <p:spPr>
          <a:xfrm>
            <a:off x="77724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2" name="Text 14"/>
          <p:cNvSpPr/>
          <p:nvPr/>
        </p:nvSpPr>
        <p:spPr>
          <a:xfrm>
            <a:off x="77724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15"/>
          <p:cNvSpPr/>
          <p:nvPr/>
        </p:nvSpPr>
        <p:spPr>
          <a:xfrm>
            <a:off x="621792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Shape 16"/>
          <p:cNvSpPr/>
          <p:nvPr/>
        </p:nvSpPr>
        <p:spPr>
          <a:xfrm>
            <a:off x="6217920" y="3703320"/>
            <a:ext cx="87480" cy="104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5" name="Text 17"/>
          <p:cNvSpPr/>
          <p:nvPr/>
        </p:nvSpPr>
        <p:spPr>
          <a:xfrm>
            <a:off x="644652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6" name="Text 18"/>
          <p:cNvSpPr/>
          <p:nvPr/>
        </p:nvSpPr>
        <p:spPr>
          <a:xfrm>
            <a:off x="644652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9"/>
          <p:cNvSpPr/>
          <p:nvPr/>
        </p:nvSpPr>
        <p:spPr>
          <a:xfrm>
            <a:off x="54864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Shape 20"/>
          <p:cNvSpPr/>
          <p:nvPr/>
        </p:nvSpPr>
        <p:spPr>
          <a:xfrm>
            <a:off x="548640" y="4846320"/>
            <a:ext cx="87480" cy="104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9" name="Text 21"/>
          <p:cNvSpPr/>
          <p:nvPr/>
        </p:nvSpPr>
        <p:spPr>
          <a:xfrm>
            <a:off x="77724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0" name="Text 22"/>
          <p:cNvSpPr/>
          <p:nvPr/>
        </p:nvSpPr>
        <p:spPr>
          <a:xfrm>
            <a:off x="77724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23"/>
          <p:cNvSpPr/>
          <p:nvPr/>
        </p:nvSpPr>
        <p:spPr>
          <a:xfrm>
            <a:off x="621792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Shape 24"/>
          <p:cNvSpPr/>
          <p:nvPr/>
        </p:nvSpPr>
        <p:spPr>
          <a:xfrm>
            <a:off x="6217920" y="4846320"/>
            <a:ext cx="87480" cy="104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3" name="Text 25"/>
          <p:cNvSpPr/>
          <p:nvPr/>
        </p:nvSpPr>
        <p:spPr>
          <a:xfrm>
            <a:off x="644652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4" name="Text 26"/>
          <p:cNvSpPr/>
          <p:nvPr/>
        </p:nvSpPr>
        <p:spPr>
          <a:xfrm>
            <a:off x="644652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Text 27"/>
          <p:cNvSpPr/>
          <p:nvPr/>
        </p:nvSpPr>
        <p:spPr>
          <a:xfrm>
            <a:off x="692640" y="5989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6" name="Shape 28"/>
          <p:cNvSpPr/>
          <p:nvPr/>
        </p:nvSpPr>
        <p:spPr>
          <a:xfrm>
            <a:off x="2599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7" name="Text 29"/>
          <p:cNvSpPr/>
          <p:nvPr/>
        </p:nvSpPr>
        <p:spPr>
          <a:xfrm>
            <a:off x="2599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8" name="Shape 30"/>
          <p:cNvSpPr/>
          <p:nvPr/>
        </p:nvSpPr>
        <p:spPr>
          <a:xfrm>
            <a:off x="4885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9" name="Text 31"/>
          <p:cNvSpPr/>
          <p:nvPr/>
        </p:nvSpPr>
        <p:spPr>
          <a:xfrm>
            <a:off x="4885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0" name="Shape 32"/>
          <p:cNvSpPr/>
          <p:nvPr/>
        </p:nvSpPr>
        <p:spPr>
          <a:xfrm>
            <a:off x="7171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1" name="Text 33"/>
          <p:cNvSpPr/>
          <p:nvPr/>
        </p:nvSpPr>
        <p:spPr>
          <a:xfrm>
            <a:off x="7171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2" name="Shape 34"/>
          <p:cNvSpPr/>
          <p:nvPr/>
        </p:nvSpPr>
        <p:spPr>
          <a:xfrm>
            <a:off x="9457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3" name="Text 35"/>
          <p:cNvSpPr/>
          <p:nvPr/>
        </p:nvSpPr>
        <p:spPr>
          <a:xfrm>
            <a:off x="9457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5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6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8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Shape 3"/>
          <p:cNvSpPr/>
          <p:nvPr/>
        </p:nvSpPr>
        <p:spPr>
          <a:xfrm>
            <a:off x="548640" y="1691640"/>
            <a:ext cx="3653640" cy="155052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1" name="Text 4"/>
          <p:cNvSpPr/>
          <p:nvPr/>
        </p:nvSpPr>
        <p:spPr>
          <a:xfrm>
            <a:off x="548640" y="1691640"/>
            <a:ext cx="36536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2" name="Text 5"/>
          <p:cNvSpPr/>
          <p:nvPr/>
        </p:nvSpPr>
        <p:spPr>
          <a:xfrm>
            <a:off x="54864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Text 6"/>
          <p:cNvSpPr/>
          <p:nvPr/>
        </p:nvSpPr>
        <p:spPr>
          <a:xfrm>
            <a:off x="548640" y="28803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4" name="Shape 7"/>
          <p:cNvSpPr/>
          <p:nvPr/>
        </p:nvSpPr>
        <p:spPr>
          <a:xfrm>
            <a:off x="4389120" y="1691640"/>
            <a:ext cx="7219800" cy="155052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5" name="Text 8"/>
          <p:cNvSpPr/>
          <p:nvPr/>
        </p:nvSpPr>
        <p:spPr>
          <a:xfrm>
            <a:off x="4572000" y="1783080"/>
            <a:ext cx="6854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6" name="Text 9"/>
          <p:cNvSpPr/>
          <p:nvPr/>
        </p:nvSpPr>
        <p:spPr>
          <a:xfrm>
            <a:off x="4572000" y="2103120"/>
            <a:ext cx="685404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10"/>
          <p:cNvSpPr/>
          <p:nvPr/>
        </p:nvSpPr>
        <p:spPr>
          <a:xfrm>
            <a:off x="548640" y="338328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8" name="Shape 11"/>
          <p:cNvSpPr/>
          <p:nvPr/>
        </p:nvSpPr>
        <p:spPr>
          <a:xfrm>
            <a:off x="54864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9" name="Shape 12"/>
          <p:cNvSpPr/>
          <p:nvPr/>
        </p:nvSpPr>
        <p:spPr>
          <a:xfrm>
            <a:off x="548640" y="3703320"/>
            <a:ext cx="87480" cy="1047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0" name="Text 13"/>
          <p:cNvSpPr/>
          <p:nvPr/>
        </p:nvSpPr>
        <p:spPr>
          <a:xfrm>
            <a:off x="77724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1" name="Text 14"/>
          <p:cNvSpPr/>
          <p:nvPr/>
        </p:nvSpPr>
        <p:spPr>
          <a:xfrm>
            <a:off x="77724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2" name="Shape 15"/>
          <p:cNvSpPr/>
          <p:nvPr/>
        </p:nvSpPr>
        <p:spPr>
          <a:xfrm>
            <a:off x="621792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Shape 16"/>
          <p:cNvSpPr/>
          <p:nvPr/>
        </p:nvSpPr>
        <p:spPr>
          <a:xfrm>
            <a:off x="6217920" y="3703320"/>
            <a:ext cx="87480" cy="1047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4" name="Text 17"/>
          <p:cNvSpPr/>
          <p:nvPr/>
        </p:nvSpPr>
        <p:spPr>
          <a:xfrm>
            <a:off x="644652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5" name="Text 18"/>
          <p:cNvSpPr/>
          <p:nvPr/>
        </p:nvSpPr>
        <p:spPr>
          <a:xfrm>
            <a:off x="644652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19"/>
          <p:cNvSpPr/>
          <p:nvPr/>
        </p:nvSpPr>
        <p:spPr>
          <a:xfrm>
            <a:off x="54864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Shape 20"/>
          <p:cNvSpPr/>
          <p:nvPr/>
        </p:nvSpPr>
        <p:spPr>
          <a:xfrm>
            <a:off x="548640" y="4846320"/>
            <a:ext cx="87480" cy="1047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8" name="Text 21"/>
          <p:cNvSpPr/>
          <p:nvPr/>
        </p:nvSpPr>
        <p:spPr>
          <a:xfrm>
            <a:off x="77724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9" name="Text 22"/>
          <p:cNvSpPr/>
          <p:nvPr/>
        </p:nvSpPr>
        <p:spPr>
          <a:xfrm>
            <a:off x="77724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23"/>
          <p:cNvSpPr/>
          <p:nvPr/>
        </p:nvSpPr>
        <p:spPr>
          <a:xfrm>
            <a:off x="621792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Shape 24"/>
          <p:cNvSpPr/>
          <p:nvPr/>
        </p:nvSpPr>
        <p:spPr>
          <a:xfrm>
            <a:off x="6217920" y="4846320"/>
            <a:ext cx="87480" cy="1047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2" name="Text 25"/>
          <p:cNvSpPr/>
          <p:nvPr/>
        </p:nvSpPr>
        <p:spPr>
          <a:xfrm>
            <a:off x="644652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3" name="Text 26"/>
          <p:cNvSpPr/>
          <p:nvPr/>
        </p:nvSpPr>
        <p:spPr>
          <a:xfrm>
            <a:off x="644652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4" name="Text 27"/>
          <p:cNvSpPr/>
          <p:nvPr/>
        </p:nvSpPr>
        <p:spPr>
          <a:xfrm>
            <a:off x="692640" y="5989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28"/>
          <p:cNvSpPr/>
          <p:nvPr/>
        </p:nvSpPr>
        <p:spPr>
          <a:xfrm>
            <a:off x="2599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29"/>
          <p:cNvSpPr/>
          <p:nvPr/>
        </p:nvSpPr>
        <p:spPr>
          <a:xfrm>
            <a:off x="2599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30"/>
          <p:cNvSpPr/>
          <p:nvPr/>
        </p:nvSpPr>
        <p:spPr>
          <a:xfrm>
            <a:off x="4885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31"/>
          <p:cNvSpPr/>
          <p:nvPr/>
        </p:nvSpPr>
        <p:spPr>
          <a:xfrm>
            <a:off x="4885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32"/>
          <p:cNvSpPr/>
          <p:nvPr/>
        </p:nvSpPr>
        <p:spPr>
          <a:xfrm>
            <a:off x="7171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33"/>
          <p:cNvSpPr/>
          <p:nvPr/>
        </p:nvSpPr>
        <p:spPr>
          <a:xfrm>
            <a:off x="7171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34"/>
          <p:cNvSpPr/>
          <p:nvPr/>
        </p:nvSpPr>
        <p:spPr>
          <a:xfrm>
            <a:off x="9457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35"/>
          <p:cNvSpPr/>
          <p:nvPr/>
        </p:nvSpPr>
        <p:spPr>
          <a:xfrm>
            <a:off x="9457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4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5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Shape 3"/>
          <p:cNvSpPr/>
          <p:nvPr/>
        </p:nvSpPr>
        <p:spPr>
          <a:xfrm>
            <a:off x="548640" y="1691640"/>
            <a:ext cx="3653640" cy="155052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0" name="Text 4"/>
          <p:cNvSpPr/>
          <p:nvPr/>
        </p:nvSpPr>
        <p:spPr>
          <a:xfrm>
            <a:off x="548640" y="1691640"/>
            <a:ext cx="36536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1" name="Text 5"/>
          <p:cNvSpPr/>
          <p:nvPr/>
        </p:nvSpPr>
        <p:spPr>
          <a:xfrm>
            <a:off x="54864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Text 6"/>
          <p:cNvSpPr/>
          <p:nvPr/>
        </p:nvSpPr>
        <p:spPr>
          <a:xfrm>
            <a:off x="548640" y="28803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3" name="Shape 7"/>
          <p:cNvSpPr/>
          <p:nvPr/>
        </p:nvSpPr>
        <p:spPr>
          <a:xfrm>
            <a:off x="4389120" y="1691640"/>
            <a:ext cx="7219800" cy="155052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4" name="Text 8"/>
          <p:cNvSpPr/>
          <p:nvPr/>
        </p:nvSpPr>
        <p:spPr>
          <a:xfrm>
            <a:off x="4572000" y="1783080"/>
            <a:ext cx="6854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5" name="Text 9"/>
          <p:cNvSpPr/>
          <p:nvPr/>
        </p:nvSpPr>
        <p:spPr>
          <a:xfrm>
            <a:off x="4572000" y="2103120"/>
            <a:ext cx="685404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10"/>
          <p:cNvSpPr/>
          <p:nvPr/>
        </p:nvSpPr>
        <p:spPr>
          <a:xfrm>
            <a:off x="548640" y="338328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7" name="Shape 11"/>
          <p:cNvSpPr/>
          <p:nvPr/>
        </p:nvSpPr>
        <p:spPr>
          <a:xfrm>
            <a:off x="54864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8" name="Shape 12"/>
          <p:cNvSpPr/>
          <p:nvPr/>
        </p:nvSpPr>
        <p:spPr>
          <a:xfrm>
            <a:off x="548640" y="3703320"/>
            <a:ext cx="87480" cy="1047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9" name="Text 13"/>
          <p:cNvSpPr/>
          <p:nvPr/>
        </p:nvSpPr>
        <p:spPr>
          <a:xfrm>
            <a:off x="77724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0" name="Text 14"/>
          <p:cNvSpPr/>
          <p:nvPr/>
        </p:nvSpPr>
        <p:spPr>
          <a:xfrm>
            <a:off x="77724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1" name="Shape 15"/>
          <p:cNvSpPr/>
          <p:nvPr/>
        </p:nvSpPr>
        <p:spPr>
          <a:xfrm>
            <a:off x="621792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2" name="Shape 16"/>
          <p:cNvSpPr/>
          <p:nvPr/>
        </p:nvSpPr>
        <p:spPr>
          <a:xfrm>
            <a:off x="6217920" y="3703320"/>
            <a:ext cx="87480" cy="1047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3" name="Text 17"/>
          <p:cNvSpPr/>
          <p:nvPr/>
        </p:nvSpPr>
        <p:spPr>
          <a:xfrm>
            <a:off x="644652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4" name="Text 18"/>
          <p:cNvSpPr/>
          <p:nvPr/>
        </p:nvSpPr>
        <p:spPr>
          <a:xfrm>
            <a:off x="644652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5" name="Shape 19"/>
          <p:cNvSpPr/>
          <p:nvPr/>
        </p:nvSpPr>
        <p:spPr>
          <a:xfrm>
            <a:off x="54864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6" name="Shape 20"/>
          <p:cNvSpPr/>
          <p:nvPr/>
        </p:nvSpPr>
        <p:spPr>
          <a:xfrm>
            <a:off x="548640" y="4846320"/>
            <a:ext cx="87480" cy="1047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7" name="Text 21"/>
          <p:cNvSpPr/>
          <p:nvPr/>
        </p:nvSpPr>
        <p:spPr>
          <a:xfrm>
            <a:off x="77724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Text 22"/>
          <p:cNvSpPr/>
          <p:nvPr/>
        </p:nvSpPr>
        <p:spPr>
          <a:xfrm>
            <a:off x="77724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9" name="Shape 23"/>
          <p:cNvSpPr/>
          <p:nvPr/>
        </p:nvSpPr>
        <p:spPr>
          <a:xfrm>
            <a:off x="621792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Shape 24"/>
          <p:cNvSpPr/>
          <p:nvPr/>
        </p:nvSpPr>
        <p:spPr>
          <a:xfrm>
            <a:off x="6217920" y="4846320"/>
            <a:ext cx="87480" cy="1047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1" name="Text 25"/>
          <p:cNvSpPr/>
          <p:nvPr/>
        </p:nvSpPr>
        <p:spPr>
          <a:xfrm>
            <a:off x="644652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26"/>
          <p:cNvSpPr/>
          <p:nvPr/>
        </p:nvSpPr>
        <p:spPr>
          <a:xfrm>
            <a:off x="644652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Text 27"/>
          <p:cNvSpPr/>
          <p:nvPr/>
        </p:nvSpPr>
        <p:spPr>
          <a:xfrm>
            <a:off x="692640" y="5989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4" name="Shape 28"/>
          <p:cNvSpPr/>
          <p:nvPr/>
        </p:nvSpPr>
        <p:spPr>
          <a:xfrm>
            <a:off x="2599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29"/>
          <p:cNvSpPr/>
          <p:nvPr/>
        </p:nvSpPr>
        <p:spPr>
          <a:xfrm>
            <a:off x="2599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60+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Shape 30"/>
          <p:cNvSpPr/>
          <p:nvPr/>
        </p:nvSpPr>
        <p:spPr>
          <a:xfrm>
            <a:off x="4885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7" name="Text 31"/>
          <p:cNvSpPr/>
          <p:nvPr/>
        </p:nvSpPr>
        <p:spPr>
          <a:xfrm>
            <a:off x="4885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32"/>
          <p:cNvSpPr/>
          <p:nvPr/>
        </p:nvSpPr>
        <p:spPr>
          <a:xfrm>
            <a:off x="7171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Text 33"/>
          <p:cNvSpPr/>
          <p:nvPr/>
        </p:nvSpPr>
        <p:spPr>
          <a:xfrm>
            <a:off x="7171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0" name="Shape 34"/>
          <p:cNvSpPr/>
          <p:nvPr/>
        </p:nvSpPr>
        <p:spPr>
          <a:xfrm>
            <a:off x="9457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1" name="Text 35"/>
          <p:cNvSpPr/>
          <p:nvPr/>
        </p:nvSpPr>
        <p:spPr>
          <a:xfrm>
            <a:off x="9457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3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4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3"/>
          <p:cNvSpPr/>
          <p:nvPr/>
        </p:nvSpPr>
        <p:spPr>
          <a:xfrm>
            <a:off x="548640" y="1691640"/>
            <a:ext cx="3653640" cy="155052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4"/>
          <p:cNvSpPr/>
          <p:nvPr/>
        </p:nvSpPr>
        <p:spPr>
          <a:xfrm>
            <a:off x="548640" y="1691640"/>
            <a:ext cx="36536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5"/>
          <p:cNvSpPr/>
          <p:nvPr/>
        </p:nvSpPr>
        <p:spPr>
          <a:xfrm>
            <a:off x="54864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6"/>
          <p:cNvSpPr/>
          <p:nvPr/>
        </p:nvSpPr>
        <p:spPr>
          <a:xfrm>
            <a:off x="548640" y="28803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Shape 7"/>
          <p:cNvSpPr/>
          <p:nvPr/>
        </p:nvSpPr>
        <p:spPr>
          <a:xfrm>
            <a:off x="4389120" y="1691640"/>
            <a:ext cx="7219800" cy="155052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3" name="Text 8"/>
          <p:cNvSpPr/>
          <p:nvPr/>
        </p:nvSpPr>
        <p:spPr>
          <a:xfrm>
            <a:off x="4572000" y="1783080"/>
            <a:ext cx="6854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4" name="Text 9"/>
          <p:cNvSpPr/>
          <p:nvPr/>
        </p:nvSpPr>
        <p:spPr>
          <a:xfrm>
            <a:off x="4572000" y="2103120"/>
            <a:ext cx="685404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Conteneuriser et déployer une application en environnement de production sécurisé, avec monitoring et capacité de rollback.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5" name="Text 10"/>
          <p:cNvSpPr/>
          <p:nvPr/>
        </p:nvSpPr>
        <p:spPr>
          <a:xfrm>
            <a:off x="548640" y="338328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6" name="Shape 11"/>
          <p:cNvSpPr/>
          <p:nvPr/>
        </p:nvSpPr>
        <p:spPr>
          <a:xfrm>
            <a:off x="54864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7" name="Shape 12"/>
          <p:cNvSpPr/>
          <p:nvPr/>
        </p:nvSpPr>
        <p:spPr>
          <a:xfrm>
            <a:off x="548640" y="3703320"/>
            <a:ext cx="87480" cy="1047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8" name="Text 13"/>
          <p:cNvSpPr/>
          <p:nvPr/>
        </p:nvSpPr>
        <p:spPr>
          <a:xfrm>
            <a:off x="77724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9" name="Text 14"/>
          <p:cNvSpPr/>
          <p:nvPr/>
        </p:nvSpPr>
        <p:spPr>
          <a:xfrm>
            <a:off x="77724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0" name="Shape 15"/>
          <p:cNvSpPr/>
          <p:nvPr/>
        </p:nvSpPr>
        <p:spPr>
          <a:xfrm>
            <a:off x="621792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1" name="Shape 16"/>
          <p:cNvSpPr/>
          <p:nvPr/>
        </p:nvSpPr>
        <p:spPr>
          <a:xfrm>
            <a:off x="6217920" y="3703320"/>
            <a:ext cx="87480" cy="1047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2" name="Text 17"/>
          <p:cNvSpPr/>
          <p:nvPr/>
        </p:nvSpPr>
        <p:spPr>
          <a:xfrm>
            <a:off x="644652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3" name="Text 18"/>
          <p:cNvSpPr/>
          <p:nvPr/>
        </p:nvSpPr>
        <p:spPr>
          <a:xfrm>
            <a:off x="644652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: déploiement continu par intégration Git native, secrets via env vars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4" name="Shape 19"/>
          <p:cNvSpPr/>
          <p:nvPr/>
        </p:nvSpPr>
        <p:spPr>
          <a:xfrm>
            <a:off x="54864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5" name="Shape 20"/>
          <p:cNvSpPr/>
          <p:nvPr/>
        </p:nvSpPr>
        <p:spPr>
          <a:xfrm>
            <a:off x="548640" y="4846320"/>
            <a:ext cx="87480" cy="1047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6" name="Text 21"/>
          <p:cNvSpPr/>
          <p:nvPr/>
        </p:nvSpPr>
        <p:spPr>
          <a:xfrm>
            <a:off x="77724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7" name="Text 22"/>
          <p:cNvSpPr/>
          <p:nvPr/>
        </p:nvSpPr>
        <p:spPr>
          <a:xfrm>
            <a:off x="77724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8" name="Shape 23"/>
          <p:cNvSpPr/>
          <p:nvPr/>
        </p:nvSpPr>
        <p:spPr>
          <a:xfrm>
            <a:off x="621792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9" name="Shape 24"/>
          <p:cNvSpPr/>
          <p:nvPr/>
        </p:nvSpPr>
        <p:spPr>
          <a:xfrm>
            <a:off x="6217920" y="4846320"/>
            <a:ext cx="87480" cy="1047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0" name="Text 25"/>
          <p:cNvSpPr/>
          <p:nvPr/>
        </p:nvSpPr>
        <p:spPr>
          <a:xfrm>
            <a:off x="644652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1" name="Text 26"/>
          <p:cNvSpPr/>
          <p:nvPr/>
        </p:nvSpPr>
        <p:spPr>
          <a:xfrm>
            <a:off x="644652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2" name="Text 27"/>
          <p:cNvSpPr/>
          <p:nvPr/>
        </p:nvSpPr>
        <p:spPr>
          <a:xfrm>
            <a:off x="692640" y="5989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3" name="Shape 28"/>
          <p:cNvSpPr/>
          <p:nvPr/>
        </p:nvSpPr>
        <p:spPr>
          <a:xfrm>
            <a:off x="2599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4" name="Text 29"/>
          <p:cNvSpPr/>
          <p:nvPr/>
        </p:nvSpPr>
        <p:spPr>
          <a:xfrm>
            <a:off x="2599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5" name="Shape 30"/>
          <p:cNvSpPr/>
          <p:nvPr/>
        </p:nvSpPr>
        <p:spPr>
          <a:xfrm>
            <a:off x="4885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6" name="Text 31"/>
          <p:cNvSpPr/>
          <p:nvPr/>
        </p:nvSpPr>
        <p:spPr>
          <a:xfrm>
            <a:off x="4885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Docker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7" name="Shape 32"/>
          <p:cNvSpPr/>
          <p:nvPr/>
        </p:nvSpPr>
        <p:spPr>
          <a:xfrm>
            <a:off x="7171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8" name="Text 33"/>
          <p:cNvSpPr/>
          <p:nvPr/>
        </p:nvSpPr>
        <p:spPr>
          <a:xfrm>
            <a:off x="7171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9" name="Shape 34"/>
          <p:cNvSpPr/>
          <p:nvPr/>
        </p:nvSpPr>
        <p:spPr>
          <a:xfrm>
            <a:off x="9457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0" name="Text 35"/>
          <p:cNvSpPr/>
          <p:nvPr/>
        </p:nvSpPr>
        <p:spPr>
          <a:xfrm>
            <a:off x="9457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2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3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7" name="Shape 3"/>
          <p:cNvSpPr/>
          <p:nvPr/>
        </p:nvSpPr>
        <p:spPr>
          <a:xfrm>
            <a:off x="548640" y="169164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8" name="Shape 4"/>
          <p:cNvSpPr/>
          <p:nvPr/>
        </p:nvSpPr>
        <p:spPr>
          <a:xfrm>
            <a:off x="777240" y="1920240"/>
            <a:ext cx="864720" cy="8647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9" name="Text 5"/>
          <p:cNvSpPr/>
          <p:nvPr/>
        </p:nvSpPr>
        <p:spPr>
          <a:xfrm>
            <a:off x="777240" y="1920240"/>
            <a:ext cx="86472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0" name="Text 6"/>
          <p:cNvSpPr/>
          <p:nvPr/>
        </p:nvSpPr>
        <p:spPr>
          <a:xfrm>
            <a:off x="1783080" y="2073960"/>
            <a:ext cx="4202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1" name="Text 7"/>
          <p:cNvSpPr/>
          <p:nvPr/>
        </p:nvSpPr>
        <p:spPr>
          <a:xfrm>
            <a:off x="777240" y="2880360"/>
            <a:ext cx="51624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2" name="Shape 8"/>
          <p:cNvSpPr/>
          <p:nvPr/>
        </p:nvSpPr>
        <p:spPr>
          <a:xfrm>
            <a:off x="6217920" y="169164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3" name="Shape 9"/>
          <p:cNvSpPr/>
          <p:nvPr/>
        </p:nvSpPr>
        <p:spPr>
          <a:xfrm>
            <a:off x="6446520" y="1920240"/>
            <a:ext cx="864720" cy="8647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4" name="Text 10"/>
          <p:cNvSpPr/>
          <p:nvPr/>
        </p:nvSpPr>
        <p:spPr>
          <a:xfrm>
            <a:off x="6446520" y="1776240"/>
            <a:ext cx="864720" cy="11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5" name="Text 11"/>
          <p:cNvSpPr/>
          <p:nvPr/>
        </p:nvSpPr>
        <p:spPr>
          <a:xfrm>
            <a:off x="7452360" y="2073960"/>
            <a:ext cx="4202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6" name="Text 12"/>
          <p:cNvSpPr/>
          <p:nvPr/>
        </p:nvSpPr>
        <p:spPr>
          <a:xfrm>
            <a:off x="6446520" y="2880360"/>
            <a:ext cx="51624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7" name="Shape 13"/>
          <p:cNvSpPr/>
          <p:nvPr/>
        </p:nvSpPr>
        <p:spPr>
          <a:xfrm>
            <a:off x="548640" y="402336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8" name="Shape 14"/>
          <p:cNvSpPr/>
          <p:nvPr/>
        </p:nvSpPr>
        <p:spPr>
          <a:xfrm>
            <a:off x="777240" y="4251960"/>
            <a:ext cx="864720" cy="8647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9" name="Text 15"/>
          <p:cNvSpPr/>
          <p:nvPr/>
        </p:nvSpPr>
        <p:spPr>
          <a:xfrm>
            <a:off x="777240" y="4215960"/>
            <a:ext cx="86472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0" name="Text 16"/>
          <p:cNvSpPr/>
          <p:nvPr/>
        </p:nvSpPr>
        <p:spPr>
          <a:xfrm>
            <a:off x="1783080" y="4441680"/>
            <a:ext cx="4202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1" name="Text 17"/>
          <p:cNvSpPr/>
          <p:nvPr/>
        </p:nvSpPr>
        <p:spPr>
          <a:xfrm>
            <a:off x="777240" y="5212080"/>
            <a:ext cx="51624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2" name="Shape 18"/>
          <p:cNvSpPr/>
          <p:nvPr/>
        </p:nvSpPr>
        <p:spPr>
          <a:xfrm>
            <a:off x="6217920" y="402336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3" name="Shape 19"/>
          <p:cNvSpPr/>
          <p:nvPr/>
        </p:nvSpPr>
        <p:spPr>
          <a:xfrm>
            <a:off x="6446520" y="4251960"/>
            <a:ext cx="864720" cy="8647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4" name="Text 20"/>
          <p:cNvSpPr/>
          <p:nvPr/>
        </p:nvSpPr>
        <p:spPr>
          <a:xfrm>
            <a:off x="6446520" y="4143960"/>
            <a:ext cx="8647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5" name="Text 21"/>
          <p:cNvSpPr/>
          <p:nvPr/>
        </p:nvSpPr>
        <p:spPr>
          <a:xfrm>
            <a:off x="7452360" y="4441680"/>
            <a:ext cx="4202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6" name="Text 22"/>
          <p:cNvSpPr/>
          <p:nvPr/>
        </p:nvSpPr>
        <p:spPr>
          <a:xfrm>
            <a:off x="6446520" y="5212080"/>
            <a:ext cx="51624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8" name="Text 2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9" name="Text 2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3" name="Shape 3"/>
          <p:cNvSpPr/>
          <p:nvPr/>
        </p:nvSpPr>
        <p:spPr>
          <a:xfrm>
            <a:off x="476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4" name="Text 4"/>
          <p:cNvSpPr/>
          <p:nvPr/>
        </p:nvSpPr>
        <p:spPr>
          <a:xfrm>
            <a:off x="659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5" name="Shape 5"/>
          <p:cNvSpPr/>
          <p:nvPr/>
        </p:nvSpPr>
        <p:spPr>
          <a:xfrm>
            <a:off x="705240" y="23500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6" name="Text 6"/>
          <p:cNvSpPr/>
          <p:nvPr/>
        </p:nvSpPr>
        <p:spPr>
          <a:xfrm>
            <a:off x="933840" y="22402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7" name="Shape 7"/>
          <p:cNvSpPr/>
          <p:nvPr/>
        </p:nvSpPr>
        <p:spPr>
          <a:xfrm>
            <a:off x="705240" y="28072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8" name="Text 8"/>
          <p:cNvSpPr/>
          <p:nvPr/>
        </p:nvSpPr>
        <p:spPr>
          <a:xfrm>
            <a:off x="933840" y="2697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9" name="Shape 9"/>
          <p:cNvSpPr/>
          <p:nvPr/>
        </p:nvSpPr>
        <p:spPr>
          <a:xfrm>
            <a:off x="705240" y="32644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0" name="Text 10"/>
          <p:cNvSpPr/>
          <p:nvPr/>
        </p:nvSpPr>
        <p:spPr>
          <a:xfrm>
            <a:off x="933840" y="31546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1" name="Shape 11"/>
          <p:cNvSpPr/>
          <p:nvPr/>
        </p:nvSpPr>
        <p:spPr>
          <a:xfrm>
            <a:off x="705240" y="37216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2" name="Text 12"/>
          <p:cNvSpPr/>
          <p:nvPr/>
        </p:nvSpPr>
        <p:spPr>
          <a:xfrm>
            <a:off x="933840" y="36118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3" name="Shape 13"/>
          <p:cNvSpPr/>
          <p:nvPr/>
        </p:nvSpPr>
        <p:spPr>
          <a:xfrm>
            <a:off x="705240" y="41788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4" name="Text 14"/>
          <p:cNvSpPr/>
          <p:nvPr/>
        </p:nvSpPr>
        <p:spPr>
          <a:xfrm>
            <a:off x="933840" y="40690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5" name="Shape 15"/>
          <p:cNvSpPr/>
          <p:nvPr/>
        </p:nvSpPr>
        <p:spPr>
          <a:xfrm>
            <a:off x="705240" y="46360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6" name="Text 16"/>
          <p:cNvSpPr/>
          <p:nvPr/>
        </p:nvSpPr>
        <p:spPr>
          <a:xfrm>
            <a:off x="933840" y="45262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7" name="Shape 17"/>
          <p:cNvSpPr/>
          <p:nvPr/>
        </p:nvSpPr>
        <p:spPr>
          <a:xfrm>
            <a:off x="705240" y="50932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8" name="Text 18"/>
          <p:cNvSpPr/>
          <p:nvPr/>
        </p:nvSpPr>
        <p:spPr>
          <a:xfrm>
            <a:off x="933840" y="4983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9" name="Shape 19"/>
          <p:cNvSpPr/>
          <p:nvPr/>
        </p:nvSpPr>
        <p:spPr>
          <a:xfrm>
            <a:off x="705240" y="55504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0" name="Text 20"/>
          <p:cNvSpPr/>
          <p:nvPr/>
        </p:nvSpPr>
        <p:spPr>
          <a:xfrm>
            <a:off x="933840" y="54406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Déploiement Vercel — intégration Git, preview PR, rollback one-click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1" name="Shape 21"/>
          <p:cNvSpPr/>
          <p:nvPr/>
        </p:nvSpPr>
        <p:spPr>
          <a:xfrm>
            <a:off x="6191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2" name="Text 22"/>
          <p:cNvSpPr/>
          <p:nvPr/>
        </p:nvSpPr>
        <p:spPr>
          <a:xfrm>
            <a:off x="6374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3" name="Shape 23"/>
          <p:cNvSpPr/>
          <p:nvPr/>
        </p:nvSpPr>
        <p:spPr>
          <a:xfrm>
            <a:off x="6420240" y="23500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4" name="Text 24"/>
          <p:cNvSpPr/>
          <p:nvPr/>
        </p:nvSpPr>
        <p:spPr>
          <a:xfrm>
            <a:off x="6648840" y="22402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phases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5" name="Shape 25"/>
          <p:cNvSpPr/>
          <p:nvPr/>
        </p:nvSpPr>
        <p:spPr>
          <a:xfrm>
            <a:off x="6420240" y="28072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6" name="Text 26"/>
          <p:cNvSpPr/>
          <p:nvPr/>
        </p:nvSpPr>
        <p:spPr>
          <a:xfrm>
            <a:off x="6648840" y="2697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7" name="Shape 27"/>
          <p:cNvSpPr/>
          <p:nvPr/>
        </p:nvSpPr>
        <p:spPr>
          <a:xfrm>
            <a:off x="6420240" y="32644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8" name="Text 28"/>
          <p:cNvSpPr/>
          <p:nvPr/>
        </p:nvSpPr>
        <p:spPr>
          <a:xfrm>
            <a:off x="6648840" y="31546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9" name="Shape 29"/>
          <p:cNvSpPr/>
          <p:nvPr/>
        </p:nvSpPr>
        <p:spPr>
          <a:xfrm>
            <a:off x="6420240" y="37216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0" name="Text 30"/>
          <p:cNvSpPr/>
          <p:nvPr/>
        </p:nvSpPr>
        <p:spPr>
          <a:xfrm>
            <a:off x="6648840" y="36118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1" name="Shape 31"/>
          <p:cNvSpPr/>
          <p:nvPr/>
        </p:nvSpPr>
        <p:spPr>
          <a:xfrm>
            <a:off x="6420240" y="41788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2" name="Text 32"/>
          <p:cNvSpPr/>
          <p:nvPr/>
        </p:nvSpPr>
        <p:spPr>
          <a:xfrm>
            <a:off x="6648840" y="40690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3" name="Shape 33"/>
          <p:cNvSpPr/>
          <p:nvPr/>
        </p:nvSpPr>
        <p:spPr>
          <a:xfrm>
            <a:off x="6420240" y="46360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4" name="Text 34"/>
          <p:cNvSpPr/>
          <p:nvPr/>
        </p:nvSpPr>
        <p:spPr>
          <a:xfrm>
            <a:off x="6648840" y="45262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5" name="Shape 35"/>
          <p:cNvSpPr/>
          <p:nvPr/>
        </p:nvSpPr>
        <p:spPr>
          <a:xfrm>
            <a:off x="6420240" y="50932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6" name="Text 36"/>
          <p:cNvSpPr/>
          <p:nvPr/>
        </p:nvSpPr>
        <p:spPr>
          <a:xfrm>
            <a:off x="6648840" y="4983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7" name="Shape 37"/>
          <p:cNvSpPr/>
          <p:nvPr/>
        </p:nvSpPr>
        <p:spPr>
          <a:xfrm>
            <a:off x="6420240" y="55504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8" name="Text 38"/>
          <p:cNvSpPr/>
          <p:nvPr/>
        </p:nvSpPr>
        <p:spPr>
          <a:xfrm>
            <a:off x="6648840" y="54406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0" name="Text 39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1" name="Text 40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2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3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4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5" name="Shape 3"/>
          <p:cNvSpPr/>
          <p:nvPr/>
        </p:nvSpPr>
        <p:spPr>
          <a:xfrm>
            <a:off x="480240" y="1691640"/>
            <a:ext cx="3699360" cy="45680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6" name="Shape 4"/>
          <p:cNvSpPr/>
          <p:nvPr/>
        </p:nvSpPr>
        <p:spPr>
          <a:xfrm>
            <a:off x="480240" y="1691640"/>
            <a:ext cx="3699360" cy="453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7" name="Text 5"/>
          <p:cNvSpPr/>
          <p:nvPr/>
        </p:nvSpPr>
        <p:spPr>
          <a:xfrm>
            <a:off x="48024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8" name="Shape 6"/>
          <p:cNvSpPr/>
          <p:nvPr/>
        </p:nvSpPr>
        <p:spPr>
          <a:xfrm>
            <a:off x="708840" y="24688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9" name="Text 7"/>
          <p:cNvSpPr/>
          <p:nvPr/>
        </p:nvSpPr>
        <p:spPr>
          <a:xfrm>
            <a:off x="983160" y="237744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0" name="Shape 8"/>
          <p:cNvSpPr/>
          <p:nvPr/>
        </p:nvSpPr>
        <p:spPr>
          <a:xfrm>
            <a:off x="708840" y="342900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1" name="Text 9"/>
          <p:cNvSpPr/>
          <p:nvPr/>
        </p:nvSpPr>
        <p:spPr>
          <a:xfrm>
            <a:off x="983160" y="333756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2" name="Shape 10"/>
          <p:cNvSpPr/>
          <p:nvPr/>
        </p:nvSpPr>
        <p:spPr>
          <a:xfrm>
            <a:off x="708840" y="438912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3" name="Text 11"/>
          <p:cNvSpPr/>
          <p:nvPr/>
        </p:nvSpPr>
        <p:spPr>
          <a:xfrm>
            <a:off x="983160" y="429768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4" name="Shape 12"/>
          <p:cNvSpPr/>
          <p:nvPr/>
        </p:nvSpPr>
        <p:spPr>
          <a:xfrm>
            <a:off x="708840" y="534924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5" name="Text 13"/>
          <p:cNvSpPr/>
          <p:nvPr/>
        </p:nvSpPr>
        <p:spPr>
          <a:xfrm>
            <a:off x="983160" y="525780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6" name="Shape 14"/>
          <p:cNvSpPr/>
          <p:nvPr/>
        </p:nvSpPr>
        <p:spPr>
          <a:xfrm>
            <a:off x="4229280" y="1691640"/>
            <a:ext cx="3699360" cy="45680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7" name="Shape 15"/>
          <p:cNvSpPr/>
          <p:nvPr/>
        </p:nvSpPr>
        <p:spPr>
          <a:xfrm>
            <a:off x="4229280" y="1691640"/>
            <a:ext cx="3699360" cy="4532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8" name="Text 16"/>
          <p:cNvSpPr/>
          <p:nvPr/>
        </p:nvSpPr>
        <p:spPr>
          <a:xfrm>
            <a:off x="422928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9" name="Shape 17"/>
          <p:cNvSpPr/>
          <p:nvPr/>
        </p:nvSpPr>
        <p:spPr>
          <a:xfrm>
            <a:off x="4457880" y="2468880"/>
            <a:ext cx="142200" cy="14220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0" name="Text 18"/>
          <p:cNvSpPr/>
          <p:nvPr/>
        </p:nvSpPr>
        <p:spPr>
          <a:xfrm>
            <a:off x="4732200" y="237744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1" name="Shape 19"/>
          <p:cNvSpPr/>
          <p:nvPr/>
        </p:nvSpPr>
        <p:spPr>
          <a:xfrm>
            <a:off x="4457880" y="3429000"/>
            <a:ext cx="142200" cy="14220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2" name="Text 20"/>
          <p:cNvSpPr/>
          <p:nvPr/>
        </p:nvSpPr>
        <p:spPr>
          <a:xfrm>
            <a:off x="4732200" y="333756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3" name="Shape 21"/>
          <p:cNvSpPr/>
          <p:nvPr/>
        </p:nvSpPr>
        <p:spPr>
          <a:xfrm>
            <a:off x="4457880" y="4389120"/>
            <a:ext cx="142200" cy="14220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4" name="Text 22"/>
          <p:cNvSpPr/>
          <p:nvPr/>
        </p:nvSpPr>
        <p:spPr>
          <a:xfrm>
            <a:off x="4732200" y="429768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5" name="Shape 23"/>
          <p:cNvSpPr/>
          <p:nvPr/>
        </p:nvSpPr>
        <p:spPr>
          <a:xfrm>
            <a:off x="4457880" y="5349240"/>
            <a:ext cx="142200" cy="14220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6" name="Text 24"/>
          <p:cNvSpPr/>
          <p:nvPr/>
        </p:nvSpPr>
        <p:spPr>
          <a:xfrm>
            <a:off x="4732200" y="525780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7" name="Shape 25"/>
          <p:cNvSpPr/>
          <p:nvPr/>
        </p:nvSpPr>
        <p:spPr>
          <a:xfrm>
            <a:off x="7978320" y="1691640"/>
            <a:ext cx="3699360" cy="45680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8" name="Shape 26"/>
          <p:cNvSpPr/>
          <p:nvPr/>
        </p:nvSpPr>
        <p:spPr>
          <a:xfrm>
            <a:off x="7978320" y="1691640"/>
            <a:ext cx="3699360" cy="4532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9" name="Text 27"/>
          <p:cNvSpPr/>
          <p:nvPr/>
        </p:nvSpPr>
        <p:spPr>
          <a:xfrm>
            <a:off x="797832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0" name="Shape 28"/>
          <p:cNvSpPr/>
          <p:nvPr/>
        </p:nvSpPr>
        <p:spPr>
          <a:xfrm>
            <a:off x="8206920" y="2468880"/>
            <a:ext cx="142200" cy="14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1" name="Text 29"/>
          <p:cNvSpPr/>
          <p:nvPr/>
        </p:nvSpPr>
        <p:spPr>
          <a:xfrm>
            <a:off x="8481240" y="237744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2" name="Shape 30"/>
          <p:cNvSpPr/>
          <p:nvPr/>
        </p:nvSpPr>
        <p:spPr>
          <a:xfrm>
            <a:off x="8206920" y="3429000"/>
            <a:ext cx="142200" cy="14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3" name="Text 31"/>
          <p:cNvSpPr/>
          <p:nvPr/>
        </p:nvSpPr>
        <p:spPr>
          <a:xfrm>
            <a:off x="8481240" y="333756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4" name="Shape 32"/>
          <p:cNvSpPr/>
          <p:nvPr/>
        </p:nvSpPr>
        <p:spPr>
          <a:xfrm>
            <a:off x="8206920" y="4389120"/>
            <a:ext cx="142200" cy="14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5" name="Text 33"/>
          <p:cNvSpPr/>
          <p:nvPr/>
        </p:nvSpPr>
        <p:spPr>
          <a:xfrm>
            <a:off x="8481240" y="429768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6" name="Shape 34"/>
          <p:cNvSpPr/>
          <p:nvPr/>
        </p:nvSpPr>
        <p:spPr>
          <a:xfrm>
            <a:off x="8206920" y="5349240"/>
            <a:ext cx="142200" cy="14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7" name="Text 35"/>
          <p:cNvSpPr/>
          <p:nvPr/>
        </p:nvSpPr>
        <p:spPr>
          <a:xfrm>
            <a:off x="8481240" y="525780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9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0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4" name="Shape 3"/>
          <p:cNvSpPr/>
          <p:nvPr/>
        </p:nvSpPr>
        <p:spPr>
          <a:xfrm>
            <a:off x="548640" y="1828800"/>
            <a:ext cx="87480" cy="1641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5" name="Text 4"/>
          <p:cNvSpPr/>
          <p:nvPr/>
        </p:nvSpPr>
        <p:spPr>
          <a:xfrm>
            <a:off x="822960" y="1783080"/>
            <a:ext cx="1078596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6" name="Text 5"/>
          <p:cNvSpPr/>
          <p:nvPr/>
        </p:nvSpPr>
        <p:spPr>
          <a:xfrm>
            <a:off x="822960" y="2697480"/>
            <a:ext cx="1078596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7" name="Shape 6"/>
          <p:cNvSpPr/>
          <p:nvPr/>
        </p:nvSpPr>
        <p:spPr>
          <a:xfrm>
            <a:off x="548640" y="3657600"/>
            <a:ext cx="2693520" cy="182484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8" name="Shape 7"/>
          <p:cNvSpPr/>
          <p:nvPr/>
        </p:nvSpPr>
        <p:spPr>
          <a:xfrm>
            <a:off x="1600200" y="3886200"/>
            <a:ext cx="590400" cy="5904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9" name="Text 8"/>
          <p:cNvSpPr/>
          <p:nvPr/>
        </p:nvSpPr>
        <p:spPr>
          <a:xfrm>
            <a:off x="1600200" y="3886200"/>
            <a:ext cx="5904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0" name="Text 9"/>
          <p:cNvSpPr/>
          <p:nvPr/>
        </p:nvSpPr>
        <p:spPr>
          <a:xfrm>
            <a:off x="640080" y="457200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1" name="Text 10"/>
          <p:cNvSpPr/>
          <p:nvPr/>
        </p:nvSpPr>
        <p:spPr>
          <a:xfrm>
            <a:off x="640080" y="4937760"/>
            <a:ext cx="2510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2" name="Shape 11"/>
          <p:cNvSpPr/>
          <p:nvPr/>
        </p:nvSpPr>
        <p:spPr>
          <a:xfrm>
            <a:off x="3383280" y="3657600"/>
            <a:ext cx="2693520" cy="182484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3" name="Shape 12"/>
          <p:cNvSpPr/>
          <p:nvPr/>
        </p:nvSpPr>
        <p:spPr>
          <a:xfrm>
            <a:off x="4434840" y="3886200"/>
            <a:ext cx="590400" cy="5904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4" name="Text 13"/>
          <p:cNvSpPr/>
          <p:nvPr/>
        </p:nvSpPr>
        <p:spPr>
          <a:xfrm>
            <a:off x="4434840" y="3814200"/>
            <a:ext cx="590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5" name="Text 14"/>
          <p:cNvSpPr/>
          <p:nvPr/>
        </p:nvSpPr>
        <p:spPr>
          <a:xfrm>
            <a:off x="3474720" y="457200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6" name="Text 15"/>
          <p:cNvSpPr/>
          <p:nvPr/>
        </p:nvSpPr>
        <p:spPr>
          <a:xfrm>
            <a:off x="3474720" y="4937760"/>
            <a:ext cx="2510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7" name="Shape 16"/>
          <p:cNvSpPr/>
          <p:nvPr/>
        </p:nvSpPr>
        <p:spPr>
          <a:xfrm>
            <a:off x="6217920" y="3657600"/>
            <a:ext cx="2693520" cy="182484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8" name="Shape 17"/>
          <p:cNvSpPr/>
          <p:nvPr/>
        </p:nvSpPr>
        <p:spPr>
          <a:xfrm>
            <a:off x="7269480" y="3886200"/>
            <a:ext cx="590400" cy="5904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9" name="Text 18"/>
          <p:cNvSpPr/>
          <p:nvPr/>
        </p:nvSpPr>
        <p:spPr>
          <a:xfrm>
            <a:off x="7269480" y="3814200"/>
            <a:ext cx="590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0" name="Text 19"/>
          <p:cNvSpPr/>
          <p:nvPr/>
        </p:nvSpPr>
        <p:spPr>
          <a:xfrm>
            <a:off x="6309360" y="457200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1" name="Text 20"/>
          <p:cNvSpPr/>
          <p:nvPr/>
        </p:nvSpPr>
        <p:spPr>
          <a:xfrm>
            <a:off x="6309360" y="4937760"/>
            <a:ext cx="2510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2" name="Shape 21"/>
          <p:cNvSpPr/>
          <p:nvPr/>
        </p:nvSpPr>
        <p:spPr>
          <a:xfrm>
            <a:off x="9052560" y="3657600"/>
            <a:ext cx="2693520" cy="182484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3" name="Shape 22"/>
          <p:cNvSpPr/>
          <p:nvPr/>
        </p:nvSpPr>
        <p:spPr>
          <a:xfrm>
            <a:off x="10104120" y="3886200"/>
            <a:ext cx="590400" cy="5904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4" name="Text 23"/>
          <p:cNvSpPr/>
          <p:nvPr/>
        </p:nvSpPr>
        <p:spPr>
          <a:xfrm>
            <a:off x="10104120" y="3814200"/>
            <a:ext cx="590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5" name="Text 24"/>
          <p:cNvSpPr/>
          <p:nvPr/>
        </p:nvSpPr>
        <p:spPr>
          <a:xfrm>
            <a:off x="9144000" y="457200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6" name="Text 25"/>
          <p:cNvSpPr/>
          <p:nvPr/>
        </p:nvSpPr>
        <p:spPr>
          <a:xfrm>
            <a:off x="9144000" y="4937760"/>
            <a:ext cx="2510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7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8" name="Text 2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9" name="Text 2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0" name="Shape 0"/>
          <p:cNvSpPr/>
          <p:nvPr/>
        </p:nvSpPr>
        <p:spPr>
          <a:xfrm>
            <a:off x="-2743200" y="3200400"/>
            <a:ext cx="7311240" cy="731124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1" name="Shape 1"/>
          <p:cNvSpPr/>
          <p:nvPr/>
        </p:nvSpPr>
        <p:spPr>
          <a:xfrm>
            <a:off x="7589520" y="-2743200"/>
            <a:ext cx="7311240" cy="731124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2" name="Text 2"/>
          <p:cNvSpPr/>
          <p:nvPr/>
        </p:nvSpPr>
        <p:spPr>
          <a:xfrm>
            <a:off x="457200" y="3108960"/>
            <a:ext cx="11243160" cy="81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3" name="Text 3"/>
          <p:cNvSpPr/>
          <p:nvPr/>
        </p:nvSpPr>
        <p:spPr>
          <a:xfrm>
            <a:off x="474120" y="4343400"/>
            <a:ext cx="112431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4" name="Text 8"/>
          <p:cNvSpPr/>
          <p:nvPr/>
        </p:nvSpPr>
        <p:spPr>
          <a:xfrm>
            <a:off x="3657600" y="5212080"/>
            <a:ext cx="3618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5" name="Text 16"/>
          <p:cNvSpPr/>
          <p:nvPr/>
        </p:nvSpPr>
        <p:spPr>
          <a:xfrm>
            <a:off x="457200" y="6172200"/>
            <a:ext cx="112431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6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5760" cy="195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7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2160" cy="412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234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2026-05-24T03:29:45Z</dcterms:modified>
  <cp:revision>42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