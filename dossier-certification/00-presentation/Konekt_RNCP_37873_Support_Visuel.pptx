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19676854"/>
        <c:axId val="47459759"/>
      </c:barChart>
      <c:catAx>
        <c:axId val="196768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7459759"/>
        <c:crosses val="autoZero"/>
        <c:auto val="1"/>
        <c:lblAlgn val="ctr"/>
        <c:lblOffset val="100"/>
        <c:noMultiLvlLbl val="0"/>
      </c:catAx>
      <c:valAx>
        <c:axId val="47459759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1967685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9F34411-6254-447F-9D92-692BB2E7CB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CE5512-B474-4C90-B6B9-C4A74CB8C1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37D931-CD76-4815-87A4-7195696578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7B143B-EB32-4991-B127-BE594F3E00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CBF14A-FDCF-44A6-98FA-DE190D967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59E36B-7F45-4576-8DD8-31D9E49BB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E2B17-FCB5-41B1-86C7-7D57E42306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6F99B3-EC9D-4777-A6AF-5C99DFC7C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58E718-6477-4118-BD02-BC88399F26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F43F19-EF38-45D0-86A9-50135D82DE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59D256-1934-4B07-8526-D2F30F4044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CCFBE6-1DB3-4D47-A251-6918238B79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482FD-2397-4359-A873-93B7CFD13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9BE34-A487-49B3-8C7D-40A8EB27C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BD1E16-702B-4AC2-AAB0-76CFF7970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13A8E0-FFAB-47E6-855A-7EBD6DA3C9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8E2FC3-C263-4EC9-9717-90F3F0B481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19FC0E-374C-461D-A41A-ACB1FC576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392DD8-455C-4A54-A020-23D43BF6F7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482CD9-FC3A-4FD6-9D5C-9486374A54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4C88B5-7B2D-4C75-A5E6-685568AC9C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2110D-F8EA-45B2-B3C1-4942A2C77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F0911A-832F-4646-9DC3-D3B16C0034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D4B6B-0064-400F-A30F-58F615A1B5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014B44-45F7-41E5-9D20-4611A0AEB0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BAF6F7-1960-4A71-828F-1340F06E8A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59D3B-C0C5-48F9-8E5B-0FD127B4F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1ACD94-F0E8-46F5-B83D-9E9162A61A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107D85-8157-433E-838B-F56B607A1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93377D-E0A3-4F6A-A08F-354EAF476E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25C08D-7AB9-4E39-9B51-0E03E22E77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29E240-B094-4424-B646-9A94B8711F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E5ACD-9505-4809-813F-10DBBB01D3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AE32AF-7A36-4A5E-BA4B-0B48E4163D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C7DAF-E892-4F57-8C8B-4E7805F9D7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6EAAD4-D7A3-48B4-96DB-AC80BE938F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8099D4-E60A-499D-9FB2-F4A5675C37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0EEDDB-CA7C-4EE7-8B6D-EF15306493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154BA-0076-4F50-ADFE-099E38909E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2DE69D-2F0C-4B0A-8764-98922E8FC3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9792EE-2695-4787-BC16-248E79490F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C8ABA-1F77-4838-A6B1-E8A20A423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31E420-AD64-4FC7-9752-06F4A72C5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56F0BAE-8ED6-4467-A18D-D2D77B2DF1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2F9AE0-B979-4877-8CD3-21DD64B4A3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C46A13-C922-4CF9-894E-151215FCD5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7CF606-8543-4641-BE17-995DB325E1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15DBB2-4873-4667-BDE6-F1BCFF2145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3760" cy="731376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360" cy="63993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1760" cy="274176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000" cy="41004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696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69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6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plate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form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social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e full-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stack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temp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 réel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Next.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js 15,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Prism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a,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Postg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reSQ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L, </a:t>
            </a: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5840" cy="35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376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320" cy="4122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160" cy="365616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480" cy="164448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ieme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od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2800" cy="63864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5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6920" cy="3643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49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20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ages,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mapping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4640" cy="292464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4640" cy="36432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4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09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09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ans (KONE 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entamé 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2024 une transition complète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vers le développement full-stack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via la formation 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360" cy="127872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3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3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520" cy="118728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48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4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7720" cy="1827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280" cy="45705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600" cy="32760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600" cy="32760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600" cy="32760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600" cy="32760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600" cy="32760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58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200" cy="5472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20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200" cy="8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200" cy="5472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200" cy="5472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120" cy="169020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2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068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7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86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040" cy="42969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120" cy="3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120" cy="36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440" cy="145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120" cy="3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00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120" cy="3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000" cy="1050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440" cy="1454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08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000" cy="2102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440" cy="145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368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000" cy="1050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440" cy="1454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2720" tIns="45000" rIns="727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28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9720" cy="42969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3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0760" cy="41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0760" cy="41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0760" cy="41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0760" cy="41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07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040" cy="18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3760" cy="410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4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 wants to merge  18 commits  into  main  ← from  fix/docker-stabilisation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360" cy="108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360" cy="10836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360" cy="108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440" cy="18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440" cy="1814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4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4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3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480" cy="15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8640" cy="88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864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09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400" cy="182736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5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400" cy="13701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4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4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360" cy="1095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360" cy="1095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360" cy="1095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2800" cy="109584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360" cy="1095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1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0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120" cy="27417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1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52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480" cy="274176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60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000" cy="274176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0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1680" cy="21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000" cy="100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000" cy="10044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480" cy="100440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000" cy="10044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2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880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88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480" cy="501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480" cy="501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501480" cy="70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480" cy="501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3480" cy="82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480" cy="501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480" cy="501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50148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160" cy="196452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480" cy="501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501480" cy="6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4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0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000" cy="169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000" cy="169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000" cy="146160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00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000" cy="16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1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5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2800" cy="141588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2800" cy="274176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6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2800" cy="71172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0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2800" cy="82152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6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2800" cy="324468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6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de données — 18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400" cy="45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080" cy="457056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29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88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1760" cy="16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1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5920" cy="173592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592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59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400" cy="100440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400" cy="100440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400" cy="100440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400" cy="100440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400" cy="100440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400" cy="100440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4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4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86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480" cy="100440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400" cy="265032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6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16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240" cy="29124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24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400" cy="100440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5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59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400" cy="425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7760" cy="457056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4880" cy="234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2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560" cy="31860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5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280" cy="13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1760" cy="86724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280" cy="867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6640" tIns="45000" rIns="26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4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4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4960" cy="32760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4960" cy="32760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59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87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168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48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160" cy="77580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47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19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2800" cy="77580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6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6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040" cy="50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040" cy="50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040" cy="501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00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040" cy="50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040" cy="50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04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280" cy="9000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640" tIns="45000" rIns="17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000" cy="21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000" cy="900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00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000" cy="9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00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1640" cy="216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000" cy="900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440" cy="21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000" cy="900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000" cy="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164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400" cy="8672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2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000" cy="2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000" cy="9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000" cy="2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-21960" rIns="45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00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000" cy="900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9440" rIns="4500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28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8720" cy="50148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87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2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0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2800" cy="95868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60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0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1640" cy="2238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1640" cy="22388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1640" cy="22388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1640" cy="22388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1640" cy="22388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160" cy="223884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1640" cy="22388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4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2920" cy="29124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29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00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064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160" cy="25452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1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0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7800" cy="36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780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7800" cy="36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77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4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360" cy="86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360" cy="8672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360" cy="86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3760" cy="8672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360" cy="86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5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7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19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00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44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360" cy="146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120" cy="447912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000" cy="8215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000" cy="8215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000" cy="8215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000" cy="8215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1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56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2800" cy="68436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60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8640" cy="6386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8640" cy="6386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8640" cy="6386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8640" cy="6386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8640" cy="6386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8640" cy="6386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8640" cy="63864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160" cy="21931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8640" cy="6386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864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87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8720" cy="77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2800" cy="155304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4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0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320" cy="71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320" cy="716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320" cy="71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320" cy="71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320" cy="716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320" cy="1187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320" cy="71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3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32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560" cy="2467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1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000" cy="2467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37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3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5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000" cy="45705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2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3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160" cy="90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160" cy="9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160" cy="4570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160" cy="90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0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400" cy="455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52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89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3760" cy="457056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5720" cy="13572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5720" cy="13572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5720" cy="13572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4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000" cy="17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000" cy="457056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89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040" cy="410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040" cy="410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040" cy="410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040" cy="410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040" cy="410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040" cy="41004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04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1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200" cy="5472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200" cy="5472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1880" cy="42048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200" cy="5472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2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04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2800" cy="27288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57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480" cy="50148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4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5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040" cy="164448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04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0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3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7800" cy="2147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0680" cy="233028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78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0640" cy="187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160" cy="155304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16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320" cy="155304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56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3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0680" cy="105012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000" cy="1050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49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492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120" cy="27288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1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240" cy="867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240" cy="867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240" cy="867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0680" cy="2193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240" cy="8672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24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48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492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0680" cy="457056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77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0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4720" cy="14472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48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4720" cy="14472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4720" cy="14472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1880" cy="45705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18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4720" cy="1447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360" tIns="45000" rIns="72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080" cy="8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3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36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1640" cy="775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000" cy="1644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000" tIns="45000" rIns="45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480" cy="91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48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2920" cy="5929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2920" cy="5929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2920" cy="5929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040" cy="182736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2920" cy="5929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2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1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16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2880" cy="27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8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3760" cy="731376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3760" cy="731376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56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56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320" cy="63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56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280" cy="1955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2026-05-21T17:57:33Z</dcterms:modified>
  <cp:revision>10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