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presProps" Target="presProp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59885174"/>
        <c:axId val="80817004"/>
      </c:barChart>
      <c:catAx>
        <c:axId val="5988517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80817004"/>
        <c:crosses val="autoZero"/>
        <c:auto val="1"/>
        <c:lblAlgn val="ctr"/>
        <c:lblOffset val="100"/>
        <c:noMultiLvlLbl val="0"/>
      </c:catAx>
      <c:valAx>
        <c:axId val="80817004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5988517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95B603E-4918-4C50-94C5-FD91D1D1DF9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F9D2CB-385F-42EE-A48B-8BE9D7D062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CE47D82-34E2-48FA-BBB4-0B4AA6339B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D18AF4-A27A-4A4A-8FA7-D79AC1DBF9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C9CDE9-63AC-4879-BA31-96F371A1B4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55954E-6835-492C-8DB7-28E2659129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ECA661-2095-435A-97EC-9E72B0F181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506E80-EE1D-4669-B75B-361BC8C05F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873230-49EF-49BA-ADA7-D33907575D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DFE5D0-CAB6-4E6C-B85D-DECD4818CB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D075E0-2A11-4A71-9467-D928205ED9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69C481-362B-4084-BC1B-A739FB668B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BAB405-584D-4B8E-8BD6-E3FAFB93D0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841817-6353-4F58-ACBD-D8DFD1D86E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1F61FB-E439-4A1E-8CC0-ACEA305B8F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6A1533-0954-418C-89B3-61D58B888A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D31DC4-3ED0-4EB2-BA39-586EF51FB5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D23014-D87C-47C7-8D8F-5AD75AA6C0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F264B1-35D1-46B0-A16D-4A44377055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A2CC9D-66EC-4665-8989-B6C9213922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D2EEC7-4ABE-4A0A-B26A-EA71FA10C6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B36C7D-11E2-4864-BBD3-40C2A50482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36922D-4EE0-4BF6-8F2F-A36169D535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5A4CC5-5378-4459-AE50-06E425B25D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3A1CE3-0D21-4CDD-AB19-0039F00FD1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5EF9B7-39BD-4814-8374-EF80074566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D95A6DD-D86F-4006-8697-98AA3D3B4DC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33E832-8E8E-41DD-8A97-78E0EDB337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F4D011-66BA-4FCA-B335-59E7CC4F26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784DB1-6F8B-40C1-8DE8-75C51625765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63FBF5-FBFB-4C80-8587-4AF08E7411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5E4EFF-6110-490D-A1F6-3E061C9C76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D7698D-46AD-4D43-8AC1-7D41A5CF91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301D90-CC27-4DD3-B152-B51661AE5B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512F7D-08B6-41FC-8CF6-F2AF989206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C60437-3E86-4EED-B8A8-6FB0FD5FC5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002E3F-8848-4CA7-9A77-4AF0058E31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1486BE-3F40-4567-968A-15C60ACBFC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AD6AAB-E7A9-4B85-915F-F23ACDD6F4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F86EDA-583E-4DD8-AAC8-2B2154A690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316866-F804-4FD8-B2E6-ABBAFFC0D9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6CA79C-C465-4E50-B65A-2BB89336BF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8A9B0FD-5838-40C2-ADBB-C1F89A6957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F7C559-2EB3-4F7F-9413-D20F37A166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7FD99D-53E9-4474-A970-E05BBD56B3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D1323A-A831-4F73-BF54-D32CEA61A5F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C8F372-FC10-4742-B8C0-C7519D70AB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5E2CF89-0D71-449A-9DE3-07B9F20BEA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1600" cy="731160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7200" cy="639720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39600" cy="273960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3840" cy="40788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384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480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480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social 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48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sociale full-stack temps réel — Next.js 15, Prisma, PostgreSQL, 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3680" cy="33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160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2160" cy="412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4000" cy="365400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2320" cy="164232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0640" cy="6364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1936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4760" cy="3621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28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704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0640" cy="6364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1936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4760" cy="3621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28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704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0640" cy="6364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1936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4760" cy="3621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28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704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0640" cy="6364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1936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4760" cy="3621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28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704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0640" cy="6364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1936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4760" cy="3621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28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CI/CD &amp; 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704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Qualité, automatisation,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0640" cy="6364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1936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4760" cy="3621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28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704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2480" cy="292248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2480" cy="36216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24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688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68800" cy="12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ans (KONE Ascenseurs, SOCOTEC Équipements), j'ai entamé en 2024 une transition complète vers le développement full-stack via la formation Zone01 Rouen 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5200" cy="12765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520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52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5200" cy="12765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520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52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5200" cy="12765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520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52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5200" cy="12765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520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52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110920"/>
            <a:ext cx="7677360" cy="118512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499320" cy="4993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296960" y="5322240"/>
            <a:ext cx="49932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228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499320" cy="4993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41320"/>
            <a:ext cx="499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228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499320" cy="4993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49932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228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499320" cy="4993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377320"/>
            <a:ext cx="499320" cy="53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228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5560" cy="182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1120" cy="45684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5440" cy="32544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36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6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0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5440" cy="32544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36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6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0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5440" cy="32544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36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6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0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5440" cy="32544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36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6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0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5440" cy="32544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36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6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0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5440" cy="32544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36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6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0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692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0960" cy="16880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5040" cy="5450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5040" cy="6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08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080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0960" cy="16880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5040" cy="545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5040" cy="80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08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080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0960" cy="16880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5040" cy="545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504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08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080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0960" cy="16880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5040" cy="545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504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08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080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0960" cy="16880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5040" cy="545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50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08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080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2852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56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0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0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0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ul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0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2852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56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64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6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64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6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64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6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64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6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4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69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0880" cy="42948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58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4960" cy="33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3280" cy="1432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3280" cy="1432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3280" cy="1432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58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4960" cy="338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3280" cy="1432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3280" cy="1432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3280" cy="1432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3280" cy="1432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3280" cy="1432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58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4960" cy="33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3280" cy="143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3280" cy="143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3280" cy="143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3280" cy="143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58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4960" cy="33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3280" cy="143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3280" cy="143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3280" cy="143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3280" cy="143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286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3840" cy="104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3280" cy="143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286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3840" cy="2100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3280" cy="143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15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3840" cy="10486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3280" cy="1432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51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7560" cy="42948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18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08600" cy="4086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08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48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08600" cy="4086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08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48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08600" cy="40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08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48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08600" cy="4086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08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48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160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1600" cy="4078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2200" cy="225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22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43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#73  Profil utilisateur — données publiques par ID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58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CLecart  wants to merge  10 commits  into  main  ← from  10-get-profileid-public-profile-data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58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6200" cy="106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32760" rIns="5328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feat(post):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70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create post avec upload image, validation serveur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6200" cy="106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32760" rIns="5328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fix(api):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70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auth cookie JWT + vérification userId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6200" cy="10620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32760" rIns="5328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feat(profile):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70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route GET /api/user/[id] — données publiques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6200" cy="106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32760" rIns="5328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chore: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70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suppression imports inutilisés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58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79280" cy="179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36000"/>
            <a:ext cx="17928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5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79280" cy="179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10320"/>
            <a:ext cx="179280" cy="17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5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79280" cy="179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084640"/>
            <a:ext cx="1792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5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79280" cy="1792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58960"/>
            <a:ext cx="179280" cy="17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5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2320" cy="362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832720"/>
            <a:ext cx="164232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42440"/>
            <a:ext cx="5025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6840" cy="4568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1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07880" cy="4078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4816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07880" cy="407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4816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07880" cy="407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4816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07880" cy="407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4816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07880" cy="4078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4816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28520" cy="21909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1320" cy="15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28520" cy="21909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1320" cy="15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4240" cy="18252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6480" cy="636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392000"/>
            <a:ext cx="636480" cy="64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1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13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4240" cy="18252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6480" cy="636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648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1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13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4240" cy="18252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6480" cy="636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6480" cy="90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1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13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4240" cy="18252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6480" cy="636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3880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1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13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4240" cy="18252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6480" cy="636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648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1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13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4240" cy="13680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424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42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4240" cy="13680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424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42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4240" cy="13680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424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42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4240" cy="13680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424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42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4240" cy="13680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424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42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0640" cy="10936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6200" cy="10936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280" tIns="45000" rIns="53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396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0640" cy="10936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6200" cy="10936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280" tIns="45000" rIns="53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396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0640" cy="10936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6200" cy="1093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280" tIns="45000" rIns="53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396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0640" cy="10936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6200" cy="10936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280" tIns="45000" rIns="53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396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69480" cy="22366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xt.j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69480" cy="22366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69480" cy="2236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nnelle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mana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gée,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69480" cy="22366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69480" cy="22366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69480" cy="22366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0960" cy="2739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0960" cy="362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0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2360" cy="20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2320" cy="273960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2320" cy="3621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232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59440" cy="20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3840" cy="273960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3840" cy="3621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38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099520" cy="20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28320" cy="10022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87840" cy="1002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4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4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28320" cy="10022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87840" cy="10022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4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4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28320" cy="10022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87840" cy="10022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4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4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06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664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66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69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4000" cy="19623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499320" cy="4993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49932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882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88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4000" cy="19623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499320" cy="4993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499320" cy="7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882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88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4000" cy="19623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499320" cy="4993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1320" cy="8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882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88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4000" cy="19623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499320" cy="4993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499320" cy="62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882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88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4000" cy="19623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499320" cy="4993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499320" cy="62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882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88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4000" cy="19623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499320" cy="49932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49932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882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88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0640" cy="8193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39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34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toute technologie. On y identifie les entités, leurs attributs et les cardinalités entre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3840" cy="145944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38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3840" cy="14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09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3840" cy="145944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38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3840" cy="14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09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3840" cy="145944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38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3840" cy="14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09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3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3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0640" cy="141372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865760"/>
            <a:ext cx="10969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149800"/>
            <a:ext cx="1069488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0640" cy="8193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39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34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0640" cy="273960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3560" cy="1335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3560" cy="1335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3560" cy="1335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0640" cy="70956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488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0640" cy="8193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39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34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109960" cy="347472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3560" cy="1335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3560" cy="1335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3560" cy="1335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86008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MCD — 10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9" name="Shape 3"/>
          <p:cNvSpPr/>
          <p:nvPr/>
        </p:nvSpPr>
        <p:spPr>
          <a:xfrm>
            <a:off x="8595360" y="1691640"/>
            <a:ext cx="3013920" cy="456840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8732520" y="178308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8732520" y="2148840"/>
            <a:ext cx="91080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9646920" y="2148840"/>
            <a:ext cx="191664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8732520" y="2651760"/>
            <a:ext cx="91080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8"/>
          <p:cNvSpPr/>
          <p:nvPr/>
        </p:nvSpPr>
        <p:spPr>
          <a:xfrm>
            <a:off x="9646920" y="2651760"/>
            <a:ext cx="191664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9"/>
          <p:cNvSpPr/>
          <p:nvPr/>
        </p:nvSpPr>
        <p:spPr>
          <a:xfrm>
            <a:off x="8732520" y="3154680"/>
            <a:ext cx="91080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0"/>
          <p:cNvSpPr/>
          <p:nvPr/>
        </p:nvSpPr>
        <p:spPr>
          <a:xfrm>
            <a:off x="9646920" y="3154680"/>
            <a:ext cx="191664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métie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1"/>
          <p:cNvSpPr/>
          <p:nvPr/>
        </p:nvSpPr>
        <p:spPr>
          <a:xfrm>
            <a:off x="8732520" y="3657600"/>
            <a:ext cx="91080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2"/>
          <p:cNvSpPr/>
          <p:nvPr/>
        </p:nvSpPr>
        <p:spPr>
          <a:xfrm>
            <a:off x="9646920" y="3657600"/>
            <a:ext cx="191664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3"/>
          <p:cNvSpPr/>
          <p:nvPr/>
        </p:nvSpPr>
        <p:spPr>
          <a:xfrm>
            <a:off x="8732520" y="4297680"/>
            <a:ext cx="2739600" cy="147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Text 14"/>
          <p:cNvSpPr/>
          <p:nvPr/>
        </p:nvSpPr>
        <p:spPr>
          <a:xfrm>
            <a:off x="8732520" y="4389120"/>
            <a:ext cx="2739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8732520" y="4663440"/>
            <a:ext cx="2739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8732520" y="4919400"/>
            <a:ext cx="2739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8732520" y="5175360"/>
            <a:ext cx="2739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8732520" y="5431680"/>
            <a:ext cx="2739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9"/>
          <p:cNvSpPr/>
          <p:nvPr/>
        </p:nvSpPr>
        <p:spPr>
          <a:xfrm>
            <a:off x="8732520" y="5687640"/>
            <a:ext cx="2739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0"/>
          <p:cNvSpPr/>
          <p:nvPr/>
        </p:nvSpPr>
        <p:spPr>
          <a:xfrm>
            <a:off x="8732520" y="5943600"/>
            <a:ext cx="2739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1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0" name=""/>
          <p:cNvPicPr/>
          <p:nvPr/>
        </p:nvPicPr>
        <p:blipFill>
          <a:blip r:embed="rId2"/>
          <a:stretch/>
        </p:blipFill>
        <p:spPr>
          <a:xfrm>
            <a:off x="457200" y="1691640"/>
            <a:ext cx="8045280" cy="4568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3760" cy="173376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3760" cy="14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37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2240" cy="10022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57464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88496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2240" cy="10022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0392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1424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2240" cy="100224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2348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3380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2240" cy="100224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24304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5336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2240" cy="100224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87232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18264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2240" cy="100224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24304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5336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2240" cy="10022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2348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3380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2240" cy="10022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0392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1424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65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4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2320" cy="100224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2320" cy="100224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2320" cy="10022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2320" cy="10022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2320" cy="100224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2320" cy="100224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4240" cy="264816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594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400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4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5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5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5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5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4240" cy="10022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3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37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3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37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3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37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69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30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69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30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69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37873 -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CDA 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Christoph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30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4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69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1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2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6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3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6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7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2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3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30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4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6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1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8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2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5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6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2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69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3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4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4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41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30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2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3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3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4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70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69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3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99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30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2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Shape 3"/>
          <p:cNvSpPr/>
          <p:nvPr/>
        </p:nvSpPr>
        <p:spPr>
          <a:xfrm>
            <a:off x="548640" y="169164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Shape 4"/>
          <p:cNvSpPr/>
          <p:nvPr/>
        </p:nvSpPr>
        <p:spPr>
          <a:xfrm>
            <a:off x="685800" y="17830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Text 5"/>
          <p:cNvSpPr/>
          <p:nvPr/>
        </p:nvSpPr>
        <p:spPr>
          <a:xfrm>
            <a:off x="914400" y="169164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6"/>
          <p:cNvSpPr/>
          <p:nvPr/>
        </p:nvSpPr>
        <p:spPr>
          <a:xfrm>
            <a:off x="2651760" y="169164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7"/>
          <p:cNvSpPr/>
          <p:nvPr/>
        </p:nvSpPr>
        <p:spPr>
          <a:xfrm>
            <a:off x="3931920" y="169164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Shape 8"/>
          <p:cNvSpPr/>
          <p:nvPr/>
        </p:nvSpPr>
        <p:spPr>
          <a:xfrm>
            <a:off x="6217920" y="169164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3" name="Shape 9"/>
          <p:cNvSpPr/>
          <p:nvPr/>
        </p:nvSpPr>
        <p:spPr>
          <a:xfrm>
            <a:off x="6355080" y="17830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4" name="Text 10"/>
          <p:cNvSpPr/>
          <p:nvPr/>
        </p:nvSpPr>
        <p:spPr>
          <a:xfrm>
            <a:off x="6583680" y="169164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11"/>
          <p:cNvSpPr/>
          <p:nvPr/>
        </p:nvSpPr>
        <p:spPr>
          <a:xfrm>
            <a:off x="8321040" y="169164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12"/>
          <p:cNvSpPr/>
          <p:nvPr/>
        </p:nvSpPr>
        <p:spPr>
          <a:xfrm>
            <a:off x="9601200" y="169164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13"/>
          <p:cNvSpPr/>
          <p:nvPr/>
        </p:nvSpPr>
        <p:spPr>
          <a:xfrm>
            <a:off x="548640" y="2057400"/>
            <a:ext cx="5482800" cy="3254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Shape 14"/>
          <p:cNvSpPr/>
          <p:nvPr/>
        </p:nvSpPr>
        <p:spPr>
          <a:xfrm>
            <a:off x="685800" y="214884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Text 15"/>
          <p:cNvSpPr/>
          <p:nvPr/>
        </p:nvSpPr>
        <p:spPr>
          <a:xfrm>
            <a:off x="914400" y="205740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6"/>
          <p:cNvSpPr/>
          <p:nvPr/>
        </p:nvSpPr>
        <p:spPr>
          <a:xfrm>
            <a:off x="2651760" y="205740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7"/>
          <p:cNvSpPr/>
          <p:nvPr/>
        </p:nvSpPr>
        <p:spPr>
          <a:xfrm>
            <a:off x="3931920" y="205740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8"/>
          <p:cNvSpPr/>
          <p:nvPr/>
        </p:nvSpPr>
        <p:spPr>
          <a:xfrm>
            <a:off x="6217920" y="2057400"/>
            <a:ext cx="5482800" cy="3254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Shape 19"/>
          <p:cNvSpPr/>
          <p:nvPr/>
        </p:nvSpPr>
        <p:spPr>
          <a:xfrm>
            <a:off x="6355080" y="214884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Text 20"/>
          <p:cNvSpPr/>
          <p:nvPr/>
        </p:nvSpPr>
        <p:spPr>
          <a:xfrm>
            <a:off x="6583680" y="205740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21"/>
          <p:cNvSpPr/>
          <p:nvPr/>
        </p:nvSpPr>
        <p:spPr>
          <a:xfrm>
            <a:off x="8321040" y="205740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22"/>
          <p:cNvSpPr/>
          <p:nvPr/>
        </p:nvSpPr>
        <p:spPr>
          <a:xfrm>
            <a:off x="9601200" y="205740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23"/>
          <p:cNvSpPr/>
          <p:nvPr/>
        </p:nvSpPr>
        <p:spPr>
          <a:xfrm>
            <a:off x="548640" y="242316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Shape 24"/>
          <p:cNvSpPr/>
          <p:nvPr/>
        </p:nvSpPr>
        <p:spPr>
          <a:xfrm>
            <a:off x="685800" y="251460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Text 25"/>
          <p:cNvSpPr/>
          <p:nvPr/>
        </p:nvSpPr>
        <p:spPr>
          <a:xfrm>
            <a:off x="914400" y="242316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6"/>
          <p:cNvSpPr/>
          <p:nvPr/>
        </p:nvSpPr>
        <p:spPr>
          <a:xfrm>
            <a:off x="2651760" y="242316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27"/>
          <p:cNvSpPr/>
          <p:nvPr/>
        </p:nvSpPr>
        <p:spPr>
          <a:xfrm>
            <a:off x="3931920" y="242316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public/pri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vé, posts,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28"/>
          <p:cNvSpPr/>
          <p:nvPr/>
        </p:nvSpPr>
        <p:spPr>
          <a:xfrm>
            <a:off x="6217920" y="242316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Shape 29"/>
          <p:cNvSpPr/>
          <p:nvPr/>
        </p:nvSpPr>
        <p:spPr>
          <a:xfrm>
            <a:off x="6355080" y="251460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Text 30"/>
          <p:cNvSpPr/>
          <p:nvPr/>
        </p:nvSpPr>
        <p:spPr>
          <a:xfrm>
            <a:off x="6583680" y="242316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31"/>
          <p:cNvSpPr/>
          <p:nvPr/>
        </p:nvSpPr>
        <p:spPr>
          <a:xfrm>
            <a:off x="8321040" y="242316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32"/>
          <p:cNvSpPr/>
          <p:nvPr/>
        </p:nvSpPr>
        <p:spPr>
          <a:xfrm>
            <a:off x="9601200" y="242316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33"/>
          <p:cNvSpPr/>
          <p:nvPr/>
        </p:nvSpPr>
        <p:spPr>
          <a:xfrm>
            <a:off x="548640" y="2788920"/>
            <a:ext cx="5482800" cy="3254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8" name="Shape 34"/>
          <p:cNvSpPr/>
          <p:nvPr/>
        </p:nvSpPr>
        <p:spPr>
          <a:xfrm>
            <a:off x="685800" y="288036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9" name="Text 35"/>
          <p:cNvSpPr/>
          <p:nvPr/>
        </p:nvSpPr>
        <p:spPr>
          <a:xfrm>
            <a:off x="914400" y="278892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36"/>
          <p:cNvSpPr/>
          <p:nvPr/>
        </p:nvSpPr>
        <p:spPr>
          <a:xfrm>
            <a:off x="2651760" y="278892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37"/>
          <p:cNvSpPr/>
          <p:nvPr/>
        </p:nvSpPr>
        <p:spPr>
          <a:xfrm>
            <a:off x="3931920" y="278892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Shape 38"/>
          <p:cNvSpPr/>
          <p:nvPr/>
        </p:nvSpPr>
        <p:spPr>
          <a:xfrm>
            <a:off x="6217920" y="2788920"/>
            <a:ext cx="5482800" cy="3254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Shape 39"/>
          <p:cNvSpPr/>
          <p:nvPr/>
        </p:nvSpPr>
        <p:spPr>
          <a:xfrm>
            <a:off x="6355080" y="288036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Text 40"/>
          <p:cNvSpPr/>
          <p:nvPr/>
        </p:nvSpPr>
        <p:spPr>
          <a:xfrm>
            <a:off x="6583680" y="278892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41"/>
          <p:cNvSpPr/>
          <p:nvPr/>
        </p:nvSpPr>
        <p:spPr>
          <a:xfrm>
            <a:off x="8321040" y="278892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42"/>
          <p:cNvSpPr/>
          <p:nvPr/>
        </p:nvSpPr>
        <p:spPr>
          <a:xfrm>
            <a:off x="9601200" y="278892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Shape 43"/>
          <p:cNvSpPr/>
          <p:nvPr/>
        </p:nvSpPr>
        <p:spPr>
          <a:xfrm>
            <a:off x="548640" y="315468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Shape 44"/>
          <p:cNvSpPr/>
          <p:nvPr/>
        </p:nvSpPr>
        <p:spPr>
          <a:xfrm>
            <a:off x="685800" y="324612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Text 45"/>
          <p:cNvSpPr/>
          <p:nvPr/>
        </p:nvSpPr>
        <p:spPr>
          <a:xfrm>
            <a:off x="914400" y="315468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46"/>
          <p:cNvSpPr/>
          <p:nvPr/>
        </p:nvSpPr>
        <p:spPr>
          <a:xfrm>
            <a:off x="2651760" y="315468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7"/>
          <p:cNvSpPr/>
          <p:nvPr/>
        </p:nvSpPr>
        <p:spPr>
          <a:xfrm>
            <a:off x="3931920" y="315468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48"/>
          <p:cNvSpPr/>
          <p:nvPr/>
        </p:nvSpPr>
        <p:spPr>
          <a:xfrm>
            <a:off x="6217920" y="315468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Shape 49"/>
          <p:cNvSpPr/>
          <p:nvPr/>
        </p:nvSpPr>
        <p:spPr>
          <a:xfrm>
            <a:off x="6355080" y="324612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Text 50"/>
          <p:cNvSpPr/>
          <p:nvPr/>
        </p:nvSpPr>
        <p:spPr>
          <a:xfrm>
            <a:off x="6583680" y="315468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1"/>
          <p:cNvSpPr/>
          <p:nvPr/>
        </p:nvSpPr>
        <p:spPr>
          <a:xfrm>
            <a:off x="8321040" y="315468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52"/>
          <p:cNvSpPr/>
          <p:nvPr/>
        </p:nvSpPr>
        <p:spPr>
          <a:xfrm>
            <a:off x="9601200" y="315468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53"/>
          <p:cNvSpPr/>
          <p:nvPr/>
        </p:nvSpPr>
        <p:spPr>
          <a:xfrm>
            <a:off x="548640" y="3520440"/>
            <a:ext cx="5482800" cy="3254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Shape 54"/>
          <p:cNvSpPr/>
          <p:nvPr/>
        </p:nvSpPr>
        <p:spPr>
          <a:xfrm>
            <a:off x="685800" y="36118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Text 55"/>
          <p:cNvSpPr/>
          <p:nvPr/>
        </p:nvSpPr>
        <p:spPr>
          <a:xfrm>
            <a:off x="914400" y="352044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56"/>
          <p:cNvSpPr/>
          <p:nvPr/>
        </p:nvSpPr>
        <p:spPr>
          <a:xfrm>
            <a:off x="2651760" y="352044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57"/>
          <p:cNvSpPr/>
          <p:nvPr/>
        </p:nvSpPr>
        <p:spPr>
          <a:xfrm>
            <a:off x="3931920" y="352044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Shape 58"/>
          <p:cNvSpPr/>
          <p:nvPr/>
        </p:nvSpPr>
        <p:spPr>
          <a:xfrm>
            <a:off x="6217920" y="3520440"/>
            <a:ext cx="5482800" cy="3254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Shape 59"/>
          <p:cNvSpPr/>
          <p:nvPr/>
        </p:nvSpPr>
        <p:spPr>
          <a:xfrm>
            <a:off x="6355080" y="36118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Text 60"/>
          <p:cNvSpPr/>
          <p:nvPr/>
        </p:nvSpPr>
        <p:spPr>
          <a:xfrm>
            <a:off x="6583680" y="352044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61"/>
          <p:cNvSpPr/>
          <p:nvPr/>
        </p:nvSpPr>
        <p:spPr>
          <a:xfrm>
            <a:off x="8321040" y="352044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2"/>
          <p:cNvSpPr/>
          <p:nvPr/>
        </p:nvSpPr>
        <p:spPr>
          <a:xfrm>
            <a:off x="9601200" y="352044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63"/>
          <p:cNvSpPr/>
          <p:nvPr/>
        </p:nvSpPr>
        <p:spPr>
          <a:xfrm>
            <a:off x="548640" y="388620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Shape 64"/>
          <p:cNvSpPr/>
          <p:nvPr/>
        </p:nvSpPr>
        <p:spPr>
          <a:xfrm>
            <a:off x="685800" y="397764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Text 65"/>
          <p:cNvSpPr/>
          <p:nvPr/>
        </p:nvSpPr>
        <p:spPr>
          <a:xfrm>
            <a:off x="914400" y="388620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66"/>
          <p:cNvSpPr/>
          <p:nvPr/>
        </p:nvSpPr>
        <p:spPr>
          <a:xfrm>
            <a:off x="2651760" y="388620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67"/>
          <p:cNvSpPr/>
          <p:nvPr/>
        </p:nvSpPr>
        <p:spPr>
          <a:xfrm>
            <a:off x="3931920" y="388620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Shape 68"/>
          <p:cNvSpPr/>
          <p:nvPr/>
        </p:nvSpPr>
        <p:spPr>
          <a:xfrm>
            <a:off x="6217920" y="388620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Shape 69"/>
          <p:cNvSpPr/>
          <p:nvPr/>
        </p:nvSpPr>
        <p:spPr>
          <a:xfrm>
            <a:off x="6355080" y="397764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Text 70"/>
          <p:cNvSpPr/>
          <p:nvPr/>
        </p:nvSpPr>
        <p:spPr>
          <a:xfrm>
            <a:off x="6583680" y="388620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1"/>
          <p:cNvSpPr/>
          <p:nvPr/>
        </p:nvSpPr>
        <p:spPr>
          <a:xfrm>
            <a:off x="8321040" y="388620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72"/>
          <p:cNvSpPr/>
          <p:nvPr/>
        </p:nvSpPr>
        <p:spPr>
          <a:xfrm>
            <a:off x="9601200" y="388620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8" name="Text 73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74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d'authenti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Shape 3"/>
          <p:cNvSpPr/>
          <p:nvPr/>
        </p:nvSpPr>
        <p:spPr>
          <a:xfrm>
            <a:off x="457200" y="1783080"/>
            <a:ext cx="1642320" cy="4993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Text 4"/>
          <p:cNvSpPr/>
          <p:nvPr/>
        </p:nvSpPr>
        <p:spPr>
          <a:xfrm>
            <a:off x="457200" y="1783080"/>
            <a:ext cx="1642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Shape 6"/>
          <p:cNvSpPr/>
          <p:nvPr/>
        </p:nvSpPr>
        <p:spPr>
          <a:xfrm>
            <a:off x="4480560" y="1783080"/>
            <a:ext cx="1642320" cy="4993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4480560" y="1783080"/>
            <a:ext cx="1642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503920" y="1783080"/>
            <a:ext cx="1642320" cy="4993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Text 10"/>
          <p:cNvSpPr/>
          <p:nvPr/>
        </p:nvSpPr>
        <p:spPr>
          <a:xfrm>
            <a:off x="8503920" y="1783080"/>
            <a:ext cx="1642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Text 13"/>
          <p:cNvSpPr/>
          <p:nvPr/>
        </p:nvSpPr>
        <p:spPr>
          <a:xfrm>
            <a:off x="1280160" y="2450520"/>
            <a:ext cx="4019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Text 15"/>
          <p:cNvSpPr/>
          <p:nvPr/>
        </p:nvSpPr>
        <p:spPr>
          <a:xfrm>
            <a:off x="5303520" y="2953440"/>
            <a:ext cx="4019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Text 17"/>
          <p:cNvSpPr/>
          <p:nvPr/>
        </p:nvSpPr>
        <p:spPr>
          <a:xfrm>
            <a:off x="5303520" y="3456360"/>
            <a:ext cx="4019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Shape 18"/>
          <p:cNvSpPr/>
          <p:nvPr/>
        </p:nvSpPr>
        <p:spPr>
          <a:xfrm>
            <a:off x="5349240" y="4023360"/>
            <a:ext cx="3654000" cy="77364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Text 19"/>
          <p:cNvSpPr/>
          <p:nvPr/>
        </p:nvSpPr>
        <p:spPr>
          <a:xfrm>
            <a:off x="5394960" y="4069080"/>
            <a:ext cx="35625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 21"/>
          <p:cNvSpPr/>
          <p:nvPr/>
        </p:nvSpPr>
        <p:spPr>
          <a:xfrm>
            <a:off x="1280160" y="4782240"/>
            <a:ext cx="4019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22"/>
          <p:cNvSpPr/>
          <p:nvPr/>
        </p:nvSpPr>
        <p:spPr>
          <a:xfrm>
            <a:off x="548640" y="5486400"/>
            <a:ext cx="11060640" cy="77364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 23"/>
          <p:cNvSpPr/>
          <p:nvPr/>
        </p:nvSpPr>
        <p:spPr>
          <a:xfrm>
            <a:off x="777240" y="5532120"/>
            <a:ext cx="106034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5" name="Text 24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25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TextBox 3"/>
          <p:cNvSpPr/>
          <p:nvPr/>
        </p:nvSpPr>
        <p:spPr>
          <a:xfrm>
            <a:off x="548640" y="721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Rectangle 4"/>
          <p:cNvSpPr/>
          <p:nvPr/>
        </p:nvSpPr>
        <p:spPr>
          <a:xfrm>
            <a:off x="549720" y="1691640"/>
            <a:ext cx="1550880" cy="4993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5"/>
          <p:cNvSpPr/>
          <p:nvPr/>
        </p:nvSpPr>
        <p:spPr>
          <a:xfrm>
            <a:off x="549720" y="1737360"/>
            <a:ext cx="15508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Box 6"/>
          <p:cNvSpPr/>
          <p:nvPr/>
        </p:nvSpPr>
        <p:spPr>
          <a:xfrm>
            <a:off x="549720" y="1947600"/>
            <a:ext cx="15508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Rectangle 7"/>
          <p:cNvSpPr/>
          <p:nvPr/>
        </p:nvSpPr>
        <p:spPr>
          <a:xfrm>
            <a:off x="1308600" y="2194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8"/>
          <p:cNvSpPr/>
          <p:nvPr/>
        </p:nvSpPr>
        <p:spPr>
          <a:xfrm>
            <a:off x="1308600" y="23590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9"/>
          <p:cNvSpPr/>
          <p:nvPr/>
        </p:nvSpPr>
        <p:spPr>
          <a:xfrm>
            <a:off x="1308600" y="25236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0"/>
          <p:cNvSpPr/>
          <p:nvPr/>
        </p:nvSpPr>
        <p:spPr>
          <a:xfrm>
            <a:off x="1308600" y="2688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1"/>
          <p:cNvSpPr/>
          <p:nvPr/>
        </p:nvSpPr>
        <p:spPr>
          <a:xfrm>
            <a:off x="1308600" y="2853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2"/>
          <p:cNvSpPr/>
          <p:nvPr/>
        </p:nvSpPr>
        <p:spPr>
          <a:xfrm>
            <a:off x="1308600" y="3017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3"/>
          <p:cNvSpPr/>
          <p:nvPr/>
        </p:nvSpPr>
        <p:spPr>
          <a:xfrm>
            <a:off x="1308600" y="31820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4"/>
          <p:cNvSpPr/>
          <p:nvPr/>
        </p:nvSpPr>
        <p:spPr>
          <a:xfrm>
            <a:off x="1308600" y="3346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5"/>
          <p:cNvSpPr/>
          <p:nvPr/>
        </p:nvSpPr>
        <p:spPr>
          <a:xfrm>
            <a:off x="1308600" y="3511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6"/>
          <p:cNvSpPr/>
          <p:nvPr/>
        </p:nvSpPr>
        <p:spPr>
          <a:xfrm>
            <a:off x="1308600" y="3675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7"/>
          <p:cNvSpPr/>
          <p:nvPr/>
        </p:nvSpPr>
        <p:spPr>
          <a:xfrm>
            <a:off x="1308600" y="3840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8"/>
          <p:cNvSpPr/>
          <p:nvPr/>
        </p:nvSpPr>
        <p:spPr>
          <a:xfrm>
            <a:off x="1308600" y="4005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"/>
          <p:cNvSpPr/>
          <p:nvPr/>
        </p:nvSpPr>
        <p:spPr>
          <a:xfrm>
            <a:off x="1308600" y="4169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20"/>
          <p:cNvSpPr/>
          <p:nvPr/>
        </p:nvSpPr>
        <p:spPr>
          <a:xfrm>
            <a:off x="1308600" y="4334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Rectangle 21"/>
          <p:cNvSpPr/>
          <p:nvPr/>
        </p:nvSpPr>
        <p:spPr>
          <a:xfrm>
            <a:off x="1308600" y="4498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Rectangle 22"/>
          <p:cNvSpPr/>
          <p:nvPr/>
        </p:nvSpPr>
        <p:spPr>
          <a:xfrm>
            <a:off x="1308600" y="4663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8" name="Rectangle 23"/>
          <p:cNvSpPr/>
          <p:nvPr/>
        </p:nvSpPr>
        <p:spPr>
          <a:xfrm>
            <a:off x="1308600" y="4827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9" name="Rectangle 24"/>
          <p:cNvSpPr/>
          <p:nvPr/>
        </p:nvSpPr>
        <p:spPr>
          <a:xfrm>
            <a:off x="1308600" y="4992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0" name="Rectangle 25"/>
          <p:cNvSpPr/>
          <p:nvPr/>
        </p:nvSpPr>
        <p:spPr>
          <a:xfrm>
            <a:off x="1308600" y="51573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1" name="Rectangle 26"/>
          <p:cNvSpPr/>
          <p:nvPr/>
        </p:nvSpPr>
        <p:spPr>
          <a:xfrm>
            <a:off x="1308600" y="53218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2" name="Rectangle 27"/>
          <p:cNvSpPr/>
          <p:nvPr/>
        </p:nvSpPr>
        <p:spPr>
          <a:xfrm>
            <a:off x="1308600" y="5486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28"/>
          <p:cNvSpPr/>
          <p:nvPr/>
        </p:nvSpPr>
        <p:spPr>
          <a:xfrm>
            <a:off x="1308600" y="5650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Rectangle 29"/>
          <p:cNvSpPr/>
          <p:nvPr/>
        </p:nvSpPr>
        <p:spPr>
          <a:xfrm>
            <a:off x="2927160" y="1691640"/>
            <a:ext cx="1550880" cy="499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TextBox 30"/>
          <p:cNvSpPr/>
          <p:nvPr/>
        </p:nvSpPr>
        <p:spPr>
          <a:xfrm>
            <a:off x="2927160" y="1737360"/>
            <a:ext cx="15508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Box 31"/>
          <p:cNvSpPr/>
          <p:nvPr/>
        </p:nvSpPr>
        <p:spPr>
          <a:xfrm>
            <a:off x="2927160" y="1947600"/>
            <a:ext cx="15508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Rectangle 32"/>
          <p:cNvSpPr/>
          <p:nvPr/>
        </p:nvSpPr>
        <p:spPr>
          <a:xfrm>
            <a:off x="3686040" y="2194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Rectangle 33"/>
          <p:cNvSpPr/>
          <p:nvPr/>
        </p:nvSpPr>
        <p:spPr>
          <a:xfrm>
            <a:off x="3686040" y="23590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34"/>
          <p:cNvSpPr/>
          <p:nvPr/>
        </p:nvSpPr>
        <p:spPr>
          <a:xfrm>
            <a:off x="3686040" y="25236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Rectangle 35"/>
          <p:cNvSpPr/>
          <p:nvPr/>
        </p:nvSpPr>
        <p:spPr>
          <a:xfrm>
            <a:off x="3686040" y="2688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1" name="Rectangle 36"/>
          <p:cNvSpPr/>
          <p:nvPr/>
        </p:nvSpPr>
        <p:spPr>
          <a:xfrm>
            <a:off x="3686040" y="2853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2" name="Rectangle 37"/>
          <p:cNvSpPr/>
          <p:nvPr/>
        </p:nvSpPr>
        <p:spPr>
          <a:xfrm>
            <a:off x="3686040" y="3017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Rectangle 38"/>
          <p:cNvSpPr/>
          <p:nvPr/>
        </p:nvSpPr>
        <p:spPr>
          <a:xfrm>
            <a:off x="3686040" y="31820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ctangle 39"/>
          <p:cNvSpPr/>
          <p:nvPr/>
        </p:nvSpPr>
        <p:spPr>
          <a:xfrm>
            <a:off x="3686040" y="3346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Rectangle 40"/>
          <p:cNvSpPr/>
          <p:nvPr/>
        </p:nvSpPr>
        <p:spPr>
          <a:xfrm>
            <a:off x="3704400" y="3485520"/>
            <a:ext cx="8784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3920" rIns="18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6" name="Rectangle 41"/>
          <p:cNvSpPr/>
          <p:nvPr/>
        </p:nvSpPr>
        <p:spPr>
          <a:xfrm>
            <a:off x="3686040" y="3675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Rectangle 42"/>
          <p:cNvSpPr/>
          <p:nvPr/>
        </p:nvSpPr>
        <p:spPr>
          <a:xfrm>
            <a:off x="3686040" y="3840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8" name="Rectangle 43"/>
          <p:cNvSpPr/>
          <p:nvPr/>
        </p:nvSpPr>
        <p:spPr>
          <a:xfrm>
            <a:off x="3686040" y="4005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9" name="Rectangle 44"/>
          <p:cNvSpPr/>
          <p:nvPr/>
        </p:nvSpPr>
        <p:spPr>
          <a:xfrm>
            <a:off x="3686040" y="4169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Rectangle 45"/>
          <p:cNvSpPr/>
          <p:nvPr/>
        </p:nvSpPr>
        <p:spPr>
          <a:xfrm>
            <a:off x="3686040" y="4334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Rectangle 46"/>
          <p:cNvSpPr/>
          <p:nvPr/>
        </p:nvSpPr>
        <p:spPr>
          <a:xfrm>
            <a:off x="3686040" y="4498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2" name="Rectangle 47"/>
          <p:cNvSpPr/>
          <p:nvPr/>
        </p:nvSpPr>
        <p:spPr>
          <a:xfrm>
            <a:off x="3686040" y="4663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3" name="Rectangle 48"/>
          <p:cNvSpPr/>
          <p:nvPr/>
        </p:nvSpPr>
        <p:spPr>
          <a:xfrm>
            <a:off x="3686040" y="4827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4" name="Rectangle 49"/>
          <p:cNvSpPr/>
          <p:nvPr/>
        </p:nvSpPr>
        <p:spPr>
          <a:xfrm>
            <a:off x="3686040" y="4992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5" name="Rectangle 50"/>
          <p:cNvSpPr/>
          <p:nvPr/>
        </p:nvSpPr>
        <p:spPr>
          <a:xfrm>
            <a:off x="3686040" y="51573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51"/>
          <p:cNvSpPr/>
          <p:nvPr/>
        </p:nvSpPr>
        <p:spPr>
          <a:xfrm>
            <a:off x="3686040" y="53218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Rectangle 52"/>
          <p:cNvSpPr/>
          <p:nvPr/>
        </p:nvSpPr>
        <p:spPr>
          <a:xfrm>
            <a:off x="3686040" y="5486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Rectangle 53"/>
          <p:cNvSpPr/>
          <p:nvPr/>
        </p:nvSpPr>
        <p:spPr>
          <a:xfrm>
            <a:off x="3686040" y="5650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Rectangle 54"/>
          <p:cNvSpPr/>
          <p:nvPr/>
        </p:nvSpPr>
        <p:spPr>
          <a:xfrm>
            <a:off x="5304600" y="1691640"/>
            <a:ext cx="1550880" cy="499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TextBox 55"/>
          <p:cNvSpPr/>
          <p:nvPr/>
        </p:nvSpPr>
        <p:spPr>
          <a:xfrm>
            <a:off x="5304600" y="1737360"/>
            <a:ext cx="15508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Box 56"/>
          <p:cNvSpPr/>
          <p:nvPr/>
        </p:nvSpPr>
        <p:spPr>
          <a:xfrm>
            <a:off x="5304600" y="1947600"/>
            <a:ext cx="15508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Rectangle 57"/>
          <p:cNvSpPr/>
          <p:nvPr/>
        </p:nvSpPr>
        <p:spPr>
          <a:xfrm>
            <a:off x="6063480" y="2194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3" name="Rectangle 58"/>
          <p:cNvSpPr/>
          <p:nvPr/>
        </p:nvSpPr>
        <p:spPr>
          <a:xfrm>
            <a:off x="6063480" y="23590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Rectangle 59"/>
          <p:cNvSpPr/>
          <p:nvPr/>
        </p:nvSpPr>
        <p:spPr>
          <a:xfrm>
            <a:off x="6063480" y="25236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5" name="Rectangle 60"/>
          <p:cNvSpPr/>
          <p:nvPr/>
        </p:nvSpPr>
        <p:spPr>
          <a:xfrm>
            <a:off x="6063480" y="2688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Rectangle 61"/>
          <p:cNvSpPr/>
          <p:nvPr/>
        </p:nvSpPr>
        <p:spPr>
          <a:xfrm>
            <a:off x="6063480" y="2853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Rectangle 62"/>
          <p:cNvSpPr/>
          <p:nvPr/>
        </p:nvSpPr>
        <p:spPr>
          <a:xfrm>
            <a:off x="5990400" y="3028320"/>
            <a:ext cx="8784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3920" rIns="18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63"/>
          <p:cNvSpPr/>
          <p:nvPr/>
        </p:nvSpPr>
        <p:spPr>
          <a:xfrm>
            <a:off x="6063480" y="31820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Rectangle 64"/>
          <p:cNvSpPr/>
          <p:nvPr/>
        </p:nvSpPr>
        <p:spPr>
          <a:xfrm>
            <a:off x="6063480" y="3346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Rectangle 65"/>
          <p:cNvSpPr/>
          <p:nvPr/>
        </p:nvSpPr>
        <p:spPr>
          <a:xfrm>
            <a:off x="6063480" y="3511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1" name="Rectangle 66"/>
          <p:cNvSpPr/>
          <p:nvPr/>
        </p:nvSpPr>
        <p:spPr>
          <a:xfrm>
            <a:off x="6063480" y="3675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Rectangle 67"/>
          <p:cNvSpPr/>
          <p:nvPr/>
        </p:nvSpPr>
        <p:spPr>
          <a:xfrm>
            <a:off x="6063480" y="3840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Rectangle 68"/>
          <p:cNvSpPr/>
          <p:nvPr/>
        </p:nvSpPr>
        <p:spPr>
          <a:xfrm>
            <a:off x="6063480" y="4005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Rectangle 69"/>
          <p:cNvSpPr/>
          <p:nvPr/>
        </p:nvSpPr>
        <p:spPr>
          <a:xfrm>
            <a:off x="6063480" y="4169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Rectangle 70"/>
          <p:cNvSpPr/>
          <p:nvPr/>
        </p:nvSpPr>
        <p:spPr>
          <a:xfrm>
            <a:off x="6063480" y="4334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Rectangle 71"/>
          <p:cNvSpPr/>
          <p:nvPr/>
        </p:nvSpPr>
        <p:spPr>
          <a:xfrm>
            <a:off x="6063480" y="4498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7" name="Rectangle 72"/>
          <p:cNvSpPr/>
          <p:nvPr/>
        </p:nvSpPr>
        <p:spPr>
          <a:xfrm>
            <a:off x="6063480" y="4663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8" name="Rectangle 73"/>
          <p:cNvSpPr/>
          <p:nvPr/>
        </p:nvSpPr>
        <p:spPr>
          <a:xfrm>
            <a:off x="6063480" y="4827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74"/>
          <p:cNvSpPr/>
          <p:nvPr/>
        </p:nvSpPr>
        <p:spPr>
          <a:xfrm>
            <a:off x="6063480" y="4992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Rectangle 75"/>
          <p:cNvSpPr/>
          <p:nvPr/>
        </p:nvSpPr>
        <p:spPr>
          <a:xfrm>
            <a:off x="6063480" y="51573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1" name="Rectangle 76"/>
          <p:cNvSpPr/>
          <p:nvPr/>
        </p:nvSpPr>
        <p:spPr>
          <a:xfrm>
            <a:off x="6063480" y="53218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2" name="Rectangle 77"/>
          <p:cNvSpPr/>
          <p:nvPr/>
        </p:nvSpPr>
        <p:spPr>
          <a:xfrm>
            <a:off x="6063480" y="5486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Rectangle 78"/>
          <p:cNvSpPr/>
          <p:nvPr/>
        </p:nvSpPr>
        <p:spPr>
          <a:xfrm>
            <a:off x="6063480" y="5650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Rectangle 79"/>
          <p:cNvSpPr/>
          <p:nvPr/>
        </p:nvSpPr>
        <p:spPr>
          <a:xfrm>
            <a:off x="7682040" y="1691640"/>
            <a:ext cx="1550880" cy="499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Box 80"/>
          <p:cNvSpPr/>
          <p:nvPr/>
        </p:nvSpPr>
        <p:spPr>
          <a:xfrm>
            <a:off x="7682040" y="1737360"/>
            <a:ext cx="15508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Box 81"/>
          <p:cNvSpPr/>
          <p:nvPr/>
        </p:nvSpPr>
        <p:spPr>
          <a:xfrm>
            <a:off x="7682040" y="1947600"/>
            <a:ext cx="15508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Rectangle 82"/>
          <p:cNvSpPr/>
          <p:nvPr/>
        </p:nvSpPr>
        <p:spPr>
          <a:xfrm>
            <a:off x="8440920" y="2194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Rectangle 83"/>
          <p:cNvSpPr/>
          <p:nvPr/>
        </p:nvSpPr>
        <p:spPr>
          <a:xfrm>
            <a:off x="8440920" y="23590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Rectangle 84"/>
          <p:cNvSpPr/>
          <p:nvPr/>
        </p:nvSpPr>
        <p:spPr>
          <a:xfrm>
            <a:off x="8440920" y="25236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Rectangle 85"/>
          <p:cNvSpPr/>
          <p:nvPr/>
        </p:nvSpPr>
        <p:spPr>
          <a:xfrm>
            <a:off x="8440920" y="2688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Rectangle 86"/>
          <p:cNvSpPr/>
          <p:nvPr/>
        </p:nvSpPr>
        <p:spPr>
          <a:xfrm>
            <a:off x="8440920" y="2853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Rectangle 87"/>
          <p:cNvSpPr/>
          <p:nvPr/>
        </p:nvSpPr>
        <p:spPr>
          <a:xfrm>
            <a:off x="8440920" y="3017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Rectangle 88"/>
          <p:cNvSpPr/>
          <p:nvPr/>
        </p:nvSpPr>
        <p:spPr>
          <a:xfrm>
            <a:off x="8440920" y="31820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Rectangle 89"/>
          <p:cNvSpPr/>
          <p:nvPr/>
        </p:nvSpPr>
        <p:spPr>
          <a:xfrm>
            <a:off x="8440920" y="3346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Rectangle 90"/>
          <p:cNvSpPr/>
          <p:nvPr/>
        </p:nvSpPr>
        <p:spPr>
          <a:xfrm>
            <a:off x="8440920" y="3511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Rectangle 91"/>
          <p:cNvSpPr/>
          <p:nvPr/>
        </p:nvSpPr>
        <p:spPr>
          <a:xfrm>
            <a:off x="8440920" y="3675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Rectangle 92"/>
          <p:cNvSpPr/>
          <p:nvPr/>
        </p:nvSpPr>
        <p:spPr>
          <a:xfrm>
            <a:off x="8440920" y="3840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Rectangle 93"/>
          <p:cNvSpPr/>
          <p:nvPr/>
        </p:nvSpPr>
        <p:spPr>
          <a:xfrm>
            <a:off x="8440920" y="4005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94"/>
          <p:cNvSpPr/>
          <p:nvPr/>
        </p:nvSpPr>
        <p:spPr>
          <a:xfrm>
            <a:off x="8440920" y="4169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Rectangle 95"/>
          <p:cNvSpPr/>
          <p:nvPr/>
        </p:nvSpPr>
        <p:spPr>
          <a:xfrm>
            <a:off x="8440920" y="4334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1" name="Rectangle 96"/>
          <p:cNvSpPr/>
          <p:nvPr/>
        </p:nvSpPr>
        <p:spPr>
          <a:xfrm>
            <a:off x="8440920" y="4498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Rectangle 97"/>
          <p:cNvSpPr/>
          <p:nvPr/>
        </p:nvSpPr>
        <p:spPr>
          <a:xfrm>
            <a:off x="8440920" y="4663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Rectangle 98"/>
          <p:cNvSpPr/>
          <p:nvPr/>
        </p:nvSpPr>
        <p:spPr>
          <a:xfrm>
            <a:off x="8440920" y="4827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Rectangle 99"/>
          <p:cNvSpPr/>
          <p:nvPr/>
        </p:nvSpPr>
        <p:spPr>
          <a:xfrm>
            <a:off x="8440920" y="4992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100"/>
          <p:cNvSpPr/>
          <p:nvPr/>
        </p:nvSpPr>
        <p:spPr>
          <a:xfrm>
            <a:off x="8440920" y="51573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Rectangle 101"/>
          <p:cNvSpPr/>
          <p:nvPr/>
        </p:nvSpPr>
        <p:spPr>
          <a:xfrm>
            <a:off x="8440920" y="53218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Rectangle 102"/>
          <p:cNvSpPr/>
          <p:nvPr/>
        </p:nvSpPr>
        <p:spPr>
          <a:xfrm>
            <a:off x="8440920" y="5486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Rectangle 103"/>
          <p:cNvSpPr/>
          <p:nvPr/>
        </p:nvSpPr>
        <p:spPr>
          <a:xfrm>
            <a:off x="8440920" y="5650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Rectangle 104"/>
          <p:cNvSpPr/>
          <p:nvPr/>
        </p:nvSpPr>
        <p:spPr>
          <a:xfrm>
            <a:off x="10059480" y="1691640"/>
            <a:ext cx="1550880" cy="499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Box 105"/>
          <p:cNvSpPr/>
          <p:nvPr/>
        </p:nvSpPr>
        <p:spPr>
          <a:xfrm>
            <a:off x="10059480" y="1737360"/>
            <a:ext cx="15508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Box 106"/>
          <p:cNvSpPr/>
          <p:nvPr/>
        </p:nvSpPr>
        <p:spPr>
          <a:xfrm>
            <a:off x="10059480" y="1947600"/>
            <a:ext cx="15508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Rectangle 107"/>
          <p:cNvSpPr/>
          <p:nvPr/>
        </p:nvSpPr>
        <p:spPr>
          <a:xfrm>
            <a:off x="10818360" y="2194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3" name="Rectangle 108"/>
          <p:cNvSpPr/>
          <p:nvPr/>
        </p:nvSpPr>
        <p:spPr>
          <a:xfrm>
            <a:off x="10818360" y="23590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Rectangle 109"/>
          <p:cNvSpPr/>
          <p:nvPr/>
        </p:nvSpPr>
        <p:spPr>
          <a:xfrm>
            <a:off x="10818360" y="25236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5" name="Rectangle 110"/>
          <p:cNvSpPr/>
          <p:nvPr/>
        </p:nvSpPr>
        <p:spPr>
          <a:xfrm>
            <a:off x="10818360" y="2688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6" name="Rectangle 111"/>
          <p:cNvSpPr/>
          <p:nvPr/>
        </p:nvSpPr>
        <p:spPr>
          <a:xfrm>
            <a:off x="10818360" y="2853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7" name="Rectangle 112"/>
          <p:cNvSpPr/>
          <p:nvPr/>
        </p:nvSpPr>
        <p:spPr>
          <a:xfrm>
            <a:off x="10818360" y="3017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Rectangle 113"/>
          <p:cNvSpPr/>
          <p:nvPr/>
        </p:nvSpPr>
        <p:spPr>
          <a:xfrm>
            <a:off x="10818360" y="31820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Rectangle 114"/>
          <p:cNvSpPr/>
          <p:nvPr/>
        </p:nvSpPr>
        <p:spPr>
          <a:xfrm>
            <a:off x="10818360" y="3346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Rectangle 115"/>
          <p:cNvSpPr/>
          <p:nvPr/>
        </p:nvSpPr>
        <p:spPr>
          <a:xfrm>
            <a:off x="10818360" y="3511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Rectangle 116"/>
          <p:cNvSpPr/>
          <p:nvPr/>
        </p:nvSpPr>
        <p:spPr>
          <a:xfrm>
            <a:off x="10818360" y="3675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117"/>
          <p:cNvSpPr/>
          <p:nvPr/>
        </p:nvSpPr>
        <p:spPr>
          <a:xfrm>
            <a:off x="10818360" y="3840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Rectangle 118"/>
          <p:cNvSpPr/>
          <p:nvPr/>
        </p:nvSpPr>
        <p:spPr>
          <a:xfrm>
            <a:off x="10818360" y="4005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4" name="Rectangle 119"/>
          <p:cNvSpPr/>
          <p:nvPr/>
        </p:nvSpPr>
        <p:spPr>
          <a:xfrm>
            <a:off x="10818360" y="4169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5" name="Rectangle 120"/>
          <p:cNvSpPr/>
          <p:nvPr/>
        </p:nvSpPr>
        <p:spPr>
          <a:xfrm>
            <a:off x="10818360" y="4334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6" name="Rectangle 121"/>
          <p:cNvSpPr/>
          <p:nvPr/>
        </p:nvSpPr>
        <p:spPr>
          <a:xfrm>
            <a:off x="10818360" y="4498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7" name="Rectangle 122"/>
          <p:cNvSpPr/>
          <p:nvPr/>
        </p:nvSpPr>
        <p:spPr>
          <a:xfrm>
            <a:off x="10818360" y="4663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8" name="Rectangle 123"/>
          <p:cNvSpPr/>
          <p:nvPr/>
        </p:nvSpPr>
        <p:spPr>
          <a:xfrm>
            <a:off x="10818360" y="4827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9" name="Rectangle 124"/>
          <p:cNvSpPr/>
          <p:nvPr/>
        </p:nvSpPr>
        <p:spPr>
          <a:xfrm>
            <a:off x="10818360" y="4992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0" name="Rectangle 125"/>
          <p:cNvSpPr/>
          <p:nvPr/>
        </p:nvSpPr>
        <p:spPr>
          <a:xfrm>
            <a:off x="10818360" y="51573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1" name="Rectangle 126"/>
          <p:cNvSpPr/>
          <p:nvPr/>
        </p:nvSpPr>
        <p:spPr>
          <a:xfrm>
            <a:off x="10818360" y="53218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2" name="Rectangle 127"/>
          <p:cNvSpPr/>
          <p:nvPr/>
        </p:nvSpPr>
        <p:spPr>
          <a:xfrm>
            <a:off x="10818360" y="5486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3" name="Rectangle 128"/>
          <p:cNvSpPr/>
          <p:nvPr/>
        </p:nvSpPr>
        <p:spPr>
          <a:xfrm>
            <a:off x="10818360" y="5650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4" name="Rectangle 129"/>
          <p:cNvSpPr/>
          <p:nvPr/>
        </p:nvSpPr>
        <p:spPr>
          <a:xfrm>
            <a:off x="1326960" y="2606040"/>
            <a:ext cx="2373840" cy="19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5" name="Oval 130"/>
          <p:cNvSpPr/>
          <p:nvPr/>
        </p:nvSpPr>
        <p:spPr>
          <a:xfrm>
            <a:off x="3612960" y="2571120"/>
            <a:ext cx="87840" cy="878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6" name="TextBox 131"/>
          <p:cNvSpPr/>
          <p:nvPr/>
        </p:nvSpPr>
        <p:spPr>
          <a:xfrm>
            <a:off x="1418400" y="2283480"/>
            <a:ext cx="2282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Rectangle 132"/>
          <p:cNvSpPr/>
          <p:nvPr/>
        </p:nvSpPr>
        <p:spPr>
          <a:xfrm>
            <a:off x="3704400" y="3063240"/>
            <a:ext cx="2373840" cy="19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8" name="Oval 133"/>
          <p:cNvSpPr/>
          <p:nvPr/>
        </p:nvSpPr>
        <p:spPr>
          <a:xfrm>
            <a:off x="5990400" y="3028320"/>
            <a:ext cx="87840" cy="878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9" name="TextBox 134"/>
          <p:cNvSpPr/>
          <p:nvPr/>
        </p:nvSpPr>
        <p:spPr>
          <a:xfrm>
            <a:off x="3795840" y="2770560"/>
            <a:ext cx="2282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Rectangle 135"/>
          <p:cNvSpPr/>
          <p:nvPr/>
        </p:nvSpPr>
        <p:spPr>
          <a:xfrm>
            <a:off x="3704400" y="3485520"/>
            <a:ext cx="87840" cy="878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1" name="Rectangle 136"/>
          <p:cNvSpPr/>
          <p:nvPr/>
        </p:nvSpPr>
        <p:spPr>
          <a:xfrm>
            <a:off x="386892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2" name="Rectangle 137"/>
          <p:cNvSpPr/>
          <p:nvPr/>
        </p:nvSpPr>
        <p:spPr>
          <a:xfrm>
            <a:off x="403344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3" name="Rectangle 138"/>
          <p:cNvSpPr/>
          <p:nvPr/>
        </p:nvSpPr>
        <p:spPr>
          <a:xfrm>
            <a:off x="419832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4" name="Rectangle 139"/>
          <p:cNvSpPr/>
          <p:nvPr/>
        </p:nvSpPr>
        <p:spPr>
          <a:xfrm>
            <a:off x="436284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5" name="Rectangle 140"/>
          <p:cNvSpPr/>
          <p:nvPr/>
        </p:nvSpPr>
        <p:spPr>
          <a:xfrm>
            <a:off x="452736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6" name="Rectangle 141"/>
          <p:cNvSpPr/>
          <p:nvPr/>
        </p:nvSpPr>
        <p:spPr>
          <a:xfrm>
            <a:off x="469188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7" name="Rectangle 142"/>
          <p:cNvSpPr/>
          <p:nvPr/>
        </p:nvSpPr>
        <p:spPr>
          <a:xfrm>
            <a:off x="485640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8" name="Rectangle 143"/>
          <p:cNvSpPr/>
          <p:nvPr/>
        </p:nvSpPr>
        <p:spPr>
          <a:xfrm>
            <a:off x="502128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9" name="Rectangle 144"/>
          <p:cNvSpPr/>
          <p:nvPr/>
        </p:nvSpPr>
        <p:spPr>
          <a:xfrm>
            <a:off x="518580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0" name="Rectangle 145"/>
          <p:cNvSpPr/>
          <p:nvPr/>
        </p:nvSpPr>
        <p:spPr>
          <a:xfrm>
            <a:off x="535032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1" name="Rectangle 146"/>
          <p:cNvSpPr/>
          <p:nvPr/>
        </p:nvSpPr>
        <p:spPr>
          <a:xfrm>
            <a:off x="551484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Rectangle 147"/>
          <p:cNvSpPr/>
          <p:nvPr/>
        </p:nvSpPr>
        <p:spPr>
          <a:xfrm>
            <a:off x="567936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Rectangle 148"/>
          <p:cNvSpPr/>
          <p:nvPr/>
        </p:nvSpPr>
        <p:spPr>
          <a:xfrm>
            <a:off x="584424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Rectangle 149"/>
          <p:cNvSpPr/>
          <p:nvPr/>
        </p:nvSpPr>
        <p:spPr>
          <a:xfrm>
            <a:off x="6008760" y="3520440"/>
            <a:ext cx="6948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-21960" rIns="34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Oval 150"/>
          <p:cNvSpPr/>
          <p:nvPr/>
        </p:nvSpPr>
        <p:spPr>
          <a:xfrm>
            <a:off x="3704400" y="3485520"/>
            <a:ext cx="87840" cy="878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6" name="TextBox 151"/>
          <p:cNvSpPr/>
          <p:nvPr/>
        </p:nvSpPr>
        <p:spPr>
          <a:xfrm>
            <a:off x="3795840" y="3227760"/>
            <a:ext cx="2282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Rectangle 152"/>
          <p:cNvSpPr/>
          <p:nvPr/>
        </p:nvSpPr>
        <p:spPr>
          <a:xfrm>
            <a:off x="3704400" y="3977640"/>
            <a:ext cx="4751280" cy="19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Oval 153"/>
          <p:cNvSpPr/>
          <p:nvPr/>
        </p:nvSpPr>
        <p:spPr>
          <a:xfrm>
            <a:off x="8367840" y="3942720"/>
            <a:ext cx="87840" cy="878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9" name="TextBox 154"/>
          <p:cNvSpPr/>
          <p:nvPr/>
        </p:nvSpPr>
        <p:spPr>
          <a:xfrm>
            <a:off x="3780000" y="3716640"/>
            <a:ext cx="46598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Rectangle 155"/>
          <p:cNvSpPr/>
          <p:nvPr/>
        </p:nvSpPr>
        <p:spPr>
          <a:xfrm>
            <a:off x="1326960" y="4399920"/>
            <a:ext cx="87840" cy="87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Rectangle 156"/>
          <p:cNvSpPr/>
          <p:nvPr/>
        </p:nvSpPr>
        <p:spPr>
          <a:xfrm>
            <a:off x="149148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2" name="Rectangle 157"/>
          <p:cNvSpPr/>
          <p:nvPr/>
        </p:nvSpPr>
        <p:spPr>
          <a:xfrm>
            <a:off x="165600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3" name="Rectangle 158"/>
          <p:cNvSpPr/>
          <p:nvPr/>
        </p:nvSpPr>
        <p:spPr>
          <a:xfrm>
            <a:off x="182088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Rectangle 159"/>
          <p:cNvSpPr/>
          <p:nvPr/>
        </p:nvSpPr>
        <p:spPr>
          <a:xfrm>
            <a:off x="198540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5" name="Rectangle 160"/>
          <p:cNvSpPr/>
          <p:nvPr/>
        </p:nvSpPr>
        <p:spPr>
          <a:xfrm>
            <a:off x="214992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6" name="Rectangle 161"/>
          <p:cNvSpPr/>
          <p:nvPr/>
        </p:nvSpPr>
        <p:spPr>
          <a:xfrm>
            <a:off x="231444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Rectangle 162"/>
          <p:cNvSpPr/>
          <p:nvPr/>
        </p:nvSpPr>
        <p:spPr>
          <a:xfrm>
            <a:off x="247896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8" name="Rectangle 163"/>
          <p:cNvSpPr/>
          <p:nvPr/>
        </p:nvSpPr>
        <p:spPr>
          <a:xfrm>
            <a:off x="264384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Rectangle 164"/>
          <p:cNvSpPr/>
          <p:nvPr/>
        </p:nvSpPr>
        <p:spPr>
          <a:xfrm>
            <a:off x="280836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Rectangle 165"/>
          <p:cNvSpPr/>
          <p:nvPr/>
        </p:nvSpPr>
        <p:spPr>
          <a:xfrm>
            <a:off x="297288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1" name="Rectangle 166"/>
          <p:cNvSpPr/>
          <p:nvPr/>
        </p:nvSpPr>
        <p:spPr>
          <a:xfrm>
            <a:off x="313740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Rectangle 167"/>
          <p:cNvSpPr/>
          <p:nvPr/>
        </p:nvSpPr>
        <p:spPr>
          <a:xfrm>
            <a:off x="330192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3" name="Rectangle 168"/>
          <p:cNvSpPr/>
          <p:nvPr/>
        </p:nvSpPr>
        <p:spPr>
          <a:xfrm>
            <a:off x="346680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Rectangle 169"/>
          <p:cNvSpPr/>
          <p:nvPr/>
        </p:nvSpPr>
        <p:spPr>
          <a:xfrm>
            <a:off x="3631320" y="4434840"/>
            <a:ext cx="6948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-21960" rIns="34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5" name="Oval 170"/>
          <p:cNvSpPr/>
          <p:nvPr/>
        </p:nvSpPr>
        <p:spPr>
          <a:xfrm>
            <a:off x="1326960" y="4399920"/>
            <a:ext cx="87840" cy="87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6" name="TextBox 171"/>
          <p:cNvSpPr/>
          <p:nvPr/>
        </p:nvSpPr>
        <p:spPr>
          <a:xfrm>
            <a:off x="1418400" y="4480560"/>
            <a:ext cx="2282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Rectangle 172"/>
          <p:cNvSpPr/>
          <p:nvPr/>
        </p:nvSpPr>
        <p:spPr>
          <a:xfrm>
            <a:off x="8002080" y="4572000"/>
            <a:ext cx="3288240" cy="104796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Rectangle 173"/>
          <p:cNvSpPr/>
          <p:nvPr/>
        </p:nvSpPr>
        <p:spPr>
          <a:xfrm>
            <a:off x="8002080" y="4574520"/>
            <a:ext cx="590760" cy="225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TextBox 174"/>
          <p:cNvSpPr/>
          <p:nvPr/>
        </p:nvSpPr>
        <p:spPr>
          <a:xfrm>
            <a:off x="8002080" y="4574520"/>
            <a:ext cx="59076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0" name="TextBox 175"/>
          <p:cNvSpPr/>
          <p:nvPr/>
        </p:nvSpPr>
        <p:spPr>
          <a:xfrm>
            <a:off x="8642160" y="4574520"/>
            <a:ext cx="2282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Rectangle 176"/>
          <p:cNvSpPr/>
          <p:nvPr/>
        </p:nvSpPr>
        <p:spPr>
          <a:xfrm>
            <a:off x="8459280" y="5120640"/>
            <a:ext cx="2373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Oval 177"/>
          <p:cNvSpPr/>
          <p:nvPr/>
        </p:nvSpPr>
        <p:spPr>
          <a:xfrm>
            <a:off x="8459280" y="5085720"/>
            <a:ext cx="87840" cy="87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3" name="TextBox 178"/>
          <p:cNvSpPr/>
          <p:nvPr/>
        </p:nvSpPr>
        <p:spPr>
          <a:xfrm>
            <a:off x="8475120" y="4894560"/>
            <a:ext cx="2282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Rectangle 179"/>
          <p:cNvSpPr/>
          <p:nvPr/>
        </p:nvSpPr>
        <p:spPr>
          <a:xfrm>
            <a:off x="845928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Rectangle 180"/>
          <p:cNvSpPr/>
          <p:nvPr/>
        </p:nvSpPr>
        <p:spPr>
          <a:xfrm>
            <a:off x="862380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6" name="Rectangle 181"/>
          <p:cNvSpPr/>
          <p:nvPr/>
        </p:nvSpPr>
        <p:spPr>
          <a:xfrm>
            <a:off x="878832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Rectangle 182"/>
          <p:cNvSpPr/>
          <p:nvPr/>
        </p:nvSpPr>
        <p:spPr>
          <a:xfrm>
            <a:off x="895320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Rectangle 183"/>
          <p:cNvSpPr/>
          <p:nvPr/>
        </p:nvSpPr>
        <p:spPr>
          <a:xfrm>
            <a:off x="911772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9" name="Rectangle 184"/>
          <p:cNvSpPr/>
          <p:nvPr/>
        </p:nvSpPr>
        <p:spPr>
          <a:xfrm>
            <a:off x="928224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Rectangle 185"/>
          <p:cNvSpPr/>
          <p:nvPr/>
        </p:nvSpPr>
        <p:spPr>
          <a:xfrm>
            <a:off x="944676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Rectangle 186"/>
          <p:cNvSpPr/>
          <p:nvPr/>
        </p:nvSpPr>
        <p:spPr>
          <a:xfrm>
            <a:off x="961128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2" name="Rectangle 187"/>
          <p:cNvSpPr/>
          <p:nvPr/>
        </p:nvSpPr>
        <p:spPr>
          <a:xfrm>
            <a:off x="977616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Rectangle 188"/>
          <p:cNvSpPr/>
          <p:nvPr/>
        </p:nvSpPr>
        <p:spPr>
          <a:xfrm>
            <a:off x="994068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Rectangle 189"/>
          <p:cNvSpPr/>
          <p:nvPr/>
        </p:nvSpPr>
        <p:spPr>
          <a:xfrm>
            <a:off x="1010520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Rectangle 190"/>
          <p:cNvSpPr/>
          <p:nvPr/>
        </p:nvSpPr>
        <p:spPr>
          <a:xfrm>
            <a:off x="1026972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Rectangle 191"/>
          <p:cNvSpPr/>
          <p:nvPr/>
        </p:nvSpPr>
        <p:spPr>
          <a:xfrm>
            <a:off x="1043424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Rectangle 192"/>
          <p:cNvSpPr/>
          <p:nvPr/>
        </p:nvSpPr>
        <p:spPr>
          <a:xfrm>
            <a:off x="1059912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8" name="Rectangle 193"/>
          <p:cNvSpPr/>
          <p:nvPr/>
        </p:nvSpPr>
        <p:spPr>
          <a:xfrm>
            <a:off x="10745280" y="5405760"/>
            <a:ext cx="87840" cy="87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Oval 194"/>
          <p:cNvSpPr/>
          <p:nvPr/>
        </p:nvSpPr>
        <p:spPr>
          <a:xfrm>
            <a:off x="10745280" y="5405760"/>
            <a:ext cx="87840" cy="878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Box 195"/>
          <p:cNvSpPr/>
          <p:nvPr/>
        </p:nvSpPr>
        <p:spPr>
          <a:xfrm>
            <a:off x="8475120" y="5214600"/>
            <a:ext cx="2282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Box 19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TextBox 19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4" name="Text 64"/>
          <p:cNvSpPr/>
          <p:nvPr/>
        </p:nvSpPr>
        <p:spPr>
          <a:xfrm>
            <a:off x="549360" y="41220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– DIAGRAMME DE SEQUENCE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8" name="Shape 3"/>
          <p:cNvSpPr/>
          <p:nvPr/>
        </p:nvSpPr>
        <p:spPr>
          <a:xfrm>
            <a:off x="548640" y="1691640"/>
            <a:ext cx="7311600" cy="45684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4"/>
          <p:cNvSpPr/>
          <p:nvPr/>
        </p:nvSpPr>
        <p:spPr>
          <a:xfrm>
            <a:off x="777240" y="1874520"/>
            <a:ext cx="133560" cy="1335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Shape 5"/>
          <p:cNvSpPr/>
          <p:nvPr/>
        </p:nvSpPr>
        <p:spPr>
          <a:xfrm>
            <a:off x="960120" y="1874520"/>
            <a:ext cx="133560" cy="1335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1" name="Shape 6"/>
          <p:cNvSpPr/>
          <p:nvPr/>
        </p:nvSpPr>
        <p:spPr>
          <a:xfrm>
            <a:off x="1143000" y="1874520"/>
            <a:ext cx="133560" cy="1335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7"/>
          <p:cNvSpPr/>
          <p:nvPr/>
        </p:nvSpPr>
        <p:spPr>
          <a:xfrm>
            <a:off x="1371600" y="178308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8"/>
          <p:cNvSpPr/>
          <p:nvPr/>
        </p:nvSpPr>
        <p:spPr>
          <a:xfrm>
            <a:off x="777240" y="22402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Text 9"/>
          <p:cNvSpPr/>
          <p:nvPr/>
        </p:nvSpPr>
        <p:spPr>
          <a:xfrm>
            <a:off x="777240" y="24415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5" name="Text 10"/>
          <p:cNvSpPr/>
          <p:nvPr/>
        </p:nvSpPr>
        <p:spPr>
          <a:xfrm>
            <a:off x="777240" y="26427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11"/>
          <p:cNvSpPr/>
          <p:nvPr/>
        </p:nvSpPr>
        <p:spPr>
          <a:xfrm>
            <a:off x="777240" y="284364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Text 12"/>
          <p:cNvSpPr/>
          <p:nvPr/>
        </p:nvSpPr>
        <p:spPr>
          <a:xfrm>
            <a:off x="777240" y="30448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8" name="Text 13"/>
          <p:cNvSpPr/>
          <p:nvPr/>
        </p:nvSpPr>
        <p:spPr>
          <a:xfrm>
            <a:off x="777240" y="32461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14"/>
          <p:cNvSpPr/>
          <p:nvPr/>
        </p:nvSpPr>
        <p:spPr>
          <a:xfrm>
            <a:off x="777240" y="34473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Text 15"/>
          <p:cNvSpPr/>
          <p:nvPr/>
        </p:nvSpPr>
        <p:spPr>
          <a:xfrm>
            <a:off x="777240" y="364860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bcrypt.compare(password,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1" name="Text 16"/>
          <p:cNvSpPr/>
          <p:nvPr/>
        </p:nvSpPr>
        <p:spPr>
          <a:xfrm>
            <a:off x="777240" y="38494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17"/>
          <p:cNvSpPr/>
          <p:nvPr/>
        </p:nvSpPr>
        <p:spPr>
          <a:xfrm>
            <a:off x="777240" y="40507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Text 18"/>
          <p:cNvSpPr/>
          <p:nvPr/>
        </p:nvSpPr>
        <p:spPr>
          <a:xfrm>
            <a:off x="777240" y="42519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 19"/>
          <p:cNvSpPr/>
          <p:nvPr/>
        </p:nvSpPr>
        <p:spPr>
          <a:xfrm>
            <a:off x="777240" y="445320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 20"/>
          <p:cNvSpPr/>
          <p:nvPr/>
        </p:nvSpPr>
        <p:spPr>
          <a:xfrm>
            <a:off x="777240" y="465444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 21"/>
          <p:cNvSpPr/>
          <p:nvPr/>
        </p:nvSpPr>
        <p:spPr>
          <a:xfrm>
            <a:off x="777240" y="48553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 22"/>
          <p:cNvSpPr/>
          <p:nvPr/>
        </p:nvSpPr>
        <p:spPr>
          <a:xfrm>
            <a:off x="777240" y="50565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23"/>
          <p:cNvSpPr/>
          <p:nvPr/>
        </p:nvSpPr>
        <p:spPr>
          <a:xfrm>
            <a:off x="777240" y="525780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 24"/>
          <p:cNvSpPr/>
          <p:nvPr/>
        </p:nvSpPr>
        <p:spPr>
          <a:xfrm>
            <a:off x="777240" y="545904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 25"/>
          <p:cNvSpPr/>
          <p:nvPr/>
        </p:nvSpPr>
        <p:spPr>
          <a:xfrm>
            <a:off x="777240" y="56602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26"/>
          <p:cNvSpPr/>
          <p:nvPr/>
        </p:nvSpPr>
        <p:spPr>
          <a:xfrm>
            <a:off x="777240" y="58611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27"/>
          <p:cNvSpPr/>
          <p:nvPr/>
        </p:nvSpPr>
        <p:spPr>
          <a:xfrm>
            <a:off x="8092440" y="1691640"/>
            <a:ext cx="3516840" cy="45684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28"/>
          <p:cNvSpPr/>
          <p:nvPr/>
        </p:nvSpPr>
        <p:spPr>
          <a:xfrm>
            <a:off x="8275320" y="1783080"/>
            <a:ext cx="3196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Shape 29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5" name="Text 30"/>
          <p:cNvSpPr/>
          <p:nvPr/>
        </p:nvSpPr>
        <p:spPr>
          <a:xfrm>
            <a:off x="8275320" y="22402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 31"/>
          <p:cNvSpPr/>
          <p:nvPr/>
        </p:nvSpPr>
        <p:spPr>
          <a:xfrm>
            <a:off x="8778240" y="21945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Shape 32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8" name="Text 33"/>
          <p:cNvSpPr/>
          <p:nvPr/>
        </p:nvSpPr>
        <p:spPr>
          <a:xfrm>
            <a:off x="8275320" y="2844360"/>
            <a:ext cx="40788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9" name="Text 34"/>
          <p:cNvSpPr/>
          <p:nvPr/>
        </p:nvSpPr>
        <p:spPr>
          <a:xfrm>
            <a:off x="8778240" y="28346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0" name="Shape 35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 36"/>
          <p:cNvSpPr/>
          <p:nvPr/>
        </p:nvSpPr>
        <p:spPr>
          <a:xfrm>
            <a:off x="8275320" y="3484440"/>
            <a:ext cx="40788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 37"/>
          <p:cNvSpPr/>
          <p:nvPr/>
        </p:nvSpPr>
        <p:spPr>
          <a:xfrm>
            <a:off x="8778240" y="347472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Shape 38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4" name="Text 39"/>
          <p:cNvSpPr/>
          <p:nvPr/>
        </p:nvSpPr>
        <p:spPr>
          <a:xfrm>
            <a:off x="8275320" y="4114800"/>
            <a:ext cx="4078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 40"/>
          <p:cNvSpPr/>
          <p:nvPr/>
        </p:nvSpPr>
        <p:spPr>
          <a:xfrm>
            <a:off x="8778240" y="41148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Shape 41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7" name="Text 42"/>
          <p:cNvSpPr/>
          <p:nvPr/>
        </p:nvSpPr>
        <p:spPr>
          <a:xfrm>
            <a:off x="8275320" y="4764600"/>
            <a:ext cx="4078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8" name="Text 43"/>
          <p:cNvSpPr/>
          <p:nvPr/>
        </p:nvSpPr>
        <p:spPr>
          <a:xfrm>
            <a:off x="8778240" y="475488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Shape 44"/>
          <p:cNvSpPr/>
          <p:nvPr/>
        </p:nvSpPr>
        <p:spPr>
          <a:xfrm>
            <a:off x="8275320" y="5440680"/>
            <a:ext cx="407880" cy="4078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0" name="Text 45"/>
          <p:cNvSpPr/>
          <p:nvPr/>
        </p:nvSpPr>
        <p:spPr>
          <a:xfrm>
            <a:off x="8275320" y="5293800"/>
            <a:ext cx="407880" cy="64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 46"/>
          <p:cNvSpPr/>
          <p:nvPr/>
        </p:nvSpPr>
        <p:spPr>
          <a:xfrm>
            <a:off x="8778240" y="53949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3" name="Text 47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4" name="Text 48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8" name="Shape 3"/>
          <p:cNvSpPr/>
          <p:nvPr/>
        </p:nvSpPr>
        <p:spPr>
          <a:xfrm>
            <a:off x="166320" y="1655640"/>
            <a:ext cx="1276560" cy="4993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9" name="Text 4"/>
          <p:cNvSpPr/>
          <p:nvPr/>
        </p:nvSpPr>
        <p:spPr>
          <a:xfrm>
            <a:off x="166320" y="1655640"/>
            <a:ext cx="12765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0" name="Shape 5"/>
          <p:cNvSpPr/>
          <p:nvPr/>
        </p:nvSpPr>
        <p:spPr>
          <a:xfrm>
            <a:off x="8064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1" name="Shape 6"/>
          <p:cNvSpPr/>
          <p:nvPr/>
        </p:nvSpPr>
        <p:spPr>
          <a:xfrm>
            <a:off x="3275280" y="1655640"/>
            <a:ext cx="1276560" cy="4993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2" name="Text 7"/>
          <p:cNvSpPr/>
          <p:nvPr/>
        </p:nvSpPr>
        <p:spPr>
          <a:xfrm>
            <a:off x="3275280" y="1655640"/>
            <a:ext cx="12765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3" name="Shape 8"/>
          <p:cNvSpPr/>
          <p:nvPr/>
        </p:nvSpPr>
        <p:spPr>
          <a:xfrm>
            <a:off x="39153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4" name="Shape 9"/>
          <p:cNvSpPr/>
          <p:nvPr/>
        </p:nvSpPr>
        <p:spPr>
          <a:xfrm>
            <a:off x="6018480" y="1655640"/>
            <a:ext cx="1276560" cy="4993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5" name="Text 10"/>
          <p:cNvSpPr/>
          <p:nvPr/>
        </p:nvSpPr>
        <p:spPr>
          <a:xfrm>
            <a:off x="6018480" y="1655640"/>
            <a:ext cx="12765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6" name="Shape 11"/>
          <p:cNvSpPr/>
          <p:nvPr/>
        </p:nvSpPr>
        <p:spPr>
          <a:xfrm>
            <a:off x="66585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7" name="Shape 12"/>
          <p:cNvSpPr/>
          <p:nvPr/>
        </p:nvSpPr>
        <p:spPr>
          <a:xfrm>
            <a:off x="8395920" y="1655640"/>
            <a:ext cx="1276560" cy="49932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8" name="Text 13"/>
          <p:cNvSpPr/>
          <p:nvPr/>
        </p:nvSpPr>
        <p:spPr>
          <a:xfrm>
            <a:off x="8395920" y="1655640"/>
            <a:ext cx="12765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9" name="Shape 14"/>
          <p:cNvSpPr/>
          <p:nvPr/>
        </p:nvSpPr>
        <p:spPr>
          <a:xfrm>
            <a:off x="90360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0" name="Shape 15"/>
          <p:cNvSpPr/>
          <p:nvPr/>
        </p:nvSpPr>
        <p:spPr>
          <a:xfrm>
            <a:off x="10773360" y="1655640"/>
            <a:ext cx="1276560" cy="49932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Text 16"/>
          <p:cNvSpPr/>
          <p:nvPr/>
        </p:nvSpPr>
        <p:spPr>
          <a:xfrm>
            <a:off x="10773360" y="1655640"/>
            <a:ext cx="12765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 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Shape 17"/>
          <p:cNvSpPr/>
          <p:nvPr/>
        </p:nvSpPr>
        <p:spPr>
          <a:xfrm>
            <a:off x="1141344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Shape 18"/>
          <p:cNvSpPr/>
          <p:nvPr/>
        </p:nvSpPr>
        <p:spPr>
          <a:xfrm>
            <a:off x="806400" y="2615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Text 19"/>
          <p:cNvSpPr/>
          <p:nvPr/>
        </p:nvSpPr>
        <p:spPr>
          <a:xfrm>
            <a:off x="806400" y="2323080"/>
            <a:ext cx="31053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5" name="Shape 20"/>
          <p:cNvSpPr/>
          <p:nvPr/>
        </p:nvSpPr>
        <p:spPr>
          <a:xfrm>
            <a:off x="3915360" y="3027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Text 21"/>
          <p:cNvSpPr/>
          <p:nvPr/>
        </p:nvSpPr>
        <p:spPr>
          <a:xfrm>
            <a:off x="3915360" y="2734560"/>
            <a:ext cx="2739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7" name="Shape 22"/>
          <p:cNvSpPr/>
          <p:nvPr/>
        </p:nvSpPr>
        <p:spPr>
          <a:xfrm>
            <a:off x="3915360" y="3438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23"/>
          <p:cNvSpPr/>
          <p:nvPr/>
        </p:nvSpPr>
        <p:spPr>
          <a:xfrm>
            <a:off x="3915360" y="3146040"/>
            <a:ext cx="51170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Shape 24"/>
          <p:cNvSpPr/>
          <p:nvPr/>
        </p:nvSpPr>
        <p:spPr>
          <a:xfrm flipH="1">
            <a:off x="806400" y="3850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0" name="Text 25"/>
          <p:cNvSpPr/>
          <p:nvPr/>
        </p:nvSpPr>
        <p:spPr>
          <a:xfrm>
            <a:off x="806400" y="3557520"/>
            <a:ext cx="31053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Shape 26"/>
          <p:cNvSpPr/>
          <p:nvPr/>
        </p:nvSpPr>
        <p:spPr>
          <a:xfrm flipH="1">
            <a:off x="9036000" y="4307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2" name="Text 27"/>
          <p:cNvSpPr/>
          <p:nvPr/>
        </p:nvSpPr>
        <p:spPr>
          <a:xfrm>
            <a:off x="9036000" y="4014720"/>
            <a:ext cx="23738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Shape 28"/>
          <p:cNvSpPr/>
          <p:nvPr/>
        </p:nvSpPr>
        <p:spPr>
          <a:xfrm>
            <a:off x="9036000" y="4718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4" name="Text 29"/>
          <p:cNvSpPr/>
          <p:nvPr/>
        </p:nvSpPr>
        <p:spPr>
          <a:xfrm>
            <a:off x="9036000" y="4426200"/>
            <a:ext cx="23738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Shape 30"/>
          <p:cNvSpPr/>
          <p:nvPr/>
        </p:nvSpPr>
        <p:spPr>
          <a:xfrm>
            <a:off x="548640" y="5313240"/>
            <a:ext cx="11060640" cy="95652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6" name="Text 31"/>
          <p:cNvSpPr/>
          <p:nvPr/>
        </p:nvSpPr>
        <p:spPr>
          <a:xfrm>
            <a:off x="777240" y="5404680"/>
            <a:ext cx="1060344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8" name="Text 32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33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3" name="Shape 3"/>
          <p:cNvSpPr/>
          <p:nvPr/>
        </p:nvSpPr>
        <p:spPr>
          <a:xfrm>
            <a:off x="548640" y="1691640"/>
            <a:ext cx="7311600" cy="45684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4" name="Shape 4"/>
          <p:cNvSpPr/>
          <p:nvPr/>
        </p:nvSpPr>
        <p:spPr>
          <a:xfrm>
            <a:off x="777240" y="1874520"/>
            <a:ext cx="133560" cy="1335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5" name="Shape 5"/>
          <p:cNvSpPr/>
          <p:nvPr/>
        </p:nvSpPr>
        <p:spPr>
          <a:xfrm>
            <a:off x="960120" y="1874520"/>
            <a:ext cx="133560" cy="1335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6" name="Shape 6"/>
          <p:cNvSpPr/>
          <p:nvPr/>
        </p:nvSpPr>
        <p:spPr>
          <a:xfrm>
            <a:off x="1143000" y="1874520"/>
            <a:ext cx="133560" cy="1335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Text 7"/>
          <p:cNvSpPr/>
          <p:nvPr/>
        </p:nvSpPr>
        <p:spPr>
          <a:xfrm>
            <a:off x="1371600" y="178308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8" name="Text 8"/>
          <p:cNvSpPr/>
          <p:nvPr/>
        </p:nvSpPr>
        <p:spPr>
          <a:xfrm>
            <a:off x="777240" y="224028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Text 9"/>
          <p:cNvSpPr/>
          <p:nvPr/>
        </p:nvSpPr>
        <p:spPr>
          <a:xfrm>
            <a:off x="777240" y="238212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 10"/>
          <p:cNvSpPr/>
          <p:nvPr/>
        </p:nvSpPr>
        <p:spPr>
          <a:xfrm>
            <a:off x="777240" y="252360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11"/>
          <p:cNvSpPr/>
          <p:nvPr/>
        </p:nvSpPr>
        <p:spPr>
          <a:xfrm>
            <a:off x="777240" y="266544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Text 12"/>
          <p:cNvSpPr/>
          <p:nvPr/>
        </p:nvSpPr>
        <p:spPr>
          <a:xfrm>
            <a:off x="777240" y="280728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3" name="Text 13"/>
          <p:cNvSpPr/>
          <p:nvPr/>
        </p:nvSpPr>
        <p:spPr>
          <a:xfrm>
            <a:off x="777240" y="294912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14"/>
          <p:cNvSpPr/>
          <p:nvPr/>
        </p:nvSpPr>
        <p:spPr>
          <a:xfrm>
            <a:off x="777240" y="309060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Text 15"/>
          <p:cNvSpPr/>
          <p:nvPr/>
        </p:nvSpPr>
        <p:spPr>
          <a:xfrm>
            <a:off x="777240" y="323244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6" name="Text 16"/>
          <p:cNvSpPr/>
          <p:nvPr/>
        </p:nvSpPr>
        <p:spPr>
          <a:xfrm>
            <a:off x="777240" y="337428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17"/>
          <p:cNvSpPr/>
          <p:nvPr/>
        </p:nvSpPr>
        <p:spPr>
          <a:xfrm>
            <a:off x="777240" y="351576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Text 18"/>
          <p:cNvSpPr/>
          <p:nvPr/>
        </p:nvSpPr>
        <p:spPr>
          <a:xfrm>
            <a:off x="777240" y="365760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 19"/>
          <p:cNvSpPr/>
          <p:nvPr/>
        </p:nvSpPr>
        <p:spPr>
          <a:xfrm>
            <a:off x="777240" y="379944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20"/>
          <p:cNvSpPr/>
          <p:nvPr/>
        </p:nvSpPr>
        <p:spPr>
          <a:xfrm>
            <a:off x="777240" y="394092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</a:t>
            </a: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(async </a:t>
            </a: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function </a:t>
            </a: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Text 21"/>
          <p:cNvSpPr/>
          <p:nvPr/>
        </p:nvSpPr>
        <p:spPr>
          <a:xfrm>
            <a:off x="777240" y="408276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2" name="Text 22"/>
          <p:cNvSpPr/>
          <p:nvPr/>
        </p:nvSpPr>
        <p:spPr>
          <a:xfrm>
            <a:off x="777240" y="422460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23"/>
          <p:cNvSpPr/>
          <p:nvPr/>
        </p:nvSpPr>
        <p:spPr>
          <a:xfrm>
            <a:off x="777240" y="436644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Text 24"/>
          <p:cNvSpPr/>
          <p:nvPr/>
        </p:nvSpPr>
        <p:spPr>
          <a:xfrm>
            <a:off x="777240" y="450792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 25"/>
          <p:cNvSpPr/>
          <p:nvPr/>
        </p:nvSpPr>
        <p:spPr>
          <a:xfrm>
            <a:off x="777240" y="464976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26"/>
          <p:cNvSpPr/>
          <p:nvPr/>
        </p:nvSpPr>
        <p:spPr>
          <a:xfrm>
            <a:off x="777240" y="479160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7" name="Text 27"/>
          <p:cNvSpPr/>
          <p:nvPr/>
        </p:nvSpPr>
        <p:spPr>
          <a:xfrm>
            <a:off x="777240" y="493308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8" name="Text 28"/>
          <p:cNvSpPr/>
          <p:nvPr/>
        </p:nvSpPr>
        <p:spPr>
          <a:xfrm>
            <a:off x="777240" y="507492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29"/>
          <p:cNvSpPr/>
          <p:nvPr/>
        </p:nvSpPr>
        <p:spPr>
          <a:xfrm>
            <a:off x="777240" y="521676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0" name="Text 30"/>
          <p:cNvSpPr/>
          <p:nvPr/>
        </p:nvSpPr>
        <p:spPr>
          <a:xfrm>
            <a:off x="777240" y="535824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31"/>
          <p:cNvSpPr/>
          <p:nvPr/>
        </p:nvSpPr>
        <p:spPr>
          <a:xfrm>
            <a:off x="777240" y="550008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Text 32"/>
          <p:cNvSpPr/>
          <p:nvPr/>
        </p:nvSpPr>
        <p:spPr>
          <a:xfrm>
            <a:off x="777240" y="564192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3" name="Text 33"/>
          <p:cNvSpPr/>
          <p:nvPr/>
        </p:nvSpPr>
        <p:spPr>
          <a:xfrm>
            <a:off x="777240" y="578376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4" name="Text 34"/>
          <p:cNvSpPr/>
          <p:nvPr/>
        </p:nvSpPr>
        <p:spPr>
          <a:xfrm>
            <a:off x="777240" y="592524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35"/>
          <p:cNvSpPr/>
          <p:nvPr/>
        </p:nvSpPr>
        <p:spPr>
          <a:xfrm>
            <a:off x="777240" y="606708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Shape 36"/>
          <p:cNvSpPr/>
          <p:nvPr/>
        </p:nvSpPr>
        <p:spPr>
          <a:xfrm>
            <a:off x="8092440" y="1691640"/>
            <a:ext cx="3516840" cy="45684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7" name="Text 37"/>
          <p:cNvSpPr/>
          <p:nvPr/>
        </p:nvSpPr>
        <p:spPr>
          <a:xfrm>
            <a:off x="8275320" y="1783080"/>
            <a:ext cx="3196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Shape 38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9" name="Text 39"/>
          <p:cNvSpPr/>
          <p:nvPr/>
        </p:nvSpPr>
        <p:spPr>
          <a:xfrm>
            <a:off x="8275320" y="22402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40"/>
          <p:cNvSpPr/>
          <p:nvPr/>
        </p:nvSpPr>
        <p:spPr>
          <a:xfrm>
            <a:off x="8778240" y="21945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Shape 41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2" name="Text 42"/>
          <p:cNvSpPr/>
          <p:nvPr/>
        </p:nvSpPr>
        <p:spPr>
          <a:xfrm>
            <a:off x="8275320" y="28803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43"/>
          <p:cNvSpPr/>
          <p:nvPr/>
        </p:nvSpPr>
        <p:spPr>
          <a:xfrm>
            <a:off x="8778240" y="28346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Shape 44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5" name="Text 45"/>
          <p:cNvSpPr/>
          <p:nvPr/>
        </p:nvSpPr>
        <p:spPr>
          <a:xfrm>
            <a:off x="8275320" y="35204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46"/>
          <p:cNvSpPr/>
          <p:nvPr/>
        </p:nvSpPr>
        <p:spPr>
          <a:xfrm>
            <a:off x="8778240" y="347472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Shape 47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8" name="Text 48"/>
          <p:cNvSpPr/>
          <p:nvPr/>
        </p:nvSpPr>
        <p:spPr>
          <a:xfrm>
            <a:off x="8275320" y="416052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Text 49"/>
          <p:cNvSpPr/>
          <p:nvPr/>
        </p:nvSpPr>
        <p:spPr>
          <a:xfrm>
            <a:off x="8778240" y="41148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0" name="Shape 50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1" name="Text 51"/>
          <p:cNvSpPr/>
          <p:nvPr/>
        </p:nvSpPr>
        <p:spPr>
          <a:xfrm>
            <a:off x="8275320" y="480060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52"/>
          <p:cNvSpPr/>
          <p:nvPr/>
        </p:nvSpPr>
        <p:spPr>
          <a:xfrm>
            <a:off x="8778240" y="475488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Shape 53"/>
          <p:cNvSpPr/>
          <p:nvPr/>
        </p:nvSpPr>
        <p:spPr>
          <a:xfrm>
            <a:off x="8275320" y="5440680"/>
            <a:ext cx="407880" cy="4078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4" name="Text 54"/>
          <p:cNvSpPr/>
          <p:nvPr/>
        </p:nvSpPr>
        <p:spPr>
          <a:xfrm>
            <a:off x="8275320" y="54406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Text 55"/>
          <p:cNvSpPr/>
          <p:nvPr/>
        </p:nvSpPr>
        <p:spPr>
          <a:xfrm>
            <a:off x="8778240" y="53949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7" name="Text 5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 5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Shape 3"/>
          <p:cNvSpPr/>
          <p:nvPr/>
        </p:nvSpPr>
        <p:spPr>
          <a:xfrm>
            <a:off x="457200" y="169164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3" name="Shape 4"/>
          <p:cNvSpPr/>
          <p:nvPr/>
        </p:nvSpPr>
        <p:spPr>
          <a:xfrm>
            <a:off x="457200" y="1691640"/>
            <a:ext cx="69480" cy="22366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4" name="Text 5"/>
          <p:cNvSpPr/>
          <p:nvPr/>
        </p:nvSpPr>
        <p:spPr>
          <a:xfrm>
            <a:off x="685800" y="178308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5" name="Shape 6"/>
          <p:cNvSpPr/>
          <p:nvPr/>
        </p:nvSpPr>
        <p:spPr>
          <a:xfrm>
            <a:off x="685800" y="219456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6" name="Text 7"/>
          <p:cNvSpPr/>
          <p:nvPr/>
        </p:nvSpPr>
        <p:spPr>
          <a:xfrm>
            <a:off x="685800" y="219456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 8"/>
          <p:cNvSpPr/>
          <p:nvPr/>
        </p:nvSpPr>
        <p:spPr>
          <a:xfrm>
            <a:off x="1325880" y="219456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8" name="Shape 9"/>
          <p:cNvSpPr/>
          <p:nvPr/>
        </p:nvSpPr>
        <p:spPr>
          <a:xfrm>
            <a:off x="685800" y="260604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 10"/>
          <p:cNvSpPr/>
          <p:nvPr/>
        </p:nvSpPr>
        <p:spPr>
          <a:xfrm>
            <a:off x="685800" y="260604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 11"/>
          <p:cNvSpPr/>
          <p:nvPr/>
        </p:nvSpPr>
        <p:spPr>
          <a:xfrm>
            <a:off x="1325880" y="260604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1" name="Shape 12"/>
          <p:cNvSpPr/>
          <p:nvPr/>
        </p:nvSpPr>
        <p:spPr>
          <a:xfrm>
            <a:off x="685800" y="301752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2" name="Text 13"/>
          <p:cNvSpPr/>
          <p:nvPr/>
        </p:nvSpPr>
        <p:spPr>
          <a:xfrm>
            <a:off x="685800" y="301752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3" name="Text 14"/>
          <p:cNvSpPr/>
          <p:nvPr/>
        </p:nvSpPr>
        <p:spPr>
          <a:xfrm>
            <a:off x="1325880" y="301752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4" name="Shape 15"/>
          <p:cNvSpPr/>
          <p:nvPr/>
        </p:nvSpPr>
        <p:spPr>
          <a:xfrm>
            <a:off x="685800" y="342900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5" name="Text 16"/>
          <p:cNvSpPr/>
          <p:nvPr/>
        </p:nvSpPr>
        <p:spPr>
          <a:xfrm>
            <a:off x="685800" y="342900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Text 17"/>
          <p:cNvSpPr/>
          <p:nvPr/>
        </p:nvSpPr>
        <p:spPr>
          <a:xfrm>
            <a:off x="1325880" y="342900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7" name="Shape 18"/>
          <p:cNvSpPr/>
          <p:nvPr/>
        </p:nvSpPr>
        <p:spPr>
          <a:xfrm>
            <a:off x="4251960" y="169164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Shape 19"/>
          <p:cNvSpPr/>
          <p:nvPr/>
        </p:nvSpPr>
        <p:spPr>
          <a:xfrm>
            <a:off x="4251960" y="1691640"/>
            <a:ext cx="69480" cy="22366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Text 20"/>
          <p:cNvSpPr/>
          <p:nvPr/>
        </p:nvSpPr>
        <p:spPr>
          <a:xfrm>
            <a:off x="4480560" y="178308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0" name="Shape 21"/>
          <p:cNvSpPr/>
          <p:nvPr/>
        </p:nvSpPr>
        <p:spPr>
          <a:xfrm>
            <a:off x="4480560" y="219456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1" name="Text 22"/>
          <p:cNvSpPr/>
          <p:nvPr/>
        </p:nvSpPr>
        <p:spPr>
          <a:xfrm>
            <a:off x="4480560" y="219456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 23"/>
          <p:cNvSpPr/>
          <p:nvPr/>
        </p:nvSpPr>
        <p:spPr>
          <a:xfrm>
            <a:off x="5120640" y="219456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Shape 24"/>
          <p:cNvSpPr/>
          <p:nvPr/>
        </p:nvSpPr>
        <p:spPr>
          <a:xfrm>
            <a:off x="4480560" y="260604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4" name="Text 25"/>
          <p:cNvSpPr/>
          <p:nvPr/>
        </p:nvSpPr>
        <p:spPr>
          <a:xfrm>
            <a:off x="4480560" y="260604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 26"/>
          <p:cNvSpPr/>
          <p:nvPr/>
        </p:nvSpPr>
        <p:spPr>
          <a:xfrm>
            <a:off x="5120640" y="260604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Shape 27"/>
          <p:cNvSpPr/>
          <p:nvPr/>
        </p:nvSpPr>
        <p:spPr>
          <a:xfrm>
            <a:off x="4480560" y="301752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7" name="Text 28"/>
          <p:cNvSpPr/>
          <p:nvPr/>
        </p:nvSpPr>
        <p:spPr>
          <a:xfrm>
            <a:off x="4480560" y="301752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 29"/>
          <p:cNvSpPr/>
          <p:nvPr/>
        </p:nvSpPr>
        <p:spPr>
          <a:xfrm>
            <a:off x="5120640" y="301752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Shape 30"/>
          <p:cNvSpPr/>
          <p:nvPr/>
        </p:nvSpPr>
        <p:spPr>
          <a:xfrm>
            <a:off x="4480560" y="342900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0" name="Text 31"/>
          <p:cNvSpPr/>
          <p:nvPr/>
        </p:nvSpPr>
        <p:spPr>
          <a:xfrm>
            <a:off x="4480560" y="342900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 32"/>
          <p:cNvSpPr/>
          <p:nvPr/>
        </p:nvSpPr>
        <p:spPr>
          <a:xfrm>
            <a:off x="5120640" y="342900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Shape 33"/>
          <p:cNvSpPr/>
          <p:nvPr/>
        </p:nvSpPr>
        <p:spPr>
          <a:xfrm>
            <a:off x="8046720" y="169164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3" name="Shape 34"/>
          <p:cNvSpPr/>
          <p:nvPr/>
        </p:nvSpPr>
        <p:spPr>
          <a:xfrm>
            <a:off x="8046720" y="1691640"/>
            <a:ext cx="69480" cy="2236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4" name="Text 35"/>
          <p:cNvSpPr/>
          <p:nvPr/>
        </p:nvSpPr>
        <p:spPr>
          <a:xfrm>
            <a:off x="8275320" y="178308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Shape 36"/>
          <p:cNvSpPr/>
          <p:nvPr/>
        </p:nvSpPr>
        <p:spPr>
          <a:xfrm>
            <a:off x="8275320" y="219456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6" name="Text 37"/>
          <p:cNvSpPr/>
          <p:nvPr/>
        </p:nvSpPr>
        <p:spPr>
          <a:xfrm>
            <a:off x="8275320" y="219456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 38"/>
          <p:cNvSpPr/>
          <p:nvPr/>
        </p:nvSpPr>
        <p:spPr>
          <a:xfrm>
            <a:off x="8915400" y="219456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Shape 39"/>
          <p:cNvSpPr/>
          <p:nvPr/>
        </p:nvSpPr>
        <p:spPr>
          <a:xfrm>
            <a:off x="8275320" y="260604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9" name="Text 40"/>
          <p:cNvSpPr/>
          <p:nvPr/>
        </p:nvSpPr>
        <p:spPr>
          <a:xfrm>
            <a:off x="8275320" y="260604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 41"/>
          <p:cNvSpPr/>
          <p:nvPr/>
        </p:nvSpPr>
        <p:spPr>
          <a:xfrm>
            <a:off x="8915400" y="260604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Shape 42"/>
          <p:cNvSpPr/>
          <p:nvPr/>
        </p:nvSpPr>
        <p:spPr>
          <a:xfrm>
            <a:off x="8275320" y="301752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 43"/>
          <p:cNvSpPr/>
          <p:nvPr/>
        </p:nvSpPr>
        <p:spPr>
          <a:xfrm>
            <a:off x="8275320" y="301752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Text 44"/>
          <p:cNvSpPr/>
          <p:nvPr/>
        </p:nvSpPr>
        <p:spPr>
          <a:xfrm>
            <a:off x="8915400" y="301752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4" name="Shape 45"/>
          <p:cNvSpPr/>
          <p:nvPr/>
        </p:nvSpPr>
        <p:spPr>
          <a:xfrm>
            <a:off x="8275320" y="342900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5" name="Text 46"/>
          <p:cNvSpPr/>
          <p:nvPr/>
        </p:nvSpPr>
        <p:spPr>
          <a:xfrm>
            <a:off x="8275320" y="342900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Text 47"/>
          <p:cNvSpPr/>
          <p:nvPr/>
        </p:nvSpPr>
        <p:spPr>
          <a:xfrm>
            <a:off x="8915400" y="342900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7" name="Shape 48"/>
          <p:cNvSpPr/>
          <p:nvPr/>
        </p:nvSpPr>
        <p:spPr>
          <a:xfrm>
            <a:off x="457200" y="406908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8" name="Shape 49"/>
          <p:cNvSpPr/>
          <p:nvPr/>
        </p:nvSpPr>
        <p:spPr>
          <a:xfrm>
            <a:off x="457200" y="4069080"/>
            <a:ext cx="69480" cy="22366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9" name="Text 50"/>
          <p:cNvSpPr/>
          <p:nvPr/>
        </p:nvSpPr>
        <p:spPr>
          <a:xfrm>
            <a:off x="685800" y="416052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0" name="Shape 51"/>
          <p:cNvSpPr/>
          <p:nvPr/>
        </p:nvSpPr>
        <p:spPr>
          <a:xfrm>
            <a:off x="685800" y="457200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1" name="Text 52"/>
          <p:cNvSpPr/>
          <p:nvPr/>
        </p:nvSpPr>
        <p:spPr>
          <a:xfrm>
            <a:off x="685800" y="457200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Text 53"/>
          <p:cNvSpPr/>
          <p:nvPr/>
        </p:nvSpPr>
        <p:spPr>
          <a:xfrm>
            <a:off x="1325880" y="457200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3" name="Shape 54"/>
          <p:cNvSpPr/>
          <p:nvPr/>
        </p:nvSpPr>
        <p:spPr>
          <a:xfrm>
            <a:off x="685800" y="498348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4" name="Text 55"/>
          <p:cNvSpPr/>
          <p:nvPr/>
        </p:nvSpPr>
        <p:spPr>
          <a:xfrm>
            <a:off x="685800" y="498348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Text 56"/>
          <p:cNvSpPr/>
          <p:nvPr/>
        </p:nvSpPr>
        <p:spPr>
          <a:xfrm>
            <a:off x="1325880" y="498348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Shape 57"/>
          <p:cNvSpPr/>
          <p:nvPr/>
        </p:nvSpPr>
        <p:spPr>
          <a:xfrm>
            <a:off x="685800" y="539496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7" name="Text 58"/>
          <p:cNvSpPr/>
          <p:nvPr/>
        </p:nvSpPr>
        <p:spPr>
          <a:xfrm>
            <a:off x="685800" y="539496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 59"/>
          <p:cNvSpPr/>
          <p:nvPr/>
        </p:nvSpPr>
        <p:spPr>
          <a:xfrm>
            <a:off x="1325880" y="539496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Shape 60"/>
          <p:cNvSpPr/>
          <p:nvPr/>
        </p:nvSpPr>
        <p:spPr>
          <a:xfrm>
            <a:off x="685800" y="580644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0" name="Text 61"/>
          <p:cNvSpPr/>
          <p:nvPr/>
        </p:nvSpPr>
        <p:spPr>
          <a:xfrm>
            <a:off x="685800" y="580644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Text 62"/>
          <p:cNvSpPr/>
          <p:nvPr/>
        </p:nvSpPr>
        <p:spPr>
          <a:xfrm>
            <a:off x="1325880" y="580644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2" name="Shape 63"/>
          <p:cNvSpPr/>
          <p:nvPr/>
        </p:nvSpPr>
        <p:spPr>
          <a:xfrm>
            <a:off x="4251960" y="406908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3" name="Shape 64"/>
          <p:cNvSpPr/>
          <p:nvPr/>
        </p:nvSpPr>
        <p:spPr>
          <a:xfrm>
            <a:off x="4251960" y="4069080"/>
            <a:ext cx="69480" cy="22366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4" name="Text 65"/>
          <p:cNvSpPr/>
          <p:nvPr/>
        </p:nvSpPr>
        <p:spPr>
          <a:xfrm>
            <a:off x="4480560" y="416052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5" name="Shape 66"/>
          <p:cNvSpPr/>
          <p:nvPr/>
        </p:nvSpPr>
        <p:spPr>
          <a:xfrm>
            <a:off x="4480560" y="457200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 67"/>
          <p:cNvSpPr/>
          <p:nvPr/>
        </p:nvSpPr>
        <p:spPr>
          <a:xfrm>
            <a:off x="4480560" y="457200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 68"/>
          <p:cNvSpPr/>
          <p:nvPr/>
        </p:nvSpPr>
        <p:spPr>
          <a:xfrm>
            <a:off x="5120640" y="457200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Shape 69"/>
          <p:cNvSpPr/>
          <p:nvPr/>
        </p:nvSpPr>
        <p:spPr>
          <a:xfrm>
            <a:off x="4480560" y="498348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9" name="Text 70"/>
          <p:cNvSpPr/>
          <p:nvPr/>
        </p:nvSpPr>
        <p:spPr>
          <a:xfrm>
            <a:off x="4480560" y="498348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 71"/>
          <p:cNvSpPr/>
          <p:nvPr/>
        </p:nvSpPr>
        <p:spPr>
          <a:xfrm>
            <a:off x="5120640" y="498348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Shape 72"/>
          <p:cNvSpPr/>
          <p:nvPr/>
        </p:nvSpPr>
        <p:spPr>
          <a:xfrm>
            <a:off x="4480560" y="539496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2" name="Text 73"/>
          <p:cNvSpPr/>
          <p:nvPr/>
        </p:nvSpPr>
        <p:spPr>
          <a:xfrm>
            <a:off x="4480560" y="539496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 74"/>
          <p:cNvSpPr/>
          <p:nvPr/>
        </p:nvSpPr>
        <p:spPr>
          <a:xfrm>
            <a:off x="5120640" y="539496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Shape 75"/>
          <p:cNvSpPr/>
          <p:nvPr/>
        </p:nvSpPr>
        <p:spPr>
          <a:xfrm>
            <a:off x="4480560" y="580644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5" name="Text 76"/>
          <p:cNvSpPr/>
          <p:nvPr/>
        </p:nvSpPr>
        <p:spPr>
          <a:xfrm>
            <a:off x="4480560" y="580644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 77"/>
          <p:cNvSpPr/>
          <p:nvPr/>
        </p:nvSpPr>
        <p:spPr>
          <a:xfrm>
            <a:off x="5120640" y="580644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Shape 78"/>
          <p:cNvSpPr/>
          <p:nvPr/>
        </p:nvSpPr>
        <p:spPr>
          <a:xfrm>
            <a:off x="8046720" y="406908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8" name="Shape 79"/>
          <p:cNvSpPr/>
          <p:nvPr/>
        </p:nvSpPr>
        <p:spPr>
          <a:xfrm>
            <a:off x="8046720" y="4069080"/>
            <a:ext cx="69480" cy="22366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9" name="Text 80"/>
          <p:cNvSpPr/>
          <p:nvPr/>
        </p:nvSpPr>
        <p:spPr>
          <a:xfrm>
            <a:off x="8275320" y="416052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Shape 81"/>
          <p:cNvSpPr/>
          <p:nvPr/>
        </p:nvSpPr>
        <p:spPr>
          <a:xfrm>
            <a:off x="8275320" y="457200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Text 82"/>
          <p:cNvSpPr/>
          <p:nvPr/>
        </p:nvSpPr>
        <p:spPr>
          <a:xfrm>
            <a:off x="8275320" y="457200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2" name="Text 83"/>
          <p:cNvSpPr/>
          <p:nvPr/>
        </p:nvSpPr>
        <p:spPr>
          <a:xfrm>
            <a:off x="8915400" y="457200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Shape 84"/>
          <p:cNvSpPr/>
          <p:nvPr/>
        </p:nvSpPr>
        <p:spPr>
          <a:xfrm>
            <a:off x="8275320" y="498348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4" name="Text 85"/>
          <p:cNvSpPr/>
          <p:nvPr/>
        </p:nvSpPr>
        <p:spPr>
          <a:xfrm>
            <a:off x="8275320" y="498348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 86"/>
          <p:cNvSpPr/>
          <p:nvPr/>
        </p:nvSpPr>
        <p:spPr>
          <a:xfrm>
            <a:off x="8915400" y="498348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Shape 87"/>
          <p:cNvSpPr/>
          <p:nvPr/>
        </p:nvSpPr>
        <p:spPr>
          <a:xfrm>
            <a:off x="8275320" y="539496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7" name="Text 88"/>
          <p:cNvSpPr/>
          <p:nvPr/>
        </p:nvSpPr>
        <p:spPr>
          <a:xfrm>
            <a:off x="8275320" y="539496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 89"/>
          <p:cNvSpPr/>
          <p:nvPr/>
        </p:nvSpPr>
        <p:spPr>
          <a:xfrm>
            <a:off x="8915400" y="539496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Shape 90"/>
          <p:cNvSpPr/>
          <p:nvPr/>
        </p:nvSpPr>
        <p:spPr>
          <a:xfrm>
            <a:off x="8275320" y="580644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 91"/>
          <p:cNvSpPr/>
          <p:nvPr/>
        </p:nvSpPr>
        <p:spPr>
          <a:xfrm>
            <a:off x="8275320" y="580644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 92"/>
          <p:cNvSpPr/>
          <p:nvPr/>
        </p:nvSpPr>
        <p:spPr>
          <a:xfrm>
            <a:off x="8915400" y="580644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3" name="Text 93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 94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8" name="Shape 3"/>
          <p:cNvSpPr/>
          <p:nvPr/>
        </p:nvSpPr>
        <p:spPr>
          <a:xfrm>
            <a:off x="548640" y="1691640"/>
            <a:ext cx="7311600" cy="45684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9" name="Shape 4"/>
          <p:cNvSpPr/>
          <p:nvPr/>
        </p:nvSpPr>
        <p:spPr>
          <a:xfrm>
            <a:off x="777240" y="1874520"/>
            <a:ext cx="133560" cy="1335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0" name="Shape 5"/>
          <p:cNvSpPr/>
          <p:nvPr/>
        </p:nvSpPr>
        <p:spPr>
          <a:xfrm>
            <a:off x="960120" y="1874520"/>
            <a:ext cx="133560" cy="1335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Shape 6"/>
          <p:cNvSpPr/>
          <p:nvPr/>
        </p:nvSpPr>
        <p:spPr>
          <a:xfrm>
            <a:off x="1143000" y="1874520"/>
            <a:ext cx="133560" cy="1335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2" name="Text 7"/>
          <p:cNvSpPr/>
          <p:nvPr/>
        </p:nvSpPr>
        <p:spPr>
          <a:xfrm>
            <a:off x="1371600" y="178308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Text 8"/>
          <p:cNvSpPr/>
          <p:nvPr/>
        </p:nvSpPr>
        <p:spPr>
          <a:xfrm>
            <a:off x="777240" y="22402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Text 9"/>
          <p:cNvSpPr/>
          <p:nvPr/>
        </p:nvSpPr>
        <p:spPr>
          <a:xfrm>
            <a:off x="777240" y="24505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5" name="Text 10"/>
          <p:cNvSpPr/>
          <p:nvPr/>
        </p:nvSpPr>
        <p:spPr>
          <a:xfrm>
            <a:off x="777240" y="26607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 11"/>
          <p:cNvSpPr/>
          <p:nvPr/>
        </p:nvSpPr>
        <p:spPr>
          <a:xfrm>
            <a:off x="777240" y="28713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 12"/>
          <p:cNvSpPr/>
          <p:nvPr/>
        </p:nvSpPr>
        <p:spPr>
          <a:xfrm>
            <a:off x="777240" y="308160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 13"/>
          <p:cNvSpPr/>
          <p:nvPr/>
        </p:nvSpPr>
        <p:spPr>
          <a:xfrm>
            <a:off x="777240" y="329184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Text 14"/>
          <p:cNvSpPr/>
          <p:nvPr/>
        </p:nvSpPr>
        <p:spPr>
          <a:xfrm>
            <a:off x="777240" y="35020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0" name="Text 15"/>
          <p:cNvSpPr/>
          <p:nvPr/>
        </p:nvSpPr>
        <p:spPr>
          <a:xfrm>
            <a:off x="777240" y="37123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Text 16"/>
          <p:cNvSpPr/>
          <p:nvPr/>
        </p:nvSpPr>
        <p:spPr>
          <a:xfrm>
            <a:off x="777240" y="39229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 17"/>
          <p:cNvSpPr/>
          <p:nvPr/>
        </p:nvSpPr>
        <p:spPr>
          <a:xfrm>
            <a:off x="777240" y="41331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 18"/>
          <p:cNvSpPr/>
          <p:nvPr/>
        </p:nvSpPr>
        <p:spPr>
          <a:xfrm>
            <a:off x="777240" y="434340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 19"/>
          <p:cNvSpPr/>
          <p:nvPr/>
        </p:nvSpPr>
        <p:spPr>
          <a:xfrm>
            <a:off x="777240" y="455364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Text 20"/>
          <p:cNvSpPr/>
          <p:nvPr/>
        </p:nvSpPr>
        <p:spPr>
          <a:xfrm>
            <a:off x="777240" y="47638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6" name="Text 21"/>
          <p:cNvSpPr/>
          <p:nvPr/>
        </p:nvSpPr>
        <p:spPr>
          <a:xfrm>
            <a:off x="777240" y="49744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7" name="Text 22"/>
          <p:cNvSpPr/>
          <p:nvPr/>
        </p:nvSpPr>
        <p:spPr>
          <a:xfrm>
            <a:off x="777240" y="51847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 23"/>
          <p:cNvSpPr/>
          <p:nvPr/>
        </p:nvSpPr>
        <p:spPr>
          <a:xfrm>
            <a:off x="777240" y="53949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 24"/>
          <p:cNvSpPr/>
          <p:nvPr/>
        </p:nvSpPr>
        <p:spPr>
          <a:xfrm>
            <a:off x="777240" y="560520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 25"/>
          <p:cNvSpPr/>
          <p:nvPr/>
        </p:nvSpPr>
        <p:spPr>
          <a:xfrm>
            <a:off x="777240" y="581544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Shape 26"/>
          <p:cNvSpPr/>
          <p:nvPr/>
        </p:nvSpPr>
        <p:spPr>
          <a:xfrm>
            <a:off x="8092440" y="1691640"/>
            <a:ext cx="3516840" cy="45684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Text 27"/>
          <p:cNvSpPr/>
          <p:nvPr/>
        </p:nvSpPr>
        <p:spPr>
          <a:xfrm>
            <a:off x="8275320" y="1783080"/>
            <a:ext cx="3196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Shape 28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4" name="Text 29"/>
          <p:cNvSpPr/>
          <p:nvPr/>
        </p:nvSpPr>
        <p:spPr>
          <a:xfrm>
            <a:off x="8275320" y="2204280"/>
            <a:ext cx="40788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 30"/>
          <p:cNvSpPr/>
          <p:nvPr/>
        </p:nvSpPr>
        <p:spPr>
          <a:xfrm>
            <a:off x="8778240" y="21945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Shape 31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7" name="Text 32"/>
          <p:cNvSpPr/>
          <p:nvPr/>
        </p:nvSpPr>
        <p:spPr>
          <a:xfrm>
            <a:off x="8275320" y="2808360"/>
            <a:ext cx="4078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Text 33"/>
          <p:cNvSpPr/>
          <p:nvPr/>
        </p:nvSpPr>
        <p:spPr>
          <a:xfrm>
            <a:off x="8778240" y="28346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Shape 34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 35"/>
          <p:cNvSpPr/>
          <p:nvPr/>
        </p:nvSpPr>
        <p:spPr>
          <a:xfrm>
            <a:off x="8275320" y="35204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 36"/>
          <p:cNvSpPr/>
          <p:nvPr/>
        </p:nvSpPr>
        <p:spPr>
          <a:xfrm>
            <a:off x="8778240" y="347472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Shape 37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 38"/>
          <p:cNvSpPr/>
          <p:nvPr/>
        </p:nvSpPr>
        <p:spPr>
          <a:xfrm>
            <a:off x="8275320" y="416052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 39"/>
          <p:cNvSpPr/>
          <p:nvPr/>
        </p:nvSpPr>
        <p:spPr>
          <a:xfrm>
            <a:off x="8778240" y="41148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Shape 40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 41"/>
          <p:cNvSpPr/>
          <p:nvPr/>
        </p:nvSpPr>
        <p:spPr>
          <a:xfrm>
            <a:off x="8275320" y="480060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 42"/>
          <p:cNvSpPr/>
          <p:nvPr/>
        </p:nvSpPr>
        <p:spPr>
          <a:xfrm>
            <a:off x="8778240" y="475488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Shape 43"/>
          <p:cNvSpPr/>
          <p:nvPr/>
        </p:nvSpPr>
        <p:spPr>
          <a:xfrm>
            <a:off x="8275320" y="5440680"/>
            <a:ext cx="407880" cy="4078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 44"/>
          <p:cNvSpPr/>
          <p:nvPr/>
        </p:nvSpPr>
        <p:spPr>
          <a:xfrm>
            <a:off x="8275320" y="5224680"/>
            <a:ext cx="40788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 45"/>
          <p:cNvSpPr/>
          <p:nvPr/>
        </p:nvSpPr>
        <p:spPr>
          <a:xfrm>
            <a:off x="8778240" y="53949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2" name="Text 4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 4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7" name="Shape 3"/>
          <p:cNvSpPr/>
          <p:nvPr/>
        </p:nvSpPr>
        <p:spPr>
          <a:xfrm>
            <a:off x="548640" y="1691640"/>
            <a:ext cx="5528520" cy="45684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8" name="Text 4"/>
          <p:cNvSpPr/>
          <p:nvPr/>
        </p:nvSpPr>
        <p:spPr>
          <a:xfrm>
            <a:off x="731520" y="178308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5"/>
          <p:cNvSpPr/>
          <p:nvPr/>
        </p:nvSpPr>
        <p:spPr>
          <a:xfrm>
            <a:off x="777240" y="2194560"/>
            <a:ext cx="3621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Text 6"/>
          <p:cNvSpPr/>
          <p:nvPr/>
        </p:nvSpPr>
        <p:spPr>
          <a:xfrm>
            <a:off x="1188720" y="219456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1" name="Text 7"/>
          <p:cNvSpPr/>
          <p:nvPr/>
        </p:nvSpPr>
        <p:spPr>
          <a:xfrm>
            <a:off x="777240" y="2743200"/>
            <a:ext cx="3621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2" name="Text 8"/>
          <p:cNvSpPr/>
          <p:nvPr/>
        </p:nvSpPr>
        <p:spPr>
          <a:xfrm>
            <a:off x="1188720" y="274320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Text 9"/>
          <p:cNvSpPr/>
          <p:nvPr/>
        </p:nvSpPr>
        <p:spPr>
          <a:xfrm>
            <a:off x="777240" y="3291840"/>
            <a:ext cx="3621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4" name="Text 10"/>
          <p:cNvSpPr/>
          <p:nvPr/>
        </p:nvSpPr>
        <p:spPr>
          <a:xfrm>
            <a:off x="1188720" y="329184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Text 11"/>
          <p:cNvSpPr/>
          <p:nvPr/>
        </p:nvSpPr>
        <p:spPr>
          <a:xfrm>
            <a:off x="777240" y="3840480"/>
            <a:ext cx="3621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6" name="Text 12"/>
          <p:cNvSpPr/>
          <p:nvPr/>
        </p:nvSpPr>
        <p:spPr>
          <a:xfrm>
            <a:off x="1188720" y="38404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Text 13"/>
          <p:cNvSpPr/>
          <p:nvPr/>
        </p:nvSpPr>
        <p:spPr>
          <a:xfrm>
            <a:off x="777240" y="4389120"/>
            <a:ext cx="3621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8" name="Text 14"/>
          <p:cNvSpPr/>
          <p:nvPr/>
        </p:nvSpPr>
        <p:spPr>
          <a:xfrm>
            <a:off x="1188720" y="438912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Text 15"/>
          <p:cNvSpPr/>
          <p:nvPr/>
        </p:nvSpPr>
        <p:spPr>
          <a:xfrm>
            <a:off x="777240" y="4937760"/>
            <a:ext cx="3621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0" name="Text 16"/>
          <p:cNvSpPr/>
          <p:nvPr/>
        </p:nvSpPr>
        <p:spPr>
          <a:xfrm>
            <a:off x="1188720" y="493776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Text 17"/>
          <p:cNvSpPr/>
          <p:nvPr/>
        </p:nvSpPr>
        <p:spPr>
          <a:xfrm>
            <a:off x="777240" y="5486400"/>
            <a:ext cx="3621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2" name="Text 18"/>
          <p:cNvSpPr/>
          <p:nvPr/>
        </p:nvSpPr>
        <p:spPr>
          <a:xfrm>
            <a:off x="1188720" y="548640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Shape 19"/>
          <p:cNvSpPr/>
          <p:nvPr/>
        </p:nvSpPr>
        <p:spPr>
          <a:xfrm>
            <a:off x="6263640" y="1691640"/>
            <a:ext cx="5528520" cy="45684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4" name="Text 20"/>
          <p:cNvSpPr/>
          <p:nvPr/>
        </p:nvSpPr>
        <p:spPr>
          <a:xfrm>
            <a:off x="6446520" y="178308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5" name="Text 21"/>
          <p:cNvSpPr/>
          <p:nvPr/>
        </p:nvSpPr>
        <p:spPr>
          <a:xfrm>
            <a:off x="6446520" y="2194560"/>
            <a:ext cx="5025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Text 22"/>
          <p:cNvSpPr/>
          <p:nvPr/>
        </p:nvSpPr>
        <p:spPr>
          <a:xfrm>
            <a:off x="6446520" y="2468880"/>
            <a:ext cx="52084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 23"/>
          <p:cNvSpPr/>
          <p:nvPr/>
        </p:nvSpPr>
        <p:spPr>
          <a:xfrm>
            <a:off x="6446520" y="3108960"/>
            <a:ext cx="5025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de la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perso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4"/>
          <p:cNvSpPr/>
          <p:nvPr/>
        </p:nvSpPr>
        <p:spPr>
          <a:xfrm>
            <a:off x="6446520" y="338328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5"/>
          <p:cNvSpPr/>
          <p:nvPr/>
        </p:nvSpPr>
        <p:spPr>
          <a:xfrm>
            <a:off x="10058400" y="3410640"/>
            <a:ext cx="1368000" cy="2523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6"/>
          <p:cNvSpPr/>
          <p:nvPr/>
        </p:nvSpPr>
        <p:spPr>
          <a:xfrm>
            <a:off x="10058400" y="3410640"/>
            <a:ext cx="13680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Text 27"/>
          <p:cNvSpPr/>
          <p:nvPr/>
        </p:nvSpPr>
        <p:spPr>
          <a:xfrm>
            <a:off x="6446520" y="374904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2" name="Shape 28"/>
          <p:cNvSpPr/>
          <p:nvPr/>
        </p:nvSpPr>
        <p:spPr>
          <a:xfrm>
            <a:off x="10058400" y="3776400"/>
            <a:ext cx="1368000" cy="2523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3" name="Text 29"/>
          <p:cNvSpPr/>
          <p:nvPr/>
        </p:nvSpPr>
        <p:spPr>
          <a:xfrm>
            <a:off x="10058400" y="3776400"/>
            <a:ext cx="13680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Text 30"/>
          <p:cNvSpPr/>
          <p:nvPr/>
        </p:nvSpPr>
        <p:spPr>
          <a:xfrm>
            <a:off x="6446520" y="411480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5" name="Shape 31"/>
          <p:cNvSpPr/>
          <p:nvPr/>
        </p:nvSpPr>
        <p:spPr>
          <a:xfrm>
            <a:off x="10058400" y="4142160"/>
            <a:ext cx="1368000" cy="25236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6" name="Text 32"/>
          <p:cNvSpPr/>
          <p:nvPr/>
        </p:nvSpPr>
        <p:spPr>
          <a:xfrm>
            <a:off x="10058400" y="4142160"/>
            <a:ext cx="13680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7" name="Text 33"/>
          <p:cNvSpPr/>
          <p:nvPr/>
        </p:nvSpPr>
        <p:spPr>
          <a:xfrm>
            <a:off x="6446520" y="448056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Shape 34"/>
          <p:cNvSpPr/>
          <p:nvPr/>
        </p:nvSpPr>
        <p:spPr>
          <a:xfrm>
            <a:off x="10058400" y="4507920"/>
            <a:ext cx="1368000" cy="25236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9" name="Text 35"/>
          <p:cNvSpPr/>
          <p:nvPr/>
        </p:nvSpPr>
        <p:spPr>
          <a:xfrm>
            <a:off x="10058400" y="4507920"/>
            <a:ext cx="13680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0" name="Text 36"/>
          <p:cNvSpPr/>
          <p:nvPr/>
        </p:nvSpPr>
        <p:spPr>
          <a:xfrm>
            <a:off x="6446520" y="484632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1" name="Shape 37"/>
          <p:cNvSpPr/>
          <p:nvPr/>
        </p:nvSpPr>
        <p:spPr>
          <a:xfrm>
            <a:off x="10058400" y="4873680"/>
            <a:ext cx="1368000" cy="2523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2" name="Text 38"/>
          <p:cNvSpPr/>
          <p:nvPr/>
        </p:nvSpPr>
        <p:spPr>
          <a:xfrm>
            <a:off x="10058400" y="4873680"/>
            <a:ext cx="13680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9"/>
          <p:cNvSpPr/>
          <p:nvPr/>
        </p:nvSpPr>
        <p:spPr>
          <a:xfrm>
            <a:off x="6446520" y="5349240"/>
            <a:ext cx="520848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5" name="Text 40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Text 41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TextBox 2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9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Rectangle 4"/>
          <p:cNvSpPr/>
          <p:nvPr/>
        </p:nvSpPr>
        <p:spPr>
          <a:xfrm>
            <a:off x="548640" y="1691640"/>
            <a:ext cx="731160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1" name="Oval 5"/>
          <p:cNvSpPr/>
          <p:nvPr/>
        </p:nvSpPr>
        <p:spPr>
          <a:xfrm>
            <a:off x="777240" y="1874520"/>
            <a:ext cx="133560" cy="1335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2" name="Oval 6"/>
          <p:cNvSpPr/>
          <p:nvPr/>
        </p:nvSpPr>
        <p:spPr>
          <a:xfrm>
            <a:off x="960120" y="1874520"/>
            <a:ext cx="133560" cy="1335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Oval 7"/>
          <p:cNvSpPr/>
          <p:nvPr/>
        </p:nvSpPr>
        <p:spPr>
          <a:xfrm>
            <a:off x="1143000" y="1874520"/>
            <a:ext cx="133560" cy="1335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TextBox 8"/>
          <p:cNvSpPr/>
          <p:nvPr/>
        </p:nvSpPr>
        <p:spPr>
          <a:xfrm>
            <a:off x="1371600" y="1783080"/>
            <a:ext cx="63972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5" name="TextBox 9"/>
          <p:cNvSpPr/>
          <p:nvPr/>
        </p:nvSpPr>
        <p:spPr>
          <a:xfrm>
            <a:off x="777240" y="22402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Box 10"/>
          <p:cNvSpPr/>
          <p:nvPr/>
        </p:nvSpPr>
        <p:spPr>
          <a:xfrm>
            <a:off x="777240" y="24415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Box 12"/>
          <p:cNvSpPr/>
          <p:nvPr/>
        </p:nvSpPr>
        <p:spPr>
          <a:xfrm>
            <a:off x="777240" y="26427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TextBox 13"/>
          <p:cNvSpPr/>
          <p:nvPr/>
        </p:nvSpPr>
        <p:spPr>
          <a:xfrm>
            <a:off x="777240" y="28436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9" name="TextBox 14"/>
          <p:cNvSpPr/>
          <p:nvPr/>
        </p:nvSpPr>
        <p:spPr>
          <a:xfrm>
            <a:off x="777240" y="30448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0" name="TextBox 16"/>
          <p:cNvSpPr/>
          <p:nvPr/>
        </p:nvSpPr>
        <p:spPr>
          <a:xfrm>
            <a:off x="777240" y="32461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1" name="TextBox 18"/>
          <p:cNvSpPr/>
          <p:nvPr/>
        </p:nvSpPr>
        <p:spPr>
          <a:xfrm>
            <a:off x="777240" y="34473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777240" y="36486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Box 21"/>
          <p:cNvSpPr/>
          <p:nvPr/>
        </p:nvSpPr>
        <p:spPr>
          <a:xfrm>
            <a:off x="777240" y="38494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TextBox 22"/>
          <p:cNvSpPr/>
          <p:nvPr/>
        </p:nvSpPr>
        <p:spPr>
          <a:xfrm>
            <a:off x="777240" y="40507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5" name="TextBox 23"/>
          <p:cNvSpPr/>
          <p:nvPr/>
        </p:nvSpPr>
        <p:spPr>
          <a:xfrm>
            <a:off x="777240" y="42519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6" name="TextBox 24"/>
          <p:cNvSpPr/>
          <p:nvPr/>
        </p:nvSpPr>
        <p:spPr>
          <a:xfrm>
            <a:off x="777240" y="44532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7" name="TextBox 25"/>
          <p:cNvSpPr/>
          <p:nvPr/>
        </p:nvSpPr>
        <p:spPr>
          <a:xfrm>
            <a:off x="777240" y="46544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Box 26"/>
          <p:cNvSpPr/>
          <p:nvPr/>
        </p:nvSpPr>
        <p:spPr>
          <a:xfrm>
            <a:off x="777240" y="48553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Box 27"/>
          <p:cNvSpPr/>
          <p:nvPr/>
        </p:nvSpPr>
        <p:spPr>
          <a:xfrm>
            <a:off x="777240" y="50565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TextBox 28"/>
          <p:cNvSpPr/>
          <p:nvPr/>
        </p:nvSpPr>
        <p:spPr>
          <a:xfrm>
            <a:off x="777240" y="52578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1" name="TextBox 29"/>
          <p:cNvSpPr/>
          <p:nvPr/>
        </p:nvSpPr>
        <p:spPr>
          <a:xfrm>
            <a:off x="777240" y="54590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2" name="TextBox 31"/>
          <p:cNvSpPr/>
          <p:nvPr/>
        </p:nvSpPr>
        <p:spPr>
          <a:xfrm>
            <a:off x="777240" y="56602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3" name="TextBox 32"/>
          <p:cNvSpPr/>
          <p:nvPr/>
        </p:nvSpPr>
        <p:spPr>
          <a:xfrm>
            <a:off x="777240" y="58611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Box 33"/>
          <p:cNvSpPr/>
          <p:nvPr/>
        </p:nvSpPr>
        <p:spPr>
          <a:xfrm>
            <a:off x="777240" y="60624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Rectangle 34"/>
          <p:cNvSpPr/>
          <p:nvPr/>
        </p:nvSpPr>
        <p:spPr>
          <a:xfrm>
            <a:off x="8092440" y="1691640"/>
            <a:ext cx="3516840" cy="4568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6" name="TextBox 35"/>
          <p:cNvSpPr/>
          <p:nvPr/>
        </p:nvSpPr>
        <p:spPr>
          <a:xfrm>
            <a:off x="8275320" y="1783080"/>
            <a:ext cx="3151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7" name="Oval 36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TextBox 37"/>
          <p:cNvSpPr/>
          <p:nvPr/>
        </p:nvSpPr>
        <p:spPr>
          <a:xfrm>
            <a:off x="8275320" y="22402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9" name="TextBox 38"/>
          <p:cNvSpPr/>
          <p:nvPr/>
        </p:nvSpPr>
        <p:spPr>
          <a:xfrm>
            <a:off x="8814240" y="230256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Oval 39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1" name="TextBox 40"/>
          <p:cNvSpPr/>
          <p:nvPr/>
        </p:nvSpPr>
        <p:spPr>
          <a:xfrm>
            <a:off x="8275320" y="28803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TextBox 41"/>
          <p:cNvSpPr/>
          <p:nvPr/>
        </p:nvSpPr>
        <p:spPr>
          <a:xfrm>
            <a:off x="8814240" y="297864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3" name="Oval 42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TextBox 43"/>
          <p:cNvSpPr/>
          <p:nvPr/>
        </p:nvSpPr>
        <p:spPr>
          <a:xfrm>
            <a:off x="8275320" y="35204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5" name="TextBox 44"/>
          <p:cNvSpPr/>
          <p:nvPr/>
        </p:nvSpPr>
        <p:spPr>
          <a:xfrm>
            <a:off x="8814240" y="358272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Oval 45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7" name="TextBox 46"/>
          <p:cNvSpPr/>
          <p:nvPr/>
        </p:nvSpPr>
        <p:spPr>
          <a:xfrm>
            <a:off x="8275320" y="416052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TextBox 47"/>
          <p:cNvSpPr/>
          <p:nvPr/>
        </p:nvSpPr>
        <p:spPr>
          <a:xfrm>
            <a:off x="8814240" y="422280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9" name="Oval 48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TextBox 49"/>
          <p:cNvSpPr/>
          <p:nvPr/>
        </p:nvSpPr>
        <p:spPr>
          <a:xfrm>
            <a:off x="8275320" y="480060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1" name="TextBox 50"/>
          <p:cNvSpPr/>
          <p:nvPr/>
        </p:nvSpPr>
        <p:spPr>
          <a:xfrm>
            <a:off x="8814240" y="4862880"/>
            <a:ext cx="264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Box 51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Box 52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6" name="TextBox 2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Rectangle 4"/>
          <p:cNvSpPr/>
          <p:nvPr/>
        </p:nvSpPr>
        <p:spPr>
          <a:xfrm>
            <a:off x="548640" y="1691640"/>
            <a:ext cx="534564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9" name="Rectangle 5"/>
          <p:cNvSpPr/>
          <p:nvPr/>
        </p:nvSpPr>
        <p:spPr>
          <a:xfrm>
            <a:off x="548640" y="1691640"/>
            <a:ext cx="5345640" cy="3621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0" name="TextBox 6"/>
          <p:cNvSpPr/>
          <p:nvPr/>
        </p:nvSpPr>
        <p:spPr>
          <a:xfrm>
            <a:off x="685800" y="1755720"/>
            <a:ext cx="5025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Box 7"/>
          <p:cNvSpPr/>
          <p:nvPr/>
        </p:nvSpPr>
        <p:spPr>
          <a:xfrm>
            <a:off x="731520" y="224028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2" name="TextBox 8"/>
          <p:cNvSpPr/>
          <p:nvPr/>
        </p:nvSpPr>
        <p:spPr>
          <a:xfrm>
            <a:off x="731520" y="251460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3" name="TextBox 9"/>
          <p:cNvSpPr/>
          <p:nvPr/>
        </p:nvSpPr>
        <p:spPr>
          <a:xfrm>
            <a:off x="731520" y="278892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Box 10"/>
          <p:cNvSpPr/>
          <p:nvPr/>
        </p:nvSpPr>
        <p:spPr>
          <a:xfrm>
            <a:off x="731520" y="306324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5" name="TextBox 11"/>
          <p:cNvSpPr/>
          <p:nvPr/>
        </p:nvSpPr>
        <p:spPr>
          <a:xfrm>
            <a:off x="731520" y="333756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6" name="TextBox 12"/>
          <p:cNvSpPr/>
          <p:nvPr/>
        </p:nvSpPr>
        <p:spPr>
          <a:xfrm>
            <a:off x="731520" y="361188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13"/>
          <p:cNvSpPr/>
          <p:nvPr/>
        </p:nvSpPr>
        <p:spPr>
          <a:xfrm>
            <a:off x="731520" y="388620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TextBox 14"/>
          <p:cNvSpPr/>
          <p:nvPr/>
        </p:nvSpPr>
        <p:spPr>
          <a:xfrm>
            <a:off x="731520" y="416052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9" name="TextBox 15"/>
          <p:cNvSpPr/>
          <p:nvPr/>
        </p:nvSpPr>
        <p:spPr>
          <a:xfrm>
            <a:off x="731520" y="443484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0" name="TextBox 16"/>
          <p:cNvSpPr/>
          <p:nvPr/>
        </p:nvSpPr>
        <p:spPr>
          <a:xfrm>
            <a:off x="731520" y="470916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17"/>
          <p:cNvSpPr/>
          <p:nvPr/>
        </p:nvSpPr>
        <p:spPr>
          <a:xfrm>
            <a:off x="731520" y="498348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18"/>
          <p:cNvSpPr/>
          <p:nvPr/>
        </p:nvSpPr>
        <p:spPr>
          <a:xfrm>
            <a:off x="731520" y="525780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19"/>
          <p:cNvSpPr/>
          <p:nvPr/>
        </p:nvSpPr>
        <p:spPr>
          <a:xfrm>
            <a:off x="731520" y="553212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20"/>
          <p:cNvSpPr/>
          <p:nvPr/>
        </p:nvSpPr>
        <p:spPr>
          <a:xfrm>
            <a:off x="6080760" y="1691640"/>
            <a:ext cx="534564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21"/>
          <p:cNvSpPr/>
          <p:nvPr/>
        </p:nvSpPr>
        <p:spPr>
          <a:xfrm>
            <a:off x="6080760" y="1691640"/>
            <a:ext cx="5345640" cy="362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22"/>
          <p:cNvSpPr/>
          <p:nvPr/>
        </p:nvSpPr>
        <p:spPr>
          <a:xfrm>
            <a:off x="6217920" y="1755720"/>
            <a:ext cx="5025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23"/>
          <p:cNvSpPr/>
          <p:nvPr/>
        </p:nvSpPr>
        <p:spPr>
          <a:xfrm>
            <a:off x="6263640" y="224028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pattern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utilisé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partout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dans le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24"/>
          <p:cNvSpPr/>
          <p:nvPr/>
        </p:nvSpPr>
        <p:spPr>
          <a:xfrm>
            <a:off x="6263640" y="251460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25"/>
          <p:cNvSpPr/>
          <p:nvPr/>
        </p:nvSpPr>
        <p:spPr>
          <a:xfrm>
            <a:off x="6263640" y="278892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TextBox 26"/>
          <p:cNvSpPr/>
          <p:nvPr/>
        </p:nvSpPr>
        <p:spPr>
          <a:xfrm>
            <a:off x="6263640" y="306324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1" name="TextBox 27"/>
          <p:cNvSpPr/>
          <p:nvPr/>
        </p:nvSpPr>
        <p:spPr>
          <a:xfrm>
            <a:off x="6263640" y="333756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2" name="TextBox 28"/>
          <p:cNvSpPr/>
          <p:nvPr/>
        </p:nvSpPr>
        <p:spPr>
          <a:xfrm>
            <a:off x="6263640" y="361188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29"/>
          <p:cNvSpPr/>
          <p:nvPr/>
        </p:nvSpPr>
        <p:spPr>
          <a:xfrm>
            <a:off x="6263640" y="388620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30"/>
          <p:cNvSpPr/>
          <p:nvPr/>
        </p:nvSpPr>
        <p:spPr>
          <a:xfrm>
            <a:off x="6263640" y="416052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31"/>
          <p:cNvSpPr/>
          <p:nvPr/>
        </p:nvSpPr>
        <p:spPr>
          <a:xfrm>
            <a:off x="6263640" y="443484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TextBox 32"/>
          <p:cNvSpPr/>
          <p:nvPr/>
        </p:nvSpPr>
        <p:spPr>
          <a:xfrm>
            <a:off x="6263640" y="470916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7" name="TextBox 33"/>
          <p:cNvSpPr/>
          <p:nvPr/>
        </p:nvSpPr>
        <p:spPr>
          <a:xfrm>
            <a:off x="6263640" y="498348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8" name="TextBox 34"/>
          <p:cNvSpPr/>
          <p:nvPr/>
        </p:nvSpPr>
        <p:spPr>
          <a:xfrm>
            <a:off x="6263640" y="525780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35"/>
          <p:cNvSpPr/>
          <p:nvPr/>
        </p:nvSpPr>
        <p:spPr>
          <a:xfrm>
            <a:off x="6263640" y="553212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36"/>
          <p:cNvSpPr/>
          <p:nvPr/>
        </p:nvSpPr>
        <p:spPr>
          <a:xfrm>
            <a:off x="6263640" y="580644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37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TextBox 38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5" name="TextBox 2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Rectangle 4"/>
          <p:cNvSpPr/>
          <p:nvPr/>
        </p:nvSpPr>
        <p:spPr>
          <a:xfrm>
            <a:off x="548640" y="1691640"/>
            <a:ext cx="7311600" cy="8650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8" name="Rectangle 5"/>
          <p:cNvSpPr/>
          <p:nvPr/>
        </p:nvSpPr>
        <p:spPr>
          <a:xfrm>
            <a:off x="548640" y="1691640"/>
            <a:ext cx="106200" cy="865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45000" rIns="53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TextBox 6"/>
          <p:cNvSpPr/>
          <p:nvPr/>
        </p:nvSpPr>
        <p:spPr>
          <a:xfrm>
            <a:off x="822960" y="1783080"/>
            <a:ext cx="453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0" name="TextBox 7"/>
          <p:cNvSpPr/>
          <p:nvPr/>
        </p:nvSpPr>
        <p:spPr>
          <a:xfrm>
            <a:off x="1417320" y="1783080"/>
            <a:ext cx="2282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8"/>
          <p:cNvSpPr/>
          <p:nvPr/>
        </p:nvSpPr>
        <p:spPr>
          <a:xfrm>
            <a:off x="1417320" y="2057400"/>
            <a:ext cx="5025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9"/>
          <p:cNvSpPr/>
          <p:nvPr/>
        </p:nvSpPr>
        <p:spPr>
          <a:xfrm>
            <a:off x="4718880" y="2286000"/>
            <a:ext cx="21020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10"/>
          <p:cNvSpPr/>
          <p:nvPr/>
        </p:nvSpPr>
        <p:spPr>
          <a:xfrm>
            <a:off x="548640" y="2743200"/>
            <a:ext cx="7311600" cy="8650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Rectangle 11"/>
          <p:cNvSpPr/>
          <p:nvPr/>
        </p:nvSpPr>
        <p:spPr>
          <a:xfrm>
            <a:off x="548640" y="2743200"/>
            <a:ext cx="106200" cy="865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45000" rIns="53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TextBox 12"/>
          <p:cNvSpPr/>
          <p:nvPr/>
        </p:nvSpPr>
        <p:spPr>
          <a:xfrm>
            <a:off x="822960" y="2834640"/>
            <a:ext cx="453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6" name="TextBox 13"/>
          <p:cNvSpPr/>
          <p:nvPr/>
        </p:nvSpPr>
        <p:spPr>
          <a:xfrm>
            <a:off x="1417320" y="2834640"/>
            <a:ext cx="2282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7" name="TextBox 14"/>
          <p:cNvSpPr/>
          <p:nvPr/>
        </p:nvSpPr>
        <p:spPr>
          <a:xfrm>
            <a:off x="1417320" y="3108960"/>
            <a:ext cx="5025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15"/>
          <p:cNvSpPr/>
          <p:nvPr/>
        </p:nvSpPr>
        <p:spPr>
          <a:xfrm>
            <a:off x="4665960" y="3276000"/>
            <a:ext cx="31053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Rectangle 16"/>
          <p:cNvSpPr/>
          <p:nvPr/>
        </p:nvSpPr>
        <p:spPr>
          <a:xfrm>
            <a:off x="548640" y="3794760"/>
            <a:ext cx="7311600" cy="8650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0" name="Rectangle 17"/>
          <p:cNvSpPr/>
          <p:nvPr/>
        </p:nvSpPr>
        <p:spPr>
          <a:xfrm>
            <a:off x="548640" y="3794760"/>
            <a:ext cx="106200" cy="865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45000" rIns="53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1" name="TextBox 18"/>
          <p:cNvSpPr/>
          <p:nvPr/>
        </p:nvSpPr>
        <p:spPr>
          <a:xfrm>
            <a:off x="822960" y="3886200"/>
            <a:ext cx="453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19"/>
          <p:cNvSpPr/>
          <p:nvPr/>
        </p:nvSpPr>
        <p:spPr>
          <a:xfrm>
            <a:off x="1417320" y="3886200"/>
            <a:ext cx="2282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20"/>
          <p:cNvSpPr/>
          <p:nvPr/>
        </p:nvSpPr>
        <p:spPr>
          <a:xfrm>
            <a:off x="1417320" y="4160520"/>
            <a:ext cx="5025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21"/>
          <p:cNvSpPr/>
          <p:nvPr/>
        </p:nvSpPr>
        <p:spPr>
          <a:xfrm>
            <a:off x="4699440" y="4333680"/>
            <a:ext cx="24220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Rectangle 22"/>
          <p:cNvSpPr/>
          <p:nvPr/>
        </p:nvSpPr>
        <p:spPr>
          <a:xfrm>
            <a:off x="548640" y="4846320"/>
            <a:ext cx="7311600" cy="8650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6" name="Rectangle 23"/>
          <p:cNvSpPr/>
          <p:nvPr/>
        </p:nvSpPr>
        <p:spPr>
          <a:xfrm>
            <a:off x="548640" y="4846320"/>
            <a:ext cx="106200" cy="865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45000" rIns="53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24"/>
          <p:cNvSpPr/>
          <p:nvPr/>
        </p:nvSpPr>
        <p:spPr>
          <a:xfrm>
            <a:off x="822960" y="4937760"/>
            <a:ext cx="453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TextBox 25"/>
          <p:cNvSpPr/>
          <p:nvPr/>
        </p:nvSpPr>
        <p:spPr>
          <a:xfrm>
            <a:off x="1417320" y="4937760"/>
            <a:ext cx="2282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9" name="TextBox 26"/>
          <p:cNvSpPr/>
          <p:nvPr/>
        </p:nvSpPr>
        <p:spPr>
          <a:xfrm>
            <a:off x="1417320" y="5212080"/>
            <a:ext cx="5025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27"/>
          <p:cNvSpPr/>
          <p:nvPr/>
        </p:nvSpPr>
        <p:spPr>
          <a:xfrm>
            <a:off x="4721040" y="5421240"/>
            <a:ext cx="40197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Rectangle 28"/>
          <p:cNvSpPr/>
          <p:nvPr/>
        </p:nvSpPr>
        <p:spPr>
          <a:xfrm>
            <a:off x="8092440" y="1691640"/>
            <a:ext cx="3516840" cy="4568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29"/>
          <p:cNvSpPr/>
          <p:nvPr/>
        </p:nvSpPr>
        <p:spPr>
          <a:xfrm>
            <a:off x="8275320" y="1783080"/>
            <a:ext cx="3151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Oval 30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4" name="TextBox 31"/>
          <p:cNvSpPr/>
          <p:nvPr/>
        </p:nvSpPr>
        <p:spPr>
          <a:xfrm>
            <a:off x="8275320" y="22402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5" name="TextBox 32"/>
          <p:cNvSpPr/>
          <p:nvPr/>
        </p:nvSpPr>
        <p:spPr>
          <a:xfrm>
            <a:off x="8814240" y="230256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Oval 33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7" name="TextBox 34"/>
          <p:cNvSpPr/>
          <p:nvPr/>
        </p:nvSpPr>
        <p:spPr>
          <a:xfrm>
            <a:off x="8275320" y="28803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35"/>
          <p:cNvSpPr/>
          <p:nvPr/>
        </p:nvSpPr>
        <p:spPr>
          <a:xfrm>
            <a:off x="8814240" y="297864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9" name="Oval 36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0" name="TextBox 37"/>
          <p:cNvSpPr/>
          <p:nvPr/>
        </p:nvSpPr>
        <p:spPr>
          <a:xfrm>
            <a:off x="8275320" y="35204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38"/>
          <p:cNvSpPr/>
          <p:nvPr/>
        </p:nvSpPr>
        <p:spPr>
          <a:xfrm>
            <a:off x="8814240" y="358272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Oval 39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3" name="TextBox 40"/>
          <p:cNvSpPr/>
          <p:nvPr/>
        </p:nvSpPr>
        <p:spPr>
          <a:xfrm>
            <a:off x="8275320" y="416052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4" name="TextBox 41"/>
          <p:cNvSpPr/>
          <p:nvPr/>
        </p:nvSpPr>
        <p:spPr>
          <a:xfrm>
            <a:off x="8814240" y="422280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5" name="Oval 42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TextBox 43"/>
          <p:cNvSpPr/>
          <p:nvPr/>
        </p:nvSpPr>
        <p:spPr>
          <a:xfrm>
            <a:off x="8275320" y="480060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TextBox 44"/>
          <p:cNvSpPr/>
          <p:nvPr/>
        </p:nvSpPr>
        <p:spPr>
          <a:xfrm>
            <a:off x="8814240" y="489888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45"/>
          <p:cNvSpPr/>
          <p:nvPr/>
        </p:nvSpPr>
        <p:spPr>
          <a:xfrm>
            <a:off x="548640" y="59893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4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4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5" name="Shape 3"/>
          <p:cNvSpPr/>
          <p:nvPr/>
        </p:nvSpPr>
        <p:spPr>
          <a:xfrm>
            <a:off x="2790000" y="1600200"/>
            <a:ext cx="1242360" cy="94968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 4"/>
          <p:cNvSpPr/>
          <p:nvPr/>
        </p:nvSpPr>
        <p:spPr>
          <a:xfrm>
            <a:off x="2790000" y="1600200"/>
            <a:ext cx="1242360" cy="94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Shape 5"/>
          <p:cNvSpPr/>
          <p:nvPr/>
        </p:nvSpPr>
        <p:spPr>
          <a:xfrm>
            <a:off x="2166840" y="2553840"/>
            <a:ext cx="2488320" cy="133128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8" name="Text 6"/>
          <p:cNvSpPr/>
          <p:nvPr/>
        </p:nvSpPr>
        <p:spPr>
          <a:xfrm>
            <a:off x="2166840" y="2553840"/>
            <a:ext cx="2488320" cy="13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Shape 7"/>
          <p:cNvSpPr/>
          <p:nvPr/>
        </p:nvSpPr>
        <p:spPr>
          <a:xfrm>
            <a:off x="1336320" y="3888720"/>
            <a:ext cx="4149360" cy="152208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0" name="Text 8"/>
          <p:cNvSpPr/>
          <p:nvPr/>
        </p:nvSpPr>
        <p:spPr>
          <a:xfrm>
            <a:off x="1336320" y="3888720"/>
            <a:ext cx="414936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Shape 9"/>
          <p:cNvSpPr/>
          <p:nvPr/>
        </p:nvSpPr>
        <p:spPr>
          <a:xfrm>
            <a:off x="6919200" y="1387080"/>
            <a:ext cx="3885480" cy="400140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2" name="Text 10"/>
          <p:cNvSpPr/>
          <p:nvPr/>
        </p:nvSpPr>
        <p:spPr>
          <a:xfrm>
            <a:off x="7077960" y="1468800"/>
            <a:ext cx="35679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Shape 11"/>
          <p:cNvSpPr/>
          <p:nvPr/>
        </p:nvSpPr>
        <p:spPr>
          <a:xfrm>
            <a:off x="7077960" y="1877400"/>
            <a:ext cx="75960" cy="7322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tIns="45000" rIns="381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4" name="Text 12"/>
          <p:cNvSpPr/>
          <p:nvPr/>
        </p:nvSpPr>
        <p:spPr>
          <a:xfrm>
            <a:off x="7236720" y="1877400"/>
            <a:ext cx="23774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Shape 13"/>
          <p:cNvSpPr/>
          <p:nvPr/>
        </p:nvSpPr>
        <p:spPr>
          <a:xfrm>
            <a:off x="9657000" y="1918440"/>
            <a:ext cx="988920" cy="24192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6" name="Text 14"/>
          <p:cNvSpPr/>
          <p:nvPr/>
        </p:nvSpPr>
        <p:spPr>
          <a:xfrm>
            <a:off x="9657000" y="1918440"/>
            <a:ext cx="988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 15"/>
          <p:cNvSpPr/>
          <p:nvPr/>
        </p:nvSpPr>
        <p:spPr>
          <a:xfrm>
            <a:off x="7236720" y="2204280"/>
            <a:ext cx="3409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Shape 16"/>
          <p:cNvSpPr/>
          <p:nvPr/>
        </p:nvSpPr>
        <p:spPr>
          <a:xfrm>
            <a:off x="7077960" y="2694600"/>
            <a:ext cx="75960" cy="7322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tIns="45000" rIns="381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9" name="Text 17"/>
          <p:cNvSpPr/>
          <p:nvPr/>
        </p:nvSpPr>
        <p:spPr>
          <a:xfrm>
            <a:off x="7236720" y="2694600"/>
            <a:ext cx="23774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Shape 18"/>
          <p:cNvSpPr/>
          <p:nvPr/>
        </p:nvSpPr>
        <p:spPr>
          <a:xfrm>
            <a:off x="9657000" y="2735640"/>
            <a:ext cx="988920" cy="24192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 19"/>
          <p:cNvSpPr/>
          <p:nvPr/>
        </p:nvSpPr>
        <p:spPr>
          <a:xfrm>
            <a:off x="9657000" y="2735640"/>
            <a:ext cx="988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Text 20"/>
          <p:cNvSpPr/>
          <p:nvPr/>
        </p:nvSpPr>
        <p:spPr>
          <a:xfrm>
            <a:off x="7236720" y="3021480"/>
            <a:ext cx="3409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/api/auth (authentification)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3" name="Shape 21"/>
          <p:cNvSpPr/>
          <p:nvPr/>
        </p:nvSpPr>
        <p:spPr>
          <a:xfrm>
            <a:off x="7077960" y="3512160"/>
            <a:ext cx="75960" cy="7322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tIns="45000" rIns="381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4" name="Text 22"/>
          <p:cNvSpPr/>
          <p:nvPr/>
        </p:nvSpPr>
        <p:spPr>
          <a:xfrm>
            <a:off x="7236720" y="3512160"/>
            <a:ext cx="23774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Shape 23"/>
          <p:cNvSpPr/>
          <p:nvPr/>
        </p:nvSpPr>
        <p:spPr>
          <a:xfrm>
            <a:off x="9657000" y="3552840"/>
            <a:ext cx="988920" cy="2419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 24"/>
          <p:cNvSpPr/>
          <p:nvPr/>
        </p:nvSpPr>
        <p:spPr>
          <a:xfrm>
            <a:off x="9657000" y="3552840"/>
            <a:ext cx="988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 25"/>
          <p:cNvSpPr/>
          <p:nvPr/>
        </p:nvSpPr>
        <p:spPr>
          <a:xfrm>
            <a:off x="7236720" y="3839040"/>
            <a:ext cx="3409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Shape 26"/>
          <p:cNvSpPr/>
          <p:nvPr/>
        </p:nvSpPr>
        <p:spPr>
          <a:xfrm>
            <a:off x="7077960" y="4329360"/>
            <a:ext cx="75960" cy="732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tIns="45000" rIns="381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 27"/>
          <p:cNvSpPr/>
          <p:nvPr/>
        </p:nvSpPr>
        <p:spPr>
          <a:xfrm>
            <a:off x="7236720" y="4329360"/>
            <a:ext cx="23774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Shape 28"/>
          <p:cNvSpPr/>
          <p:nvPr/>
        </p:nvSpPr>
        <p:spPr>
          <a:xfrm>
            <a:off x="9657000" y="4370040"/>
            <a:ext cx="988920" cy="2419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1" name="Text 29"/>
          <p:cNvSpPr/>
          <p:nvPr/>
        </p:nvSpPr>
        <p:spPr>
          <a:xfrm>
            <a:off x="9657000" y="4370040"/>
            <a:ext cx="988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2" name="Text 30"/>
          <p:cNvSpPr/>
          <p:nvPr/>
        </p:nvSpPr>
        <p:spPr>
          <a:xfrm>
            <a:off x="7236720" y="4656240"/>
            <a:ext cx="3409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Shape 31"/>
          <p:cNvSpPr/>
          <p:nvPr/>
        </p:nvSpPr>
        <p:spPr>
          <a:xfrm>
            <a:off x="548640" y="5577840"/>
            <a:ext cx="11060640" cy="68220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4" name="Text 32"/>
          <p:cNvSpPr/>
          <p:nvPr/>
        </p:nvSpPr>
        <p:spPr>
          <a:xfrm>
            <a:off x="777240" y="5623560"/>
            <a:ext cx="106034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6" name="Text 33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Text 34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1" name="Shape 3"/>
          <p:cNvSpPr/>
          <p:nvPr/>
        </p:nvSpPr>
        <p:spPr>
          <a:xfrm>
            <a:off x="43452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2" name="Shape 4"/>
          <p:cNvSpPr/>
          <p:nvPr/>
        </p:nvSpPr>
        <p:spPr>
          <a:xfrm>
            <a:off x="800280" y="2423160"/>
            <a:ext cx="636480" cy="63648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3" name="Text 5"/>
          <p:cNvSpPr/>
          <p:nvPr/>
        </p:nvSpPr>
        <p:spPr>
          <a:xfrm>
            <a:off x="800280" y="2315160"/>
            <a:ext cx="636480" cy="80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4" name="Text 6"/>
          <p:cNvSpPr/>
          <p:nvPr/>
        </p:nvSpPr>
        <p:spPr>
          <a:xfrm>
            <a:off x="48024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 7"/>
          <p:cNvSpPr/>
          <p:nvPr/>
        </p:nvSpPr>
        <p:spPr>
          <a:xfrm>
            <a:off x="48024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Shape 9"/>
          <p:cNvSpPr/>
          <p:nvPr/>
        </p:nvSpPr>
        <p:spPr>
          <a:xfrm>
            <a:off x="185184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Shape 10"/>
          <p:cNvSpPr/>
          <p:nvPr/>
        </p:nvSpPr>
        <p:spPr>
          <a:xfrm>
            <a:off x="2217600" y="2423160"/>
            <a:ext cx="636480" cy="636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9" name="Text 11"/>
          <p:cNvSpPr/>
          <p:nvPr/>
        </p:nvSpPr>
        <p:spPr>
          <a:xfrm>
            <a:off x="2217600" y="2351160"/>
            <a:ext cx="636480" cy="70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 12"/>
          <p:cNvSpPr/>
          <p:nvPr/>
        </p:nvSpPr>
        <p:spPr>
          <a:xfrm>
            <a:off x="189756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Text 13"/>
          <p:cNvSpPr/>
          <p:nvPr/>
        </p:nvSpPr>
        <p:spPr>
          <a:xfrm>
            <a:off x="189756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2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3" name="Shape 15"/>
          <p:cNvSpPr/>
          <p:nvPr/>
        </p:nvSpPr>
        <p:spPr>
          <a:xfrm>
            <a:off x="326916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4" name="Shape 16"/>
          <p:cNvSpPr/>
          <p:nvPr/>
        </p:nvSpPr>
        <p:spPr>
          <a:xfrm>
            <a:off x="3634920" y="2423160"/>
            <a:ext cx="636480" cy="636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5" name="Text 17"/>
          <p:cNvSpPr/>
          <p:nvPr/>
        </p:nvSpPr>
        <p:spPr>
          <a:xfrm>
            <a:off x="3634920" y="2315160"/>
            <a:ext cx="63648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 18"/>
          <p:cNvSpPr/>
          <p:nvPr/>
        </p:nvSpPr>
        <p:spPr>
          <a:xfrm>
            <a:off x="331488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 19"/>
          <p:cNvSpPr/>
          <p:nvPr/>
        </p:nvSpPr>
        <p:spPr>
          <a:xfrm>
            <a:off x="331488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9" name="Shape 21"/>
          <p:cNvSpPr/>
          <p:nvPr/>
        </p:nvSpPr>
        <p:spPr>
          <a:xfrm>
            <a:off x="468648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0" name="Shape 22"/>
          <p:cNvSpPr/>
          <p:nvPr/>
        </p:nvSpPr>
        <p:spPr>
          <a:xfrm>
            <a:off x="5052240" y="2423160"/>
            <a:ext cx="636480" cy="636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Text 23"/>
          <p:cNvSpPr/>
          <p:nvPr/>
        </p:nvSpPr>
        <p:spPr>
          <a:xfrm>
            <a:off x="5052240" y="2315160"/>
            <a:ext cx="636480" cy="80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2" name="Text 24"/>
          <p:cNvSpPr/>
          <p:nvPr/>
        </p:nvSpPr>
        <p:spPr>
          <a:xfrm>
            <a:off x="473220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 25"/>
          <p:cNvSpPr/>
          <p:nvPr/>
        </p:nvSpPr>
        <p:spPr>
          <a:xfrm>
            <a:off x="473220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5" name="Shape 27"/>
          <p:cNvSpPr/>
          <p:nvPr/>
        </p:nvSpPr>
        <p:spPr>
          <a:xfrm>
            <a:off x="610380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Shape 28"/>
          <p:cNvSpPr/>
          <p:nvPr/>
        </p:nvSpPr>
        <p:spPr>
          <a:xfrm>
            <a:off x="6469560" y="2423160"/>
            <a:ext cx="636480" cy="636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7" name="Text 29"/>
          <p:cNvSpPr/>
          <p:nvPr/>
        </p:nvSpPr>
        <p:spPr>
          <a:xfrm>
            <a:off x="6469560" y="2351160"/>
            <a:ext cx="63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 30"/>
          <p:cNvSpPr/>
          <p:nvPr/>
        </p:nvSpPr>
        <p:spPr>
          <a:xfrm>
            <a:off x="614952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 31"/>
          <p:cNvSpPr/>
          <p:nvPr/>
        </p:nvSpPr>
        <p:spPr>
          <a:xfrm>
            <a:off x="614952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1" name="Shape 33"/>
          <p:cNvSpPr/>
          <p:nvPr/>
        </p:nvSpPr>
        <p:spPr>
          <a:xfrm>
            <a:off x="752112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2" name="Shape 34"/>
          <p:cNvSpPr/>
          <p:nvPr/>
        </p:nvSpPr>
        <p:spPr>
          <a:xfrm>
            <a:off x="7886880" y="2423160"/>
            <a:ext cx="636480" cy="636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3" name="Text 35"/>
          <p:cNvSpPr/>
          <p:nvPr/>
        </p:nvSpPr>
        <p:spPr>
          <a:xfrm>
            <a:off x="7886880" y="2423160"/>
            <a:ext cx="63648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Text 36"/>
          <p:cNvSpPr/>
          <p:nvPr/>
        </p:nvSpPr>
        <p:spPr>
          <a:xfrm>
            <a:off x="756684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5" name="Text 37"/>
          <p:cNvSpPr/>
          <p:nvPr/>
        </p:nvSpPr>
        <p:spPr>
          <a:xfrm>
            <a:off x="756684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6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7" name="Shape 39"/>
          <p:cNvSpPr/>
          <p:nvPr/>
        </p:nvSpPr>
        <p:spPr>
          <a:xfrm>
            <a:off x="893844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8" name="Shape 40"/>
          <p:cNvSpPr/>
          <p:nvPr/>
        </p:nvSpPr>
        <p:spPr>
          <a:xfrm>
            <a:off x="9304200" y="2423160"/>
            <a:ext cx="636480" cy="63648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9" name="Text 41"/>
          <p:cNvSpPr/>
          <p:nvPr/>
        </p:nvSpPr>
        <p:spPr>
          <a:xfrm>
            <a:off x="9304200" y="2351160"/>
            <a:ext cx="63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 42"/>
          <p:cNvSpPr/>
          <p:nvPr/>
        </p:nvSpPr>
        <p:spPr>
          <a:xfrm>
            <a:off x="898416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 43"/>
          <p:cNvSpPr/>
          <p:nvPr/>
        </p:nvSpPr>
        <p:spPr>
          <a:xfrm>
            <a:off x="898416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3" name="Shape 45"/>
          <p:cNvSpPr/>
          <p:nvPr/>
        </p:nvSpPr>
        <p:spPr>
          <a:xfrm>
            <a:off x="1035576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Shape 46"/>
          <p:cNvSpPr/>
          <p:nvPr/>
        </p:nvSpPr>
        <p:spPr>
          <a:xfrm>
            <a:off x="10721520" y="2423160"/>
            <a:ext cx="636480" cy="636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5" name="Text 47"/>
          <p:cNvSpPr/>
          <p:nvPr/>
        </p:nvSpPr>
        <p:spPr>
          <a:xfrm>
            <a:off x="10721520" y="2351160"/>
            <a:ext cx="63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 48"/>
          <p:cNvSpPr/>
          <p:nvPr/>
        </p:nvSpPr>
        <p:spPr>
          <a:xfrm>
            <a:off x="1040148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 49"/>
          <p:cNvSpPr/>
          <p:nvPr/>
        </p:nvSpPr>
        <p:spPr>
          <a:xfrm>
            <a:off x="1040148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Shape 50"/>
          <p:cNvSpPr/>
          <p:nvPr/>
        </p:nvSpPr>
        <p:spPr>
          <a:xfrm>
            <a:off x="548640" y="4754880"/>
            <a:ext cx="11060640" cy="155088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9" name="Text 51"/>
          <p:cNvSpPr/>
          <p:nvPr/>
        </p:nvSpPr>
        <p:spPr>
          <a:xfrm>
            <a:off x="731520" y="4846320"/>
            <a:ext cx="5482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0" name="Text 52"/>
          <p:cNvSpPr/>
          <p:nvPr/>
        </p:nvSpPr>
        <p:spPr>
          <a:xfrm>
            <a:off x="731520" y="5120640"/>
            <a:ext cx="106948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 53"/>
          <p:cNvSpPr/>
          <p:nvPr/>
        </p:nvSpPr>
        <p:spPr>
          <a:xfrm>
            <a:off x="731520" y="5312520"/>
            <a:ext cx="106948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54"/>
          <p:cNvSpPr/>
          <p:nvPr/>
        </p:nvSpPr>
        <p:spPr>
          <a:xfrm>
            <a:off x="731520" y="5504760"/>
            <a:ext cx="106948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Text 55"/>
          <p:cNvSpPr/>
          <p:nvPr/>
        </p:nvSpPr>
        <p:spPr>
          <a:xfrm>
            <a:off x="731520" y="5696640"/>
            <a:ext cx="106948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4" name="Text 56"/>
          <p:cNvSpPr/>
          <p:nvPr/>
        </p:nvSpPr>
        <p:spPr>
          <a:xfrm>
            <a:off x="731520" y="5888880"/>
            <a:ext cx="106948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5" name="Text 57"/>
          <p:cNvSpPr/>
          <p:nvPr/>
        </p:nvSpPr>
        <p:spPr>
          <a:xfrm>
            <a:off x="731520" y="6080760"/>
            <a:ext cx="106948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7" name="Text 58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8" name="Text 59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0" name="TextBox 2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Rectangle 4"/>
          <p:cNvSpPr/>
          <p:nvPr/>
        </p:nvSpPr>
        <p:spPr>
          <a:xfrm>
            <a:off x="685800" y="2011680"/>
            <a:ext cx="1661040" cy="1185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3" name="Rectangle 5"/>
          <p:cNvSpPr/>
          <p:nvPr/>
        </p:nvSpPr>
        <p:spPr>
          <a:xfrm>
            <a:off x="685800" y="2011680"/>
            <a:ext cx="1661040" cy="69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4" name="TextBox 6"/>
          <p:cNvSpPr/>
          <p:nvPr/>
        </p:nvSpPr>
        <p:spPr>
          <a:xfrm>
            <a:off x="68580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Box 7"/>
          <p:cNvSpPr/>
          <p:nvPr/>
        </p:nvSpPr>
        <p:spPr>
          <a:xfrm>
            <a:off x="68580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Box 8"/>
          <p:cNvSpPr/>
          <p:nvPr/>
        </p:nvSpPr>
        <p:spPr>
          <a:xfrm>
            <a:off x="68580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Box 9"/>
          <p:cNvSpPr/>
          <p:nvPr/>
        </p:nvSpPr>
        <p:spPr>
          <a:xfrm>
            <a:off x="2370960" y="2514600"/>
            <a:ext cx="198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Rectangle 10"/>
          <p:cNvSpPr/>
          <p:nvPr/>
        </p:nvSpPr>
        <p:spPr>
          <a:xfrm>
            <a:off x="2502360" y="2011680"/>
            <a:ext cx="1661040" cy="1185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9" name="Rectangle 11"/>
          <p:cNvSpPr/>
          <p:nvPr/>
        </p:nvSpPr>
        <p:spPr>
          <a:xfrm>
            <a:off x="2502360" y="2011680"/>
            <a:ext cx="1661040" cy="69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0" name="TextBox 12"/>
          <p:cNvSpPr/>
          <p:nvPr/>
        </p:nvSpPr>
        <p:spPr>
          <a:xfrm>
            <a:off x="250236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Box 13"/>
          <p:cNvSpPr/>
          <p:nvPr/>
        </p:nvSpPr>
        <p:spPr>
          <a:xfrm>
            <a:off x="250236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Box 14"/>
          <p:cNvSpPr/>
          <p:nvPr/>
        </p:nvSpPr>
        <p:spPr>
          <a:xfrm>
            <a:off x="250236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Box 15"/>
          <p:cNvSpPr/>
          <p:nvPr/>
        </p:nvSpPr>
        <p:spPr>
          <a:xfrm>
            <a:off x="4187520" y="2514600"/>
            <a:ext cx="198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Rectangle 16"/>
          <p:cNvSpPr/>
          <p:nvPr/>
        </p:nvSpPr>
        <p:spPr>
          <a:xfrm>
            <a:off x="4318560" y="2011680"/>
            <a:ext cx="1661400" cy="1185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5" name="Rectangle 17"/>
          <p:cNvSpPr/>
          <p:nvPr/>
        </p:nvSpPr>
        <p:spPr>
          <a:xfrm>
            <a:off x="4318560" y="2011680"/>
            <a:ext cx="1661400" cy="69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6" name="TextBox 18"/>
          <p:cNvSpPr/>
          <p:nvPr/>
        </p:nvSpPr>
        <p:spPr>
          <a:xfrm>
            <a:off x="4318560" y="2194560"/>
            <a:ext cx="16614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Box 19"/>
          <p:cNvSpPr/>
          <p:nvPr/>
        </p:nvSpPr>
        <p:spPr>
          <a:xfrm>
            <a:off x="4318560" y="2743200"/>
            <a:ext cx="16614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Box 20"/>
          <p:cNvSpPr/>
          <p:nvPr/>
        </p:nvSpPr>
        <p:spPr>
          <a:xfrm>
            <a:off x="4318560" y="2971800"/>
            <a:ext cx="166140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Box 21"/>
          <p:cNvSpPr/>
          <p:nvPr/>
        </p:nvSpPr>
        <p:spPr>
          <a:xfrm>
            <a:off x="600408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Rectangle 22"/>
          <p:cNvSpPr/>
          <p:nvPr/>
        </p:nvSpPr>
        <p:spPr>
          <a:xfrm>
            <a:off x="6135120" y="2011680"/>
            <a:ext cx="1661400" cy="1185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1" name="Rectangle 23"/>
          <p:cNvSpPr/>
          <p:nvPr/>
        </p:nvSpPr>
        <p:spPr>
          <a:xfrm>
            <a:off x="6135120" y="2011680"/>
            <a:ext cx="1661400" cy="69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Box 24"/>
          <p:cNvSpPr/>
          <p:nvPr/>
        </p:nvSpPr>
        <p:spPr>
          <a:xfrm>
            <a:off x="6135120" y="2194560"/>
            <a:ext cx="16614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TextBox 25"/>
          <p:cNvSpPr/>
          <p:nvPr/>
        </p:nvSpPr>
        <p:spPr>
          <a:xfrm>
            <a:off x="6135120" y="2743200"/>
            <a:ext cx="16614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4" name="TextBox 26"/>
          <p:cNvSpPr/>
          <p:nvPr/>
        </p:nvSpPr>
        <p:spPr>
          <a:xfrm>
            <a:off x="6135120" y="2971800"/>
            <a:ext cx="166140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Box 27"/>
          <p:cNvSpPr/>
          <p:nvPr/>
        </p:nvSpPr>
        <p:spPr>
          <a:xfrm>
            <a:off x="7820640" y="2514600"/>
            <a:ext cx="198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Rectangle 28"/>
          <p:cNvSpPr/>
          <p:nvPr/>
        </p:nvSpPr>
        <p:spPr>
          <a:xfrm>
            <a:off x="7951680" y="2011680"/>
            <a:ext cx="1661040" cy="1185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Rectangle 29"/>
          <p:cNvSpPr/>
          <p:nvPr/>
        </p:nvSpPr>
        <p:spPr>
          <a:xfrm>
            <a:off x="7951680" y="2011680"/>
            <a:ext cx="1661040" cy="6948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8" name="TextBox 30"/>
          <p:cNvSpPr/>
          <p:nvPr/>
        </p:nvSpPr>
        <p:spPr>
          <a:xfrm>
            <a:off x="795168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TextBox 31"/>
          <p:cNvSpPr/>
          <p:nvPr/>
        </p:nvSpPr>
        <p:spPr>
          <a:xfrm>
            <a:off x="795168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0" name="TextBox 32"/>
          <p:cNvSpPr/>
          <p:nvPr/>
        </p:nvSpPr>
        <p:spPr>
          <a:xfrm>
            <a:off x="795168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Box 33"/>
          <p:cNvSpPr/>
          <p:nvPr/>
        </p:nvSpPr>
        <p:spPr>
          <a:xfrm>
            <a:off x="9637200" y="2514600"/>
            <a:ext cx="198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Rectangle 34"/>
          <p:cNvSpPr/>
          <p:nvPr/>
        </p:nvSpPr>
        <p:spPr>
          <a:xfrm>
            <a:off x="9768240" y="2011680"/>
            <a:ext cx="1661040" cy="1185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Rectangle 35"/>
          <p:cNvSpPr/>
          <p:nvPr/>
        </p:nvSpPr>
        <p:spPr>
          <a:xfrm>
            <a:off x="9768240" y="2011680"/>
            <a:ext cx="1661040" cy="69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4" name="TextBox 36"/>
          <p:cNvSpPr/>
          <p:nvPr/>
        </p:nvSpPr>
        <p:spPr>
          <a:xfrm>
            <a:off x="976824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TextBox 37"/>
          <p:cNvSpPr/>
          <p:nvPr/>
        </p:nvSpPr>
        <p:spPr>
          <a:xfrm>
            <a:off x="976824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6" name="TextBox 38"/>
          <p:cNvSpPr/>
          <p:nvPr/>
        </p:nvSpPr>
        <p:spPr>
          <a:xfrm>
            <a:off x="976824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Rectangle 39"/>
          <p:cNvSpPr/>
          <p:nvPr/>
        </p:nvSpPr>
        <p:spPr>
          <a:xfrm>
            <a:off x="548640" y="3749040"/>
            <a:ext cx="6854400" cy="2465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8" name="Oval 40"/>
          <p:cNvSpPr/>
          <p:nvPr/>
        </p:nvSpPr>
        <p:spPr>
          <a:xfrm>
            <a:off x="777240" y="3931920"/>
            <a:ext cx="133560" cy="1335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Oval 41"/>
          <p:cNvSpPr/>
          <p:nvPr/>
        </p:nvSpPr>
        <p:spPr>
          <a:xfrm>
            <a:off x="960120" y="3931920"/>
            <a:ext cx="133560" cy="1335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0" name="Oval 42"/>
          <p:cNvSpPr/>
          <p:nvPr/>
        </p:nvSpPr>
        <p:spPr>
          <a:xfrm>
            <a:off x="1143000" y="3931920"/>
            <a:ext cx="133560" cy="1335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1" name="TextBox 43"/>
          <p:cNvSpPr/>
          <p:nvPr/>
        </p:nvSpPr>
        <p:spPr>
          <a:xfrm>
            <a:off x="1371600" y="3840480"/>
            <a:ext cx="5940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2" name="TextBox 44"/>
          <p:cNvSpPr/>
          <p:nvPr/>
        </p:nvSpPr>
        <p:spPr>
          <a:xfrm>
            <a:off x="777240" y="429768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Box 45"/>
          <p:cNvSpPr/>
          <p:nvPr/>
        </p:nvSpPr>
        <p:spPr>
          <a:xfrm>
            <a:off x="777240" y="449892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4" name="TextBox 46"/>
          <p:cNvSpPr/>
          <p:nvPr/>
        </p:nvSpPr>
        <p:spPr>
          <a:xfrm>
            <a:off x="777240" y="470016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Box 47"/>
          <p:cNvSpPr/>
          <p:nvPr/>
        </p:nvSpPr>
        <p:spPr>
          <a:xfrm>
            <a:off x="777240" y="490104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TextBox 48"/>
          <p:cNvSpPr/>
          <p:nvPr/>
        </p:nvSpPr>
        <p:spPr>
          <a:xfrm>
            <a:off x="777240" y="510228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7" name="TextBox 49"/>
          <p:cNvSpPr/>
          <p:nvPr/>
        </p:nvSpPr>
        <p:spPr>
          <a:xfrm>
            <a:off x="777240" y="530352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8" name="TextBox 50"/>
          <p:cNvSpPr/>
          <p:nvPr/>
        </p:nvSpPr>
        <p:spPr>
          <a:xfrm>
            <a:off x="777240" y="550476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9" name="TextBox 51"/>
          <p:cNvSpPr/>
          <p:nvPr/>
        </p:nvSpPr>
        <p:spPr>
          <a:xfrm>
            <a:off x="777240" y="570600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0" name="Rectangle 52"/>
          <p:cNvSpPr/>
          <p:nvPr/>
        </p:nvSpPr>
        <p:spPr>
          <a:xfrm>
            <a:off x="8092440" y="3749040"/>
            <a:ext cx="3516840" cy="24652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Box 53"/>
          <p:cNvSpPr/>
          <p:nvPr/>
        </p:nvSpPr>
        <p:spPr>
          <a:xfrm>
            <a:off x="8275320" y="3840480"/>
            <a:ext cx="3151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Oval 54"/>
          <p:cNvSpPr/>
          <p:nvPr/>
        </p:nvSpPr>
        <p:spPr>
          <a:xfrm>
            <a:off x="8275320" y="4297680"/>
            <a:ext cx="407880" cy="407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3" name="TextBox 55"/>
          <p:cNvSpPr/>
          <p:nvPr/>
        </p:nvSpPr>
        <p:spPr>
          <a:xfrm>
            <a:off x="8275320" y="4379400"/>
            <a:ext cx="4078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Box 56"/>
          <p:cNvSpPr/>
          <p:nvPr/>
        </p:nvSpPr>
        <p:spPr>
          <a:xfrm>
            <a:off x="8814240" y="4359960"/>
            <a:ext cx="264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Oval 57"/>
          <p:cNvSpPr/>
          <p:nvPr/>
        </p:nvSpPr>
        <p:spPr>
          <a:xfrm>
            <a:off x="8275320" y="4937760"/>
            <a:ext cx="407880" cy="4078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6" name="TextBox 58"/>
          <p:cNvSpPr/>
          <p:nvPr/>
        </p:nvSpPr>
        <p:spPr>
          <a:xfrm>
            <a:off x="8275320" y="49377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Box 59"/>
          <p:cNvSpPr/>
          <p:nvPr/>
        </p:nvSpPr>
        <p:spPr>
          <a:xfrm>
            <a:off x="8814240" y="500004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Oval 60"/>
          <p:cNvSpPr/>
          <p:nvPr/>
        </p:nvSpPr>
        <p:spPr>
          <a:xfrm>
            <a:off x="8275320" y="5577840"/>
            <a:ext cx="407880" cy="4078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9" name="TextBox 61"/>
          <p:cNvSpPr/>
          <p:nvPr/>
        </p:nvSpPr>
        <p:spPr>
          <a:xfrm>
            <a:off x="8275320" y="55778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Box 62"/>
          <p:cNvSpPr/>
          <p:nvPr/>
        </p:nvSpPr>
        <p:spPr>
          <a:xfrm>
            <a:off x="8814240" y="567612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Box 63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Box 64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5" name="TextBox 2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Rectangle 4"/>
          <p:cNvSpPr/>
          <p:nvPr/>
        </p:nvSpPr>
        <p:spPr>
          <a:xfrm>
            <a:off x="548640" y="1691640"/>
            <a:ext cx="731160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8" name="Oval 5"/>
          <p:cNvSpPr/>
          <p:nvPr/>
        </p:nvSpPr>
        <p:spPr>
          <a:xfrm>
            <a:off x="777240" y="1874520"/>
            <a:ext cx="133560" cy="1335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9" name="Oval 6"/>
          <p:cNvSpPr/>
          <p:nvPr/>
        </p:nvSpPr>
        <p:spPr>
          <a:xfrm>
            <a:off x="960120" y="1874520"/>
            <a:ext cx="133560" cy="1335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0" name="Oval 7"/>
          <p:cNvSpPr/>
          <p:nvPr/>
        </p:nvSpPr>
        <p:spPr>
          <a:xfrm>
            <a:off x="1143000" y="1874520"/>
            <a:ext cx="133560" cy="1335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1" name="TextBox 8"/>
          <p:cNvSpPr/>
          <p:nvPr/>
        </p:nvSpPr>
        <p:spPr>
          <a:xfrm>
            <a:off x="1371600" y="1783080"/>
            <a:ext cx="63972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Box 9"/>
          <p:cNvSpPr/>
          <p:nvPr/>
        </p:nvSpPr>
        <p:spPr>
          <a:xfrm>
            <a:off x="777240" y="21945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Box 11"/>
          <p:cNvSpPr/>
          <p:nvPr/>
        </p:nvSpPr>
        <p:spPr>
          <a:xfrm>
            <a:off x="777240" y="23774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TextBox 12"/>
          <p:cNvSpPr/>
          <p:nvPr/>
        </p:nvSpPr>
        <p:spPr>
          <a:xfrm>
            <a:off x="777240" y="25603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5" name="TextBox 13"/>
          <p:cNvSpPr/>
          <p:nvPr/>
        </p:nvSpPr>
        <p:spPr>
          <a:xfrm>
            <a:off x="777240" y="27432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TextBox 15"/>
          <p:cNvSpPr/>
          <p:nvPr/>
        </p:nvSpPr>
        <p:spPr>
          <a:xfrm>
            <a:off x="777240" y="29260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7" name="TextBox 16"/>
          <p:cNvSpPr/>
          <p:nvPr/>
        </p:nvSpPr>
        <p:spPr>
          <a:xfrm>
            <a:off x="777240" y="31089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Box 17"/>
          <p:cNvSpPr/>
          <p:nvPr/>
        </p:nvSpPr>
        <p:spPr>
          <a:xfrm>
            <a:off x="777240" y="32918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TextBox 18"/>
          <p:cNvSpPr/>
          <p:nvPr/>
        </p:nvSpPr>
        <p:spPr>
          <a:xfrm>
            <a:off x="777240" y="34747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777240" y="36576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777240" y="38404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TextBox 23"/>
          <p:cNvSpPr/>
          <p:nvPr/>
        </p:nvSpPr>
        <p:spPr>
          <a:xfrm>
            <a:off x="777240" y="40233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3" name="TextBox 24"/>
          <p:cNvSpPr/>
          <p:nvPr/>
        </p:nvSpPr>
        <p:spPr>
          <a:xfrm>
            <a:off x="777240" y="42062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Box 26"/>
          <p:cNvSpPr/>
          <p:nvPr/>
        </p:nvSpPr>
        <p:spPr>
          <a:xfrm>
            <a:off x="777240" y="43891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TextBox 27"/>
          <p:cNvSpPr/>
          <p:nvPr/>
        </p:nvSpPr>
        <p:spPr>
          <a:xfrm>
            <a:off x="777240" y="45720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6" name="TextBox 29"/>
          <p:cNvSpPr/>
          <p:nvPr/>
        </p:nvSpPr>
        <p:spPr>
          <a:xfrm>
            <a:off x="777240" y="47548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Box 30"/>
          <p:cNvSpPr/>
          <p:nvPr/>
        </p:nvSpPr>
        <p:spPr>
          <a:xfrm>
            <a:off x="777240" y="49377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</a:t>
            </a: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TextBox 32"/>
          <p:cNvSpPr/>
          <p:nvPr/>
        </p:nvSpPr>
        <p:spPr>
          <a:xfrm>
            <a:off x="777240" y="51206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9" name="TextBox 33"/>
          <p:cNvSpPr/>
          <p:nvPr/>
        </p:nvSpPr>
        <p:spPr>
          <a:xfrm>
            <a:off x="777240" y="53035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Box 35"/>
          <p:cNvSpPr/>
          <p:nvPr/>
        </p:nvSpPr>
        <p:spPr>
          <a:xfrm>
            <a:off x="777240" y="54864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TextBox 36"/>
          <p:cNvSpPr/>
          <p:nvPr/>
        </p:nvSpPr>
        <p:spPr>
          <a:xfrm>
            <a:off x="777240" y="56692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2" name="TextBox 38"/>
          <p:cNvSpPr/>
          <p:nvPr/>
        </p:nvSpPr>
        <p:spPr>
          <a:xfrm>
            <a:off x="777240" y="58521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Box 39"/>
          <p:cNvSpPr/>
          <p:nvPr/>
        </p:nvSpPr>
        <p:spPr>
          <a:xfrm>
            <a:off x="777240" y="60350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4" name="Rectangle 40"/>
          <p:cNvSpPr/>
          <p:nvPr/>
        </p:nvSpPr>
        <p:spPr>
          <a:xfrm>
            <a:off x="8092440" y="1691640"/>
            <a:ext cx="3516840" cy="4568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5" name="TextBox 41"/>
          <p:cNvSpPr/>
          <p:nvPr/>
        </p:nvSpPr>
        <p:spPr>
          <a:xfrm>
            <a:off x="8275320" y="1783080"/>
            <a:ext cx="3151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Oval 42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7" name="TextBox 43"/>
          <p:cNvSpPr/>
          <p:nvPr/>
        </p:nvSpPr>
        <p:spPr>
          <a:xfrm>
            <a:off x="8275320" y="22402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Box 44"/>
          <p:cNvSpPr/>
          <p:nvPr/>
        </p:nvSpPr>
        <p:spPr>
          <a:xfrm>
            <a:off x="8814240" y="2302560"/>
            <a:ext cx="264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Oval 45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TextBox 46"/>
          <p:cNvSpPr/>
          <p:nvPr/>
        </p:nvSpPr>
        <p:spPr>
          <a:xfrm>
            <a:off x="8275320" y="28803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1" name="TextBox 47"/>
          <p:cNvSpPr/>
          <p:nvPr/>
        </p:nvSpPr>
        <p:spPr>
          <a:xfrm>
            <a:off x="8814240" y="294264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2" name="Oval 48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3" name="TextBox 49"/>
          <p:cNvSpPr/>
          <p:nvPr/>
        </p:nvSpPr>
        <p:spPr>
          <a:xfrm>
            <a:off x="8275320" y="35204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4" name="TextBox 50"/>
          <p:cNvSpPr/>
          <p:nvPr/>
        </p:nvSpPr>
        <p:spPr>
          <a:xfrm>
            <a:off x="8814240" y="358272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Oval 51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6" name="TextBox 52"/>
          <p:cNvSpPr/>
          <p:nvPr/>
        </p:nvSpPr>
        <p:spPr>
          <a:xfrm>
            <a:off x="8275320" y="416052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TextBox 53"/>
          <p:cNvSpPr/>
          <p:nvPr/>
        </p:nvSpPr>
        <p:spPr>
          <a:xfrm>
            <a:off x="8814240" y="422280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8" name="Oval 54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9" name="TextBox 55"/>
          <p:cNvSpPr/>
          <p:nvPr/>
        </p:nvSpPr>
        <p:spPr>
          <a:xfrm>
            <a:off x="8275320" y="480060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Box 56"/>
          <p:cNvSpPr/>
          <p:nvPr/>
        </p:nvSpPr>
        <p:spPr>
          <a:xfrm>
            <a:off x="8814240" y="486288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Oval 57"/>
          <p:cNvSpPr/>
          <p:nvPr/>
        </p:nvSpPr>
        <p:spPr>
          <a:xfrm>
            <a:off x="8275320" y="5440680"/>
            <a:ext cx="407880" cy="4078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Box 58"/>
          <p:cNvSpPr/>
          <p:nvPr/>
        </p:nvSpPr>
        <p:spPr>
          <a:xfrm>
            <a:off x="8275320" y="54406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Box 59"/>
          <p:cNvSpPr/>
          <p:nvPr/>
        </p:nvSpPr>
        <p:spPr>
          <a:xfrm>
            <a:off x="8814240" y="553896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Box 60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TextBox 61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Box 2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0" name="Rectangle 4"/>
          <p:cNvSpPr/>
          <p:nvPr/>
        </p:nvSpPr>
        <p:spPr>
          <a:xfrm>
            <a:off x="548640" y="1691640"/>
            <a:ext cx="365400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1" name="Rectangle 5"/>
          <p:cNvSpPr/>
          <p:nvPr/>
        </p:nvSpPr>
        <p:spPr>
          <a:xfrm>
            <a:off x="548640" y="1691640"/>
            <a:ext cx="3654000" cy="878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2" name="TextBox 6"/>
          <p:cNvSpPr/>
          <p:nvPr/>
        </p:nvSpPr>
        <p:spPr>
          <a:xfrm>
            <a:off x="731520" y="1965960"/>
            <a:ext cx="72792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TextBox 7"/>
          <p:cNvSpPr/>
          <p:nvPr/>
        </p:nvSpPr>
        <p:spPr>
          <a:xfrm>
            <a:off x="1508760" y="1965960"/>
            <a:ext cx="2511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4" name="TextBox 8"/>
          <p:cNvSpPr/>
          <p:nvPr/>
        </p:nvSpPr>
        <p:spPr>
          <a:xfrm>
            <a:off x="1508760" y="2331720"/>
            <a:ext cx="2511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Rectangle 9"/>
          <p:cNvSpPr/>
          <p:nvPr/>
        </p:nvSpPr>
        <p:spPr>
          <a:xfrm>
            <a:off x="731520" y="2788920"/>
            <a:ext cx="3288240" cy="4536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6" name="TextBox 10"/>
          <p:cNvSpPr/>
          <p:nvPr/>
        </p:nvSpPr>
        <p:spPr>
          <a:xfrm>
            <a:off x="822960" y="2853000"/>
            <a:ext cx="3105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TextBox 11"/>
          <p:cNvSpPr/>
          <p:nvPr/>
        </p:nvSpPr>
        <p:spPr>
          <a:xfrm>
            <a:off x="777240" y="352044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8" name="TextBox 12"/>
          <p:cNvSpPr/>
          <p:nvPr/>
        </p:nvSpPr>
        <p:spPr>
          <a:xfrm>
            <a:off x="777240" y="377640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Box 13"/>
          <p:cNvSpPr/>
          <p:nvPr/>
        </p:nvSpPr>
        <p:spPr>
          <a:xfrm>
            <a:off x="777240" y="403236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Box 14"/>
          <p:cNvSpPr/>
          <p:nvPr/>
        </p:nvSpPr>
        <p:spPr>
          <a:xfrm>
            <a:off x="777240" y="428868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TextBox 15"/>
          <p:cNvSpPr/>
          <p:nvPr/>
        </p:nvSpPr>
        <p:spPr>
          <a:xfrm>
            <a:off x="731520" y="498348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2" name="TextBox 16"/>
          <p:cNvSpPr/>
          <p:nvPr/>
        </p:nvSpPr>
        <p:spPr>
          <a:xfrm>
            <a:off x="731520" y="53492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3" name="TextBox 17"/>
          <p:cNvSpPr/>
          <p:nvPr/>
        </p:nvSpPr>
        <p:spPr>
          <a:xfrm>
            <a:off x="731520" y="562356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4" name="Rectangle 18"/>
          <p:cNvSpPr/>
          <p:nvPr/>
        </p:nvSpPr>
        <p:spPr>
          <a:xfrm>
            <a:off x="4343400" y="1691640"/>
            <a:ext cx="365400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5" name="Rectangle 19"/>
          <p:cNvSpPr/>
          <p:nvPr/>
        </p:nvSpPr>
        <p:spPr>
          <a:xfrm>
            <a:off x="4343400" y="1691640"/>
            <a:ext cx="3654000" cy="87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Box 20"/>
          <p:cNvSpPr/>
          <p:nvPr/>
        </p:nvSpPr>
        <p:spPr>
          <a:xfrm>
            <a:off x="4526280" y="1965960"/>
            <a:ext cx="72792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Box 21"/>
          <p:cNvSpPr/>
          <p:nvPr/>
        </p:nvSpPr>
        <p:spPr>
          <a:xfrm>
            <a:off x="5303520" y="1965960"/>
            <a:ext cx="2511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Box 22"/>
          <p:cNvSpPr/>
          <p:nvPr/>
        </p:nvSpPr>
        <p:spPr>
          <a:xfrm>
            <a:off x="5303520" y="2331720"/>
            <a:ext cx="2511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Rectangle 23"/>
          <p:cNvSpPr/>
          <p:nvPr/>
        </p:nvSpPr>
        <p:spPr>
          <a:xfrm>
            <a:off x="4526280" y="2788920"/>
            <a:ext cx="3288240" cy="4536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Box 24"/>
          <p:cNvSpPr/>
          <p:nvPr/>
        </p:nvSpPr>
        <p:spPr>
          <a:xfrm>
            <a:off x="4617720" y="2853000"/>
            <a:ext cx="3105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Box 25"/>
          <p:cNvSpPr/>
          <p:nvPr/>
        </p:nvSpPr>
        <p:spPr>
          <a:xfrm>
            <a:off x="4572000" y="352044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Box 26"/>
          <p:cNvSpPr/>
          <p:nvPr/>
        </p:nvSpPr>
        <p:spPr>
          <a:xfrm>
            <a:off x="4572000" y="377640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TextBox 27"/>
          <p:cNvSpPr/>
          <p:nvPr/>
        </p:nvSpPr>
        <p:spPr>
          <a:xfrm>
            <a:off x="4572000" y="403236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4" name="TextBox 28"/>
          <p:cNvSpPr/>
          <p:nvPr/>
        </p:nvSpPr>
        <p:spPr>
          <a:xfrm>
            <a:off x="4572000" y="428868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Box 29"/>
          <p:cNvSpPr/>
          <p:nvPr/>
        </p:nvSpPr>
        <p:spPr>
          <a:xfrm>
            <a:off x="4526280" y="498348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Box 30"/>
          <p:cNvSpPr/>
          <p:nvPr/>
        </p:nvSpPr>
        <p:spPr>
          <a:xfrm>
            <a:off x="4526280" y="53492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TextBox 31"/>
          <p:cNvSpPr/>
          <p:nvPr/>
        </p:nvSpPr>
        <p:spPr>
          <a:xfrm>
            <a:off x="4526280" y="562356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8" name="Rectangle 32"/>
          <p:cNvSpPr/>
          <p:nvPr/>
        </p:nvSpPr>
        <p:spPr>
          <a:xfrm>
            <a:off x="8138160" y="1691640"/>
            <a:ext cx="365400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9" name="Rectangle 33"/>
          <p:cNvSpPr/>
          <p:nvPr/>
        </p:nvSpPr>
        <p:spPr>
          <a:xfrm>
            <a:off x="8138160" y="1691640"/>
            <a:ext cx="3654000" cy="878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0" name="TextBox 34"/>
          <p:cNvSpPr/>
          <p:nvPr/>
        </p:nvSpPr>
        <p:spPr>
          <a:xfrm>
            <a:off x="8321040" y="1965960"/>
            <a:ext cx="72792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Box 35"/>
          <p:cNvSpPr/>
          <p:nvPr/>
        </p:nvSpPr>
        <p:spPr>
          <a:xfrm>
            <a:off x="9098280" y="1965960"/>
            <a:ext cx="2511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2" name="TextBox 36"/>
          <p:cNvSpPr/>
          <p:nvPr/>
        </p:nvSpPr>
        <p:spPr>
          <a:xfrm>
            <a:off x="9098280" y="2331720"/>
            <a:ext cx="2511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Rectangle 37"/>
          <p:cNvSpPr/>
          <p:nvPr/>
        </p:nvSpPr>
        <p:spPr>
          <a:xfrm>
            <a:off x="8321040" y="2788920"/>
            <a:ext cx="3288240" cy="4536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TextBox 38"/>
          <p:cNvSpPr/>
          <p:nvPr/>
        </p:nvSpPr>
        <p:spPr>
          <a:xfrm>
            <a:off x="8412480" y="2853000"/>
            <a:ext cx="3105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5" name="TextBox 39"/>
          <p:cNvSpPr/>
          <p:nvPr/>
        </p:nvSpPr>
        <p:spPr>
          <a:xfrm>
            <a:off x="8366760" y="352044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6" name="TextBox 40"/>
          <p:cNvSpPr/>
          <p:nvPr/>
        </p:nvSpPr>
        <p:spPr>
          <a:xfrm>
            <a:off x="8366760" y="377640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Box 41"/>
          <p:cNvSpPr/>
          <p:nvPr/>
        </p:nvSpPr>
        <p:spPr>
          <a:xfrm>
            <a:off x="8366760" y="403236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Box 42"/>
          <p:cNvSpPr/>
          <p:nvPr/>
        </p:nvSpPr>
        <p:spPr>
          <a:xfrm>
            <a:off x="8366760" y="428868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Box 43"/>
          <p:cNvSpPr/>
          <p:nvPr/>
        </p:nvSpPr>
        <p:spPr>
          <a:xfrm>
            <a:off x="8321040" y="498348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Box 44"/>
          <p:cNvSpPr/>
          <p:nvPr/>
        </p:nvSpPr>
        <p:spPr>
          <a:xfrm>
            <a:off x="8321040" y="53492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Box 45"/>
          <p:cNvSpPr/>
          <p:nvPr/>
        </p:nvSpPr>
        <p:spPr>
          <a:xfrm>
            <a:off x="8321040" y="562356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Box 4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Box 4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8" name="Shape 3"/>
          <p:cNvSpPr/>
          <p:nvPr/>
        </p:nvSpPr>
        <p:spPr>
          <a:xfrm>
            <a:off x="548640" y="1691640"/>
            <a:ext cx="7311600" cy="45684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9" name="Shape 4"/>
          <p:cNvSpPr/>
          <p:nvPr/>
        </p:nvSpPr>
        <p:spPr>
          <a:xfrm>
            <a:off x="777240" y="1874520"/>
            <a:ext cx="133560" cy="1335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0" name="Shape 5"/>
          <p:cNvSpPr/>
          <p:nvPr/>
        </p:nvSpPr>
        <p:spPr>
          <a:xfrm>
            <a:off x="960120" y="1874520"/>
            <a:ext cx="133560" cy="1335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1" name="Shape 6"/>
          <p:cNvSpPr/>
          <p:nvPr/>
        </p:nvSpPr>
        <p:spPr>
          <a:xfrm>
            <a:off x="1143000" y="1874520"/>
            <a:ext cx="133560" cy="1335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2" name="Text 7"/>
          <p:cNvSpPr/>
          <p:nvPr/>
        </p:nvSpPr>
        <p:spPr>
          <a:xfrm>
            <a:off x="1371600" y="178308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8"/>
          <p:cNvSpPr/>
          <p:nvPr/>
        </p:nvSpPr>
        <p:spPr>
          <a:xfrm>
            <a:off x="777240" y="22402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9"/>
          <p:cNvSpPr/>
          <p:nvPr/>
        </p:nvSpPr>
        <p:spPr>
          <a:xfrm>
            <a:off x="777240" y="24141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Text 10"/>
          <p:cNvSpPr/>
          <p:nvPr/>
        </p:nvSpPr>
        <p:spPr>
          <a:xfrm>
            <a:off x="777240" y="25876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6" name="Text 11"/>
          <p:cNvSpPr/>
          <p:nvPr/>
        </p:nvSpPr>
        <p:spPr>
          <a:xfrm>
            <a:off x="777240" y="27615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Text 12"/>
          <p:cNvSpPr/>
          <p:nvPr/>
        </p:nvSpPr>
        <p:spPr>
          <a:xfrm>
            <a:off x="777240" y="29350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8" name="Text 13"/>
          <p:cNvSpPr/>
          <p:nvPr/>
        </p:nvSpPr>
        <p:spPr>
          <a:xfrm>
            <a:off x="777240" y="31089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14"/>
          <p:cNvSpPr/>
          <p:nvPr/>
        </p:nvSpPr>
        <p:spPr>
          <a:xfrm>
            <a:off x="777240" y="32828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15"/>
          <p:cNvSpPr/>
          <p:nvPr/>
        </p:nvSpPr>
        <p:spPr>
          <a:xfrm>
            <a:off x="777240" y="34563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Text 16"/>
          <p:cNvSpPr/>
          <p:nvPr/>
        </p:nvSpPr>
        <p:spPr>
          <a:xfrm>
            <a:off x="777240" y="36302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2" name="Text 17"/>
          <p:cNvSpPr/>
          <p:nvPr/>
        </p:nvSpPr>
        <p:spPr>
          <a:xfrm>
            <a:off x="777240" y="38037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18"/>
          <p:cNvSpPr/>
          <p:nvPr/>
        </p:nvSpPr>
        <p:spPr>
          <a:xfrm>
            <a:off x="777240" y="39776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19"/>
          <p:cNvSpPr/>
          <p:nvPr/>
        </p:nvSpPr>
        <p:spPr>
          <a:xfrm>
            <a:off x="777240" y="41515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Text 20"/>
          <p:cNvSpPr/>
          <p:nvPr/>
        </p:nvSpPr>
        <p:spPr>
          <a:xfrm>
            <a:off x="777240" y="43250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6" name="Text 21"/>
          <p:cNvSpPr/>
          <p:nvPr/>
        </p:nvSpPr>
        <p:spPr>
          <a:xfrm>
            <a:off x="777240" y="44989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22"/>
          <p:cNvSpPr/>
          <p:nvPr/>
        </p:nvSpPr>
        <p:spPr>
          <a:xfrm>
            <a:off x="777240" y="46724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23"/>
          <p:cNvSpPr/>
          <p:nvPr/>
        </p:nvSpPr>
        <p:spPr>
          <a:xfrm>
            <a:off x="777240" y="48463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Text 24"/>
          <p:cNvSpPr/>
          <p:nvPr/>
        </p:nvSpPr>
        <p:spPr>
          <a:xfrm>
            <a:off x="777240" y="502020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0" name="Text 25"/>
          <p:cNvSpPr/>
          <p:nvPr/>
        </p:nvSpPr>
        <p:spPr>
          <a:xfrm>
            <a:off x="777240" y="51937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26"/>
          <p:cNvSpPr/>
          <p:nvPr/>
        </p:nvSpPr>
        <p:spPr>
          <a:xfrm>
            <a:off x="777240" y="536760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27"/>
          <p:cNvSpPr/>
          <p:nvPr/>
        </p:nvSpPr>
        <p:spPr>
          <a:xfrm>
            <a:off x="777240" y="55411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Text 28"/>
          <p:cNvSpPr/>
          <p:nvPr/>
        </p:nvSpPr>
        <p:spPr>
          <a:xfrm>
            <a:off x="777240" y="571500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4" name="Text 29"/>
          <p:cNvSpPr/>
          <p:nvPr/>
        </p:nvSpPr>
        <p:spPr>
          <a:xfrm>
            <a:off x="777240" y="58888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Shape 30"/>
          <p:cNvSpPr/>
          <p:nvPr/>
        </p:nvSpPr>
        <p:spPr>
          <a:xfrm>
            <a:off x="8092440" y="1691640"/>
            <a:ext cx="3516840" cy="45684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6" name="Text 31"/>
          <p:cNvSpPr/>
          <p:nvPr/>
        </p:nvSpPr>
        <p:spPr>
          <a:xfrm>
            <a:off x="8275320" y="1783080"/>
            <a:ext cx="3196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7" name="Shape 32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8" name="Text 33"/>
          <p:cNvSpPr/>
          <p:nvPr/>
        </p:nvSpPr>
        <p:spPr>
          <a:xfrm>
            <a:off x="8275320" y="2136240"/>
            <a:ext cx="40788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34"/>
          <p:cNvSpPr/>
          <p:nvPr/>
        </p:nvSpPr>
        <p:spPr>
          <a:xfrm>
            <a:off x="8814240" y="21945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0" name="Shape 35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1" name="Text 36"/>
          <p:cNvSpPr/>
          <p:nvPr/>
        </p:nvSpPr>
        <p:spPr>
          <a:xfrm>
            <a:off x="8275320" y="28803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Text 37"/>
          <p:cNvSpPr/>
          <p:nvPr/>
        </p:nvSpPr>
        <p:spPr>
          <a:xfrm>
            <a:off x="8814240" y="28346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3" name="Shape 38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39"/>
          <p:cNvSpPr/>
          <p:nvPr/>
        </p:nvSpPr>
        <p:spPr>
          <a:xfrm>
            <a:off x="8275320" y="3484440"/>
            <a:ext cx="40788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40"/>
          <p:cNvSpPr/>
          <p:nvPr/>
        </p:nvSpPr>
        <p:spPr>
          <a:xfrm>
            <a:off x="8814240" y="347472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41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42"/>
          <p:cNvSpPr/>
          <p:nvPr/>
        </p:nvSpPr>
        <p:spPr>
          <a:xfrm>
            <a:off x="8275320" y="4124520"/>
            <a:ext cx="40788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43"/>
          <p:cNvSpPr/>
          <p:nvPr/>
        </p:nvSpPr>
        <p:spPr>
          <a:xfrm>
            <a:off x="8814240" y="41148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44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45"/>
          <p:cNvSpPr/>
          <p:nvPr/>
        </p:nvSpPr>
        <p:spPr>
          <a:xfrm>
            <a:off x="8275320" y="4728600"/>
            <a:ext cx="40788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46"/>
          <p:cNvSpPr/>
          <p:nvPr/>
        </p:nvSpPr>
        <p:spPr>
          <a:xfrm>
            <a:off x="8814240" y="475488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47"/>
          <p:cNvSpPr/>
          <p:nvPr/>
        </p:nvSpPr>
        <p:spPr>
          <a:xfrm>
            <a:off x="8275320" y="5440680"/>
            <a:ext cx="407880" cy="4078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48"/>
          <p:cNvSpPr/>
          <p:nvPr/>
        </p:nvSpPr>
        <p:spPr>
          <a:xfrm>
            <a:off x="8275320" y="54406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49"/>
          <p:cNvSpPr/>
          <p:nvPr/>
        </p:nvSpPr>
        <p:spPr>
          <a:xfrm>
            <a:off x="8814240" y="53949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6" name="Text 50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7" name="Text 51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9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0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1" name="Shape 3"/>
          <p:cNvSpPr/>
          <p:nvPr/>
        </p:nvSpPr>
        <p:spPr>
          <a:xfrm>
            <a:off x="548640" y="1691640"/>
            <a:ext cx="7311600" cy="45684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2" name="Shape 4"/>
          <p:cNvSpPr/>
          <p:nvPr/>
        </p:nvSpPr>
        <p:spPr>
          <a:xfrm>
            <a:off x="777240" y="1874520"/>
            <a:ext cx="133560" cy="1335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3" name="Shape 5"/>
          <p:cNvSpPr/>
          <p:nvPr/>
        </p:nvSpPr>
        <p:spPr>
          <a:xfrm>
            <a:off x="960120" y="1874520"/>
            <a:ext cx="133560" cy="1335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4" name="Shape 6"/>
          <p:cNvSpPr/>
          <p:nvPr/>
        </p:nvSpPr>
        <p:spPr>
          <a:xfrm>
            <a:off x="1143000" y="1874520"/>
            <a:ext cx="133560" cy="1335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5" name="Text 7"/>
          <p:cNvSpPr/>
          <p:nvPr/>
        </p:nvSpPr>
        <p:spPr>
          <a:xfrm>
            <a:off x="1371600" y="178308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Text 8"/>
          <p:cNvSpPr/>
          <p:nvPr/>
        </p:nvSpPr>
        <p:spPr>
          <a:xfrm>
            <a:off x="777240" y="22402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7" name="Text 9"/>
          <p:cNvSpPr/>
          <p:nvPr/>
        </p:nvSpPr>
        <p:spPr>
          <a:xfrm>
            <a:off x="777240" y="24141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8" name="Text 10"/>
          <p:cNvSpPr/>
          <p:nvPr/>
        </p:nvSpPr>
        <p:spPr>
          <a:xfrm>
            <a:off x="777240" y="25876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11"/>
          <p:cNvSpPr/>
          <p:nvPr/>
        </p:nvSpPr>
        <p:spPr>
          <a:xfrm>
            <a:off x="777240" y="27615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12"/>
          <p:cNvSpPr/>
          <p:nvPr/>
        </p:nvSpPr>
        <p:spPr>
          <a:xfrm>
            <a:off x="777240" y="29350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Text 13"/>
          <p:cNvSpPr/>
          <p:nvPr/>
        </p:nvSpPr>
        <p:spPr>
          <a:xfrm>
            <a:off x="777240" y="31089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2" name="Text 14"/>
          <p:cNvSpPr/>
          <p:nvPr/>
        </p:nvSpPr>
        <p:spPr>
          <a:xfrm>
            <a:off x="777240" y="32828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${DATABASE_URL}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15"/>
          <p:cNvSpPr/>
          <p:nvPr/>
        </p:nvSpPr>
        <p:spPr>
          <a:xfrm>
            <a:off x="777240" y="34563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UPSTASH_REDIS_REST_URL: ${UPSTASH_REDIS_REST_URL}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6"/>
          <p:cNvSpPr/>
          <p:nvPr/>
        </p:nvSpPr>
        <p:spPr>
          <a:xfrm>
            <a:off x="777240" y="36302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Text 17"/>
          <p:cNvSpPr/>
          <p:nvPr/>
        </p:nvSpPr>
        <p:spPr>
          <a:xfrm>
            <a:off x="777240" y="38037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env_file: [ .env 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6" name="Text 18"/>
          <p:cNvSpPr/>
          <p:nvPr/>
        </p:nvSpPr>
        <p:spPr>
          <a:xfrm>
            <a:off x="777240" y="39776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7" name="Text 19"/>
          <p:cNvSpPr/>
          <p:nvPr/>
        </p:nvSpPr>
        <p:spPr>
          <a:xfrm>
            <a:off x="777240" y="41515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20"/>
          <p:cNvSpPr/>
          <p:nvPr/>
        </p:nvSpPr>
        <p:spPr>
          <a:xfrm>
            <a:off x="777240" y="43250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Text 21"/>
          <p:cNvSpPr/>
          <p:nvPr/>
        </p:nvSpPr>
        <p:spPr>
          <a:xfrm>
            <a:off x="777240" y="44989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0" name="Text 22"/>
          <p:cNvSpPr/>
          <p:nvPr/>
        </p:nvSpPr>
        <p:spPr>
          <a:xfrm>
            <a:off x="777240" y="46724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1" name="Text 23"/>
          <p:cNvSpPr/>
          <p:nvPr/>
        </p:nvSpPr>
        <p:spPr>
          <a:xfrm>
            <a:off x="777240" y="48463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24"/>
          <p:cNvSpPr/>
          <p:nvPr/>
        </p:nvSpPr>
        <p:spPr>
          <a:xfrm>
            <a:off x="777240" y="502020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Text 25"/>
          <p:cNvSpPr/>
          <p:nvPr/>
        </p:nvSpPr>
        <p:spPr>
          <a:xfrm>
            <a:off x="777240" y="51937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4" name="Text 26"/>
          <p:cNvSpPr/>
          <p:nvPr/>
        </p:nvSpPr>
        <p:spPr>
          <a:xfrm>
            <a:off x="777240" y="536760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5" name="Text 27"/>
          <p:cNvSpPr/>
          <p:nvPr/>
        </p:nvSpPr>
        <p:spPr>
          <a:xfrm>
            <a:off x="777240" y="55411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8"/>
          <p:cNvSpPr/>
          <p:nvPr/>
        </p:nvSpPr>
        <p:spPr>
          <a:xfrm>
            <a:off x="777240" y="571500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Text 29"/>
          <p:cNvSpPr/>
          <p:nvPr/>
        </p:nvSpPr>
        <p:spPr>
          <a:xfrm>
            <a:off x="777240" y="58888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8" name="Shape 30"/>
          <p:cNvSpPr/>
          <p:nvPr/>
        </p:nvSpPr>
        <p:spPr>
          <a:xfrm>
            <a:off x="8128440" y="1691640"/>
            <a:ext cx="3516840" cy="45684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31"/>
          <p:cNvSpPr/>
          <p:nvPr/>
        </p:nvSpPr>
        <p:spPr>
          <a:xfrm>
            <a:off x="8275320" y="1783080"/>
            <a:ext cx="3196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Shape 32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1" name="Text 33"/>
          <p:cNvSpPr/>
          <p:nvPr/>
        </p:nvSpPr>
        <p:spPr>
          <a:xfrm>
            <a:off x="8275320" y="22402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Text 34"/>
          <p:cNvSpPr/>
          <p:nvPr/>
        </p:nvSpPr>
        <p:spPr>
          <a:xfrm>
            <a:off x="8814240" y="21945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3" name="Shape 35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4" name="Text 36"/>
          <p:cNvSpPr/>
          <p:nvPr/>
        </p:nvSpPr>
        <p:spPr>
          <a:xfrm>
            <a:off x="8275320" y="2844360"/>
            <a:ext cx="40788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5" name="Text 37"/>
          <p:cNvSpPr/>
          <p:nvPr/>
        </p:nvSpPr>
        <p:spPr>
          <a:xfrm>
            <a:off x="8814240" y="28346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+ services cloud (Neon · Upstash)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8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9"/>
          <p:cNvSpPr/>
          <p:nvPr/>
        </p:nvSpPr>
        <p:spPr>
          <a:xfrm>
            <a:off x="8275320" y="35204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Text 40"/>
          <p:cNvSpPr/>
          <p:nvPr/>
        </p:nvSpPr>
        <p:spPr>
          <a:xfrm>
            <a:off x="8814240" y="347472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9" name="Shape 41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0" name="Text 42"/>
          <p:cNvSpPr/>
          <p:nvPr/>
        </p:nvSpPr>
        <p:spPr>
          <a:xfrm>
            <a:off x="8275320" y="416052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1" name="Text 43"/>
          <p:cNvSpPr/>
          <p:nvPr/>
        </p:nvSpPr>
        <p:spPr>
          <a:xfrm>
            <a:off x="8814240" y="41148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Shape 44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3" name="Text 45"/>
          <p:cNvSpPr/>
          <p:nvPr/>
        </p:nvSpPr>
        <p:spPr>
          <a:xfrm>
            <a:off x="8275320" y="4764600"/>
            <a:ext cx="4438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46"/>
          <p:cNvSpPr/>
          <p:nvPr/>
        </p:nvSpPr>
        <p:spPr>
          <a:xfrm>
            <a:off x="8814240" y="475488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47"/>
          <p:cNvSpPr/>
          <p:nvPr/>
        </p:nvSpPr>
        <p:spPr>
          <a:xfrm>
            <a:off x="8275320" y="5440680"/>
            <a:ext cx="407880" cy="4078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Text 48"/>
          <p:cNvSpPr/>
          <p:nvPr/>
        </p:nvSpPr>
        <p:spPr>
          <a:xfrm>
            <a:off x="8275320" y="54406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7" name="Text 49"/>
          <p:cNvSpPr/>
          <p:nvPr/>
        </p:nvSpPr>
        <p:spPr>
          <a:xfrm>
            <a:off x="8814240" y="53949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9" name="Text 50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Text 51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4" name="Shape 3"/>
          <p:cNvSpPr/>
          <p:nvPr/>
        </p:nvSpPr>
        <p:spPr>
          <a:xfrm>
            <a:off x="480240" y="1691640"/>
            <a:ext cx="3699720" cy="42026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4"/>
          <p:cNvSpPr/>
          <p:nvPr/>
        </p:nvSpPr>
        <p:spPr>
          <a:xfrm>
            <a:off x="480240" y="1691640"/>
            <a:ext cx="3699720" cy="453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5"/>
          <p:cNvSpPr/>
          <p:nvPr/>
        </p:nvSpPr>
        <p:spPr>
          <a:xfrm>
            <a:off x="480240" y="1691640"/>
            <a:ext cx="36997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Shape 6"/>
          <p:cNvSpPr/>
          <p:nvPr/>
        </p:nvSpPr>
        <p:spPr>
          <a:xfrm>
            <a:off x="708840" y="2331720"/>
            <a:ext cx="545040" cy="545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8" name="Text 7"/>
          <p:cNvSpPr/>
          <p:nvPr/>
        </p:nvSpPr>
        <p:spPr>
          <a:xfrm>
            <a:off x="708840" y="2331720"/>
            <a:ext cx="5450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9" name="Text 8"/>
          <p:cNvSpPr/>
          <p:nvPr/>
        </p:nvSpPr>
        <p:spPr>
          <a:xfrm>
            <a:off x="1348920" y="2331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0" name="Text 9"/>
          <p:cNvSpPr/>
          <p:nvPr/>
        </p:nvSpPr>
        <p:spPr>
          <a:xfrm>
            <a:off x="1348920" y="2651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Shape 10"/>
          <p:cNvSpPr/>
          <p:nvPr/>
        </p:nvSpPr>
        <p:spPr>
          <a:xfrm>
            <a:off x="708840" y="3474720"/>
            <a:ext cx="545040" cy="545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2" name="Text 11"/>
          <p:cNvSpPr/>
          <p:nvPr/>
        </p:nvSpPr>
        <p:spPr>
          <a:xfrm>
            <a:off x="708840" y="3474720"/>
            <a:ext cx="5450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3" name="Text 12"/>
          <p:cNvSpPr/>
          <p:nvPr/>
        </p:nvSpPr>
        <p:spPr>
          <a:xfrm>
            <a:off x="1348920" y="3474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4" name="Text 13"/>
          <p:cNvSpPr/>
          <p:nvPr/>
        </p:nvSpPr>
        <p:spPr>
          <a:xfrm>
            <a:off x="1348920" y="3794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Shape 14"/>
          <p:cNvSpPr/>
          <p:nvPr/>
        </p:nvSpPr>
        <p:spPr>
          <a:xfrm>
            <a:off x="708840" y="4617720"/>
            <a:ext cx="545040" cy="545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6" name="Text 15"/>
          <p:cNvSpPr/>
          <p:nvPr/>
        </p:nvSpPr>
        <p:spPr>
          <a:xfrm>
            <a:off x="708840" y="4617720"/>
            <a:ext cx="5450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7" name="Text 16"/>
          <p:cNvSpPr/>
          <p:nvPr/>
        </p:nvSpPr>
        <p:spPr>
          <a:xfrm>
            <a:off x="1348920" y="4617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8" name="Text 17"/>
          <p:cNvSpPr/>
          <p:nvPr/>
        </p:nvSpPr>
        <p:spPr>
          <a:xfrm>
            <a:off x="1348920" y="4937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0" name="Shape 19"/>
          <p:cNvSpPr/>
          <p:nvPr/>
        </p:nvSpPr>
        <p:spPr>
          <a:xfrm>
            <a:off x="4229280" y="1691640"/>
            <a:ext cx="3699720" cy="42026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1" name="Shape 20"/>
          <p:cNvSpPr/>
          <p:nvPr/>
        </p:nvSpPr>
        <p:spPr>
          <a:xfrm>
            <a:off x="4229280" y="1691640"/>
            <a:ext cx="3699720" cy="453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1"/>
          <p:cNvSpPr/>
          <p:nvPr/>
        </p:nvSpPr>
        <p:spPr>
          <a:xfrm>
            <a:off x="4229280" y="1691640"/>
            <a:ext cx="36997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22"/>
          <p:cNvSpPr/>
          <p:nvPr/>
        </p:nvSpPr>
        <p:spPr>
          <a:xfrm>
            <a:off x="4457880" y="2331720"/>
            <a:ext cx="545040" cy="545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23"/>
          <p:cNvSpPr/>
          <p:nvPr/>
        </p:nvSpPr>
        <p:spPr>
          <a:xfrm>
            <a:off x="4457880" y="2259720"/>
            <a:ext cx="545040" cy="61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Text 24"/>
          <p:cNvSpPr/>
          <p:nvPr/>
        </p:nvSpPr>
        <p:spPr>
          <a:xfrm>
            <a:off x="5097960" y="2331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6" name="Text 25"/>
          <p:cNvSpPr/>
          <p:nvPr/>
        </p:nvSpPr>
        <p:spPr>
          <a:xfrm>
            <a:off x="5097960" y="2651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26"/>
          <p:cNvSpPr/>
          <p:nvPr/>
        </p:nvSpPr>
        <p:spPr>
          <a:xfrm>
            <a:off x="4457880" y="3474720"/>
            <a:ext cx="545040" cy="545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27"/>
          <p:cNvSpPr/>
          <p:nvPr/>
        </p:nvSpPr>
        <p:spPr>
          <a:xfrm>
            <a:off x="4457880" y="3474720"/>
            <a:ext cx="5450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9" name="Text 28"/>
          <p:cNvSpPr/>
          <p:nvPr/>
        </p:nvSpPr>
        <p:spPr>
          <a:xfrm>
            <a:off x="5097960" y="3474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0" name="Text 29"/>
          <p:cNvSpPr/>
          <p:nvPr/>
        </p:nvSpPr>
        <p:spPr>
          <a:xfrm>
            <a:off x="5097960" y="3794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Shape 30"/>
          <p:cNvSpPr/>
          <p:nvPr/>
        </p:nvSpPr>
        <p:spPr>
          <a:xfrm>
            <a:off x="4457880" y="4617720"/>
            <a:ext cx="545040" cy="545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2" name="Text 31"/>
          <p:cNvSpPr/>
          <p:nvPr/>
        </p:nvSpPr>
        <p:spPr>
          <a:xfrm>
            <a:off x="4457880" y="4617720"/>
            <a:ext cx="5450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32"/>
          <p:cNvSpPr/>
          <p:nvPr/>
        </p:nvSpPr>
        <p:spPr>
          <a:xfrm>
            <a:off x="5097960" y="4617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Text 33"/>
          <p:cNvSpPr/>
          <p:nvPr/>
        </p:nvSpPr>
        <p:spPr>
          <a:xfrm>
            <a:off x="5097960" y="4937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5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Shape 35"/>
          <p:cNvSpPr/>
          <p:nvPr/>
        </p:nvSpPr>
        <p:spPr>
          <a:xfrm>
            <a:off x="7978320" y="1691640"/>
            <a:ext cx="3699720" cy="42026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7" name="Shape 36"/>
          <p:cNvSpPr/>
          <p:nvPr/>
        </p:nvSpPr>
        <p:spPr>
          <a:xfrm>
            <a:off x="7978320" y="1691640"/>
            <a:ext cx="3699720" cy="453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8" name="Text 37"/>
          <p:cNvSpPr/>
          <p:nvPr/>
        </p:nvSpPr>
        <p:spPr>
          <a:xfrm>
            <a:off x="7978320" y="1691640"/>
            <a:ext cx="36997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38"/>
          <p:cNvSpPr/>
          <p:nvPr/>
        </p:nvSpPr>
        <p:spPr>
          <a:xfrm>
            <a:off x="8206920" y="2331720"/>
            <a:ext cx="545040" cy="545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39"/>
          <p:cNvSpPr/>
          <p:nvPr/>
        </p:nvSpPr>
        <p:spPr>
          <a:xfrm>
            <a:off x="8206920" y="2259720"/>
            <a:ext cx="545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40"/>
          <p:cNvSpPr/>
          <p:nvPr/>
        </p:nvSpPr>
        <p:spPr>
          <a:xfrm>
            <a:off x="8847000" y="2331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41"/>
          <p:cNvSpPr/>
          <p:nvPr/>
        </p:nvSpPr>
        <p:spPr>
          <a:xfrm>
            <a:off x="8847000" y="2651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42"/>
          <p:cNvSpPr/>
          <p:nvPr/>
        </p:nvSpPr>
        <p:spPr>
          <a:xfrm>
            <a:off x="8206920" y="3474720"/>
            <a:ext cx="545040" cy="545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Text 43"/>
          <p:cNvSpPr/>
          <p:nvPr/>
        </p:nvSpPr>
        <p:spPr>
          <a:xfrm>
            <a:off x="8206920" y="3402720"/>
            <a:ext cx="545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5" name="Text 44"/>
          <p:cNvSpPr/>
          <p:nvPr/>
        </p:nvSpPr>
        <p:spPr>
          <a:xfrm>
            <a:off x="8847000" y="3474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45"/>
          <p:cNvSpPr/>
          <p:nvPr/>
        </p:nvSpPr>
        <p:spPr>
          <a:xfrm>
            <a:off x="8847000" y="3794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46"/>
          <p:cNvSpPr/>
          <p:nvPr/>
        </p:nvSpPr>
        <p:spPr>
          <a:xfrm>
            <a:off x="8206920" y="4617720"/>
            <a:ext cx="545040" cy="545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Text 47"/>
          <p:cNvSpPr/>
          <p:nvPr/>
        </p:nvSpPr>
        <p:spPr>
          <a:xfrm>
            <a:off x="8206920" y="4617720"/>
            <a:ext cx="5450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9" name="Text 48"/>
          <p:cNvSpPr/>
          <p:nvPr/>
        </p:nvSpPr>
        <p:spPr>
          <a:xfrm>
            <a:off x="8847000" y="4617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49"/>
          <p:cNvSpPr/>
          <p:nvPr/>
        </p:nvSpPr>
        <p:spPr>
          <a:xfrm>
            <a:off x="8847000" y="4937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50"/>
          <p:cNvSpPr/>
          <p:nvPr/>
        </p:nvSpPr>
        <p:spPr>
          <a:xfrm>
            <a:off x="548640" y="6035040"/>
            <a:ext cx="11060640" cy="27072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Text 51"/>
          <p:cNvSpPr/>
          <p:nvPr/>
        </p:nvSpPr>
        <p:spPr>
          <a:xfrm>
            <a:off x="777240" y="6035040"/>
            <a:ext cx="10603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4" name="Text 52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Text 53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9" name="Shape 3"/>
          <p:cNvSpPr/>
          <p:nvPr/>
        </p:nvSpPr>
        <p:spPr>
          <a:xfrm>
            <a:off x="548640" y="1691640"/>
            <a:ext cx="5528520" cy="45684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0" name="Text 4"/>
          <p:cNvSpPr/>
          <p:nvPr/>
        </p:nvSpPr>
        <p:spPr>
          <a:xfrm>
            <a:off x="731520" y="178308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1" name="Text 5"/>
          <p:cNvSpPr/>
          <p:nvPr/>
        </p:nvSpPr>
        <p:spPr>
          <a:xfrm>
            <a:off x="777240" y="2240280"/>
            <a:ext cx="453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Text 6"/>
          <p:cNvSpPr/>
          <p:nvPr/>
        </p:nvSpPr>
        <p:spPr>
          <a:xfrm>
            <a:off x="1280160" y="224028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3" name="Text 7"/>
          <p:cNvSpPr/>
          <p:nvPr/>
        </p:nvSpPr>
        <p:spPr>
          <a:xfrm>
            <a:off x="1280160" y="2514600"/>
            <a:ext cx="4568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Text 8"/>
          <p:cNvSpPr/>
          <p:nvPr/>
        </p:nvSpPr>
        <p:spPr>
          <a:xfrm>
            <a:off x="813240" y="2880360"/>
            <a:ext cx="453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5" name="Text 9"/>
          <p:cNvSpPr/>
          <p:nvPr/>
        </p:nvSpPr>
        <p:spPr>
          <a:xfrm>
            <a:off x="1280160" y="288036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Text 10"/>
          <p:cNvSpPr/>
          <p:nvPr/>
        </p:nvSpPr>
        <p:spPr>
          <a:xfrm>
            <a:off x="1280160" y="3154680"/>
            <a:ext cx="4568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7" name="Text 11"/>
          <p:cNvSpPr/>
          <p:nvPr/>
        </p:nvSpPr>
        <p:spPr>
          <a:xfrm>
            <a:off x="777240" y="3520440"/>
            <a:ext cx="453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8" name="Text 12"/>
          <p:cNvSpPr/>
          <p:nvPr/>
        </p:nvSpPr>
        <p:spPr>
          <a:xfrm>
            <a:off x="1280160" y="352044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9" name="Text 13"/>
          <p:cNvSpPr/>
          <p:nvPr/>
        </p:nvSpPr>
        <p:spPr>
          <a:xfrm>
            <a:off x="1280160" y="3794760"/>
            <a:ext cx="4568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14"/>
          <p:cNvSpPr/>
          <p:nvPr/>
        </p:nvSpPr>
        <p:spPr>
          <a:xfrm>
            <a:off x="813240" y="4160520"/>
            <a:ext cx="453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1" name="Text 15"/>
          <p:cNvSpPr/>
          <p:nvPr/>
        </p:nvSpPr>
        <p:spPr>
          <a:xfrm>
            <a:off x="1280160" y="416052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6"/>
          <p:cNvSpPr/>
          <p:nvPr/>
        </p:nvSpPr>
        <p:spPr>
          <a:xfrm>
            <a:off x="1280160" y="4434840"/>
            <a:ext cx="4568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Text 17"/>
          <p:cNvSpPr/>
          <p:nvPr/>
        </p:nvSpPr>
        <p:spPr>
          <a:xfrm>
            <a:off x="777240" y="4800600"/>
            <a:ext cx="453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4" name="Text 18"/>
          <p:cNvSpPr/>
          <p:nvPr/>
        </p:nvSpPr>
        <p:spPr>
          <a:xfrm>
            <a:off x="1280160" y="480060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5" name="Text 19"/>
          <p:cNvSpPr/>
          <p:nvPr/>
        </p:nvSpPr>
        <p:spPr>
          <a:xfrm>
            <a:off x="1280160" y="5074920"/>
            <a:ext cx="4568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20"/>
          <p:cNvSpPr/>
          <p:nvPr/>
        </p:nvSpPr>
        <p:spPr>
          <a:xfrm>
            <a:off x="813240" y="5440680"/>
            <a:ext cx="453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21"/>
          <p:cNvSpPr/>
          <p:nvPr/>
        </p:nvSpPr>
        <p:spPr>
          <a:xfrm>
            <a:off x="1280160" y="544068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Text 22"/>
          <p:cNvSpPr/>
          <p:nvPr/>
        </p:nvSpPr>
        <p:spPr>
          <a:xfrm>
            <a:off x="1280160" y="5715000"/>
            <a:ext cx="4568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9" name="Shape 23"/>
          <p:cNvSpPr/>
          <p:nvPr/>
        </p:nvSpPr>
        <p:spPr>
          <a:xfrm>
            <a:off x="6263640" y="1691640"/>
            <a:ext cx="5528520" cy="45684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0" name="Text 24"/>
          <p:cNvSpPr/>
          <p:nvPr/>
        </p:nvSpPr>
        <p:spPr>
          <a:xfrm>
            <a:off x="6446520" y="178308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Shape 25"/>
          <p:cNvSpPr/>
          <p:nvPr/>
        </p:nvSpPr>
        <p:spPr>
          <a:xfrm>
            <a:off x="6446520" y="2240280"/>
            <a:ext cx="499320" cy="4993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2" name="Text 26"/>
          <p:cNvSpPr/>
          <p:nvPr/>
        </p:nvSpPr>
        <p:spPr>
          <a:xfrm>
            <a:off x="6446520" y="2240280"/>
            <a:ext cx="499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3" name="Text 27"/>
          <p:cNvSpPr/>
          <p:nvPr/>
        </p:nvSpPr>
        <p:spPr>
          <a:xfrm>
            <a:off x="7040880" y="231228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4" name="Text 28"/>
          <p:cNvSpPr/>
          <p:nvPr/>
        </p:nvSpPr>
        <p:spPr>
          <a:xfrm>
            <a:off x="7040880" y="2478600"/>
            <a:ext cx="45684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Shape 29"/>
          <p:cNvSpPr/>
          <p:nvPr/>
        </p:nvSpPr>
        <p:spPr>
          <a:xfrm>
            <a:off x="6446520" y="3017520"/>
            <a:ext cx="499320" cy="4993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6" name="Text 30"/>
          <p:cNvSpPr/>
          <p:nvPr/>
        </p:nvSpPr>
        <p:spPr>
          <a:xfrm>
            <a:off x="6446520" y="3017520"/>
            <a:ext cx="499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7" name="Text 31"/>
          <p:cNvSpPr/>
          <p:nvPr/>
        </p:nvSpPr>
        <p:spPr>
          <a:xfrm>
            <a:off x="7040880" y="308952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8" name="Text 32"/>
          <p:cNvSpPr/>
          <p:nvPr/>
        </p:nvSpPr>
        <p:spPr>
          <a:xfrm>
            <a:off x="7040880" y="3255840"/>
            <a:ext cx="45684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Shape 33"/>
          <p:cNvSpPr/>
          <p:nvPr/>
        </p:nvSpPr>
        <p:spPr>
          <a:xfrm>
            <a:off x="6446520" y="3794760"/>
            <a:ext cx="499320" cy="4993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0" name="Text 34"/>
          <p:cNvSpPr/>
          <p:nvPr/>
        </p:nvSpPr>
        <p:spPr>
          <a:xfrm>
            <a:off x="6446520" y="3794760"/>
            <a:ext cx="499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1" name="Text 35"/>
          <p:cNvSpPr/>
          <p:nvPr/>
        </p:nvSpPr>
        <p:spPr>
          <a:xfrm>
            <a:off x="7040880" y="383076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2" name="Text 36"/>
          <p:cNvSpPr/>
          <p:nvPr/>
        </p:nvSpPr>
        <p:spPr>
          <a:xfrm>
            <a:off x="7040880" y="4033080"/>
            <a:ext cx="45684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Shape 37"/>
          <p:cNvSpPr/>
          <p:nvPr/>
        </p:nvSpPr>
        <p:spPr>
          <a:xfrm>
            <a:off x="6446520" y="4572000"/>
            <a:ext cx="499320" cy="4993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4" name="Text 38"/>
          <p:cNvSpPr/>
          <p:nvPr/>
        </p:nvSpPr>
        <p:spPr>
          <a:xfrm>
            <a:off x="6446520" y="4572000"/>
            <a:ext cx="499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5" name="Text 39"/>
          <p:cNvSpPr/>
          <p:nvPr/>
        </p:nvSpPr>
        <p:spPr>
          <a:xfrm>
            <a:off x="7040880" y="464400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6" name="Text 40"/>
          <p:cNvSpPr/>
          <p:nvPr/>
        </p:nvSpPr>
        <p:spPr>
          <a:xfrm>
            <a:off x="7040880" y="4810320"/>
            <a:ext cx="45684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Shape 41"/>
          <p:cNvSpPr/>
          <p:nvPr/>
        </p:nvSpPr>
        <p:spPr>
          <a:xfrm>
            <a:off x="6446520" y="5349240"/>
            <a:ext cx="499320" cy="4993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8" name="Text 42"/>
          <p:cNvSpPr/>
          <p:nvPr/>
        </p:nvSpPr>
        <p:spPr>
          <a:xfrm>
            <a:off x="6446520" y="5349240"/>
            <a:ext cx="499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Text 43"/>
          <p:cNvSpPr/>
          <p:nvPr/>
        </p:nvSpPr>
        <p:spPr>
          <a:xfrm>
            <a:off x="7040880" y="542124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0" name="Text 44"/>
          <p:cNvSpPr/>
          <p:nvPr/>
        </p:nvSpPr>
        <p:spPr>
          <a:xfrm>
            <a:off x="7040880" y="5587560"/>
            <a:ext cx="45684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2" name="Text 4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Text 4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6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7" name="Shape 3"/>
          <p:cNvSpPr/>
          <p:nvPr/>
        </p:nvSpPr>
        <p:spPr>
          <a:xfrm>
            <a:off x="548640" y="1691640"/>
            <a:ext cx="2693880" cy="16423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8" name="Text 4"/>
          <p:cNvSpPr/>
          <p:nvPr/>
        </p:nvSpPr>
        <p:spPr>
          <a:xfrm>
            <a:off x="548640" y="1783080"/>
            <a:ext cx="269388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5"/>
          <p:cNvSpPr/>
          <p:nvPr/>
        </p:nvSpPr>
        <p:spPr>
          <a:xfrm>
            <a:off x="548640" y="2697480"/>
            <a:ext cx="26938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0" name="Shape 6"/>
          <p:cNvSpPr/>
          <p:nvPr/>
        </p:nvSpPr>
        <p:spPr>
          <a:xfrm>
            <a:off x="3383280" y="1691640"/>
            <a:ext cx="2693880" cy="16423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1" name="Text 7"/>
          <p:cNvSpPr/>
          <p:nvPr/>
        </p:nvSpPr>
        <p:spPr>
          <a:xfrm>
            <a:off x="3383280" y="1783080"/>
            <a:ext cx="269388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Text 8"/>
          <p:cNvSpPr/>
          <p:nvPr/>
        </p:nvSpPr>
        <p:spPr>
          <a:xfrm>
            <a:off x="3383280" y="2697480"/>
            <a:ext cx="26938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3" name="Shape 9"/>
          <p:cNvSpPr/>
          <p:nvPr/>
        </p:nvSpPr>
        <p:spPr>
          <a:xfrm>
            <a:off x="6217920" y="1691640"/>
            <a:ext cx="2693880" cy="16423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Text 10"/>
          <p:cNvSpPr/>
          <p:nvPr/>
        </p:nvSpPr>
        <p:spPr>
          <a:xfrm>
            <a:off x="6217920" y="1783080"/>
            <a:ext cx="269388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5" name="Text 11"/>
          <p:cNvSpPr/>
          <p:nvPr/>
        </p:nvSpPr>
        <p:spPr>
          <a:xfrm>
            <a:off x="6217920" y="2697480"/>
            <a:ext cx="26938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Shape 12"/>
          <p:cNvSpPr/>
          <p:nvPr/>
        </p:nvSpPr>
        <p:spPr>
          <a:xfrm>
            <a:off x="9052560" y="1691640"/>
            <a:ext cx="2693880" cy="16423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7" name="Text 13"/>
          <p:cNvSpPr/>
          <p:nvPr/>
        </p:nvSpPr>
        <p:spPr>
          <a:xfrm>
            <a:off x="9052560" y="1783080"/>
            <a:ext cx="269388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Text 14"/>
          <p:cNvSpPr/>
          <p:nvPr/>
        </p:nvSpPr>
        <p:spPr>
          <a:xfrm>
            <a:off x="9052560" y="2697480"/>
            <a:ext cx="26938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9" name="Text 15"/>
          <p:cNvSpPr/>
          <p:nvPr/>
        </p:nvSpPr>
        <p:spPr>
          <a:xfrm>
            <a:off x="548640" y="3611880"/>
            <a:ext cx="109692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0" name="Shape 16"/>
          <p:cNvSpPr/>
          <p:nvPr/>
        </p:nvSpPr>
        <p:spPr>
          <a:xfrm>
            <a:off x="548640" y="3977640"/>
            <a:ext cx="5528520" cy="23281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81" name="Chart 0"/>
          <p:cNvGraphicFramePr/>
          <p:nvPr/>
        </p:nvGraphicFramePr>
        <p:xfrm>
          <a:off x="640080" y="4069080"/>
          <a:ext cx="5345640" cy="2145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382" name="Shape 17"/>
          <p:cNvSpPr/>
          <p:nvPr/>
        </p:nvSpPr>
        <p:spPr>
          <a:xfrm>
            <a:off x="6263640" y="3977640"/>
            <a:ext cx="5528520" cy="23281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3" name="Text 18"/>
          <p:cNvSpPr/>
          <p:nvPr/>
        </p:nvSpPr>
        <p:spPr>
          <a:xfrm>
            <a:off x="6400800" y="4069080"/>
            <a:ext cx="53456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4" name="Chart 1"/>
          <p:cNvGraphicFramePr/>
          <p:nvPr/>
        </p:nvGraphicFramePr>
        <p:xfrm>
          <a:off x="6400800" y="4343400"/>
          <a:ext cx="5208480" cy="1870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385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6" name="Text 19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20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9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0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1" name="Shape 3"/>
          <p:cNvSpPr/>
          <p:nvPr/>
        </p:nvSpPr>
        <p:spPr>
          <a:xfrm>
            <a:off x="548640" y="1691640"/>
            <a:ext cx="3654000" cy="155088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2" name="Text 4"/>
          <p:cNvSpPr/>
          <p:nvPr/>
        </p:nvSpPr>
        <p:spPr>
          <a:xfrm>
            <a:off x="548640" y="1691640"/>
            <a:ext cx="365400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3" name="Text 5"/>
          <p:cNvSpPr/>
          <p:nvPr/>
        </p:nvSpPr>
        <p:spPr>
          <a:xfrm>
            <a:off x="548640" y="2606040"/>
            <a:ext cx="3654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4" name="Text 6"/>
          <p:cNvSpPr/>
          <p:nvPr/>
        </p:nvSpPr>
        <p:spPr>
          <a:xfrm>
            <a:off x="548640" y="288036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Shape 7"/>
          <p:cNvSpPr/>
          <p:nvPr/>
        </p:nvSpPr>
        <p:spPr>
          <a:xfrm>
            <a:off x="4389120" y="1691640"/>
            <a:ext cx="7220160" cy="15508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6" name="Text 8"/>
          <p:cNvSpPr/>
          <p:nvPr/>
        </p:nvSpPr>
        <p:spPr>
          <a:xfrm>
            <a:off x="4572000" y="1783080"/>
            <a:ext cx="6854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9"/>
          <p:cNvSpPr/>
          <p:nvPr/>
        </p:nvSpPr>
        <p:spPr>
          <a:xfrm>
            <a:off x="4572000" y="2103120"/>
            <a:ext cx="685440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Text 10"/>
          <p:cNvSpPr/>
          <p:nvPr/>
        </p:nvSpPr>
        <p:spPr>
          <a:xfrm>
            <a:off x="548640" y="3383280"/>
            <a:ext cx="10969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9" name="Shape 11"/>
          <p:cNvSpPr/>
          <p:nvPr/>
        </p:nvSpPr>
        <p:spPr>
          <a:xfrm>
            <a:off x="54864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Shape 12"/>
          <p:cNvSpPr/>
          <p:nvPr/>
        </p:nvSpPr>
        <p:spPr>
          <a:xfrm>
            <a:off x="548640" y="3703320"/>
            <a:ext cx="87840" cy="104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1" name="Text 13"/>
          <p:cNvSpPr/>
          <p:nvPr/>
        </p:nvSpPr>
        <p:spPr>
          <a:xfrm>
            <a:off x="77724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2" name="Text 14"/>
          <p:cNvSpPr/>
          <p:nvPr/>
        </p:nvSpPr>
        <p:spPr>
          <a:xfrm>
            <a:off x="77724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15"/>
          <p:cNvSpPr/>
          <p:nvPr/>
        </p:nvSpPr>
        <p:spPr>
          <a:xfrm>
            <a:off x="621792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Shape 16"/>
          <p:cNvSpPr/>
          <p:nvPr/>
        </p:nvSpPr>
        <p:spPr>
          <a:xfrm>
            <a:off x="6217920" y="3703320"/>
            <a:ext cx="87840" cy="104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5" name="Text 17"/>
          <p:cNvSpPr/>
          <p:nvPr/>
        </p:nvSpPr>
        <p:spPr>
          <a:xfrm>
            <a:off x="644652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6" name="Text 18"/>
          <p:cNvSpPr/>
          <p:nvPr/>
        </p:nvSpPr>
        <p:spPr>
          <a:xfrm>
            <a:off x="644652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9"/>
          <p:cNvSpPr/>
          <p:nvPr/>
        </p:nvSpPr>
        <p:spPr>
          <a:xfrm>
            <a:off x="54864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Shape 20"/>
          <p:cNvSpPr/>
          <p:nvPr/>
        </p:nvSpPr>
        <p:spPr>
          <a:xfrm>
            <a:off x="548640" y="4846320"/>
            <a:ext cx="87840" cy="104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9" name="Text 21"/>
          <p:cNvSpPr/>
          <p:nvPr/>
        </p:nvSpPr>
        <p:spPr>
          <a:xfrm>
            <a:off x="77724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0" name="Text 22"/>
          <p:cNvSpPr/>
          <p:nvPr/>
        </p:nvSpPr>
        <p:spPr>
          <a:xfrm>
            <a:off x="77724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23"/>
          <p:cNvSpPr/>
          <p:nvPr/>
        </p:nvSpPr>
        <p:spPr>
          <a:xfrm>
            <a:off x="621792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Shape 24"/>
          <p:cNvSpPr/>
          <p:nvPr/>
        </p:nvSpPr>
        <p:spPr>
          <a:xfrm>
            <a:off x="6217920" y="4846320"/>
            <a:ext cx="87840" cy="104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3" name="Text 25"/>
          <p:cNvSpPr/>
          <p:nvPr/>
        </p:nvSpPr>
        <p:spPr>
          <a:xfrm>
            <a:off x="644652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4" name="Text 26"/>
          <p:cNvSpPr/>
          <p:nvPr/>
        </p:nvSpPr>
        <p:spPr>
          <a:xfrm>
            <a:off x="644652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Text 27"/>
          <p:cNvSpPr/>
          <p:nvPr/>
        </p:nvSpPr>
        <p:spPr>
          <a:xfrm>
            <a:off x="692640" y="598932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6" name="Shape 28"/>
          <p:cNvSpPr/>
          <p:nvPr/>
        </p:nvSpPr>
        <p:spPr>
          <a:xfrm>
            <a:off x="2599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7" name="Text 29"/>
          <p:cNvSpPr/>
          <p:nvPr/>
        </p:nvSpPr>
        <p:spPr>
          <a:xfrm>
            <a:off x="2599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8" name="Shape 30"/>
          <p:cNvSpPr/>
          <p:nvPr/>
        </p:nvSpPr>
        <p:spPr>
          <a:xfrm>
            <a:off x="4885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9" name="Text 31"/>
          <p:cNvSpPr/>
          <p:nvPr/>
        </p:nvSpPr>
        <p:spPr>
          <a:xfrm>
            <a:off x="4885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0" name="Shape 32"/>
          <p:cNvSpPr/>
          <p:nvPr/>
        </p:nvSpPr>
        <p:spPr>
          <a:xfrm>
            <a:off x="7171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1" name="Text 33"/>
          <p:cNvSpPr/>
          <p:nvPr/>
        </p:nvSpPr>
        <p:spPr>
          <a:xfrm>
            <a:off x="7171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2" name="Shape 34"/>
          <p:cNvSpPr/>
          <p:nvPr/>
        </p:nvSpPr>
        <p:spPr>
          <a:xfrm>
            <a:off x="9457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3" name="Text 35"/>
          <p:cNvSpPr/>
          <p:nvPr/>
        </p:nvSpPr>
        <p:spPr>
          <a:xfrm>
            <a:off x="9457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5" name="Text 3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6" name="Text 3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8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Shape 3"/>
          <p:cNvSpPr/>
          <p:nvPr/>
        </p:nvSpPr>
        <p:spPr>
          <a:xfrm>
            <a:off x="548640" y="1691640"/>
            <a:ext cx="3654000" cy="155088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1" name="Text 4"/>
          <p:cNvSpPr/>
          <p:nvPr/>
        </p:nvSpPr>
        <p:spPr>
          <a:xfrm>
            <a:off x="548640" y="1691640"/>
            <a:ext cx="365400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2" name="Text 5"/>
          <p:cNvSpPr/>
          <p:nvPr/>
        </p:nvSpPr>
        <p:spPr>
          <a:xfrm>
            <a:off x="548640" y="2606040"/>
            <a:ext cx="3654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288036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4389120" y="1691640"/>
            <a:ext cx="7220160" cy="15508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4572000" y="1783080"/>
            <a:ext cx="6854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6" name="Text 9"/>
          <p:cNvSpPr/>
          <p:nvPr/>
        </p:nvSpPr>
        <p:spPr>
          <a:xfrm>
            <a:off x="4572000" y="2103120"/>
            <a:ext cx="685440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10"/>
          <p:cNvSpPr/>
          <p:nvPr/>
        </p:nvSpPr>
        <p:spPr>
          <a:xfrm>
            <a:off x="548640" y="3383280"/>
            <a:ext cx="10969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8" name="Shape 11"/>
          <p:cNvSpPr/>
          <p:nvPr/>
        </p:nvSpPr>
        <p:spPr>
          <a:xfrm>
            <a:off x="54864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9" name="Shape 12"/>
          <p:cNvSpPr/>
          <p:nvPr/>
        </p:nvSpPr>
        <p:spPr>
          <a:xfrm>
            <a:off x="548640" y="3703320"/>
            <a:ext cx="87840" cy="1047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0" name="Text 13"/>
          <p:cNvSpPr/>
          <p:nvPr/>
        </p:nvSpPr>
        <p:spPr>
          <a:xfrm>
            <a:off x="77724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1" name="Text 14"/>
          <p:cNvSpPr/>
          <p:nvPr/>
        </p:nvSpPr>
        <p:spPr>
          <a:xfrm>
            <a:off x="77724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2" name="Shape 15"/>
          <p:cNvSpPr/>
          <p:nvPr/>
        </p:nvSpPr>
        <p:spPr>
          <a:xfrm>
            <a:off x="621792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Shape 16"/>
          <p:cNvSpPr/>
          <p:nvPr/>
        </p:nvSpPr>
        <p:spPr>
          <a:xfrm>
            <a:off x="6217920" y="3703320"/>
            <a:ext cx="87840" cy="1047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4" name="Text 17"/>
          <p:cNvSpPr/>
          <p:nvPr/>
        </p:nvSpPr>
        <p:spPr>
          <a:xfrm>
            <a:off x="644652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5" name="Text 18"/>
          <p:cNvSpPr/>
          <p:nvPr/>
        </p:nvSpPr>
        <p:spPr>
          <a:xfrm>
            <a:off x="644652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19"/>
          <p:cNvSpPr/>
          <p:nvPr/>
        </p:nvSpPr>
        <p:spPr>
          <a:xfrm>
            <a:off x="54864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Shape 20"/>
          <p:cNvSpPr/>
          <p:nvPr/>
        </p:nvSpPr>
        <p:spPr>
          <a:xfrm>
            <a:off x="548640" y="4846320"/>
            <a:ext cx="87840" cy="1047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8" name="Text 21"/>
          <p:cNvSpPr/>
          <p:nvPr/>
        </p:nvSpPr>
        <p:spPr>
          <a:xfrm>
            <a:off x="77724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9" name="Text 22"/>
          <p:cNvSpPr/>
          <p:nvPr/>
        </p:nvSpPr>
        <p:spPr>
          <a:xfrm>
            <a:off x="77724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23"/>
          <p:cNvSpPr/>
          <p:nvPr/>
        </p:nvSpPr>
        <p:spPr>
          <a:xfrm>
            <a:off x="621792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Shape 24"/>
          <p:cNvSpPr/>
          <p:nvPr/>
        </p:nvSpPr>
        <p:spPr>
          <a:xfrm>
            <a:off x="6217920" y="4846320"/>
            <a:ext cx="87840" cy="1047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2" name="Text 25"/>
          <p:cNvSpPr/>
          <p:nvPr/>
        </p:nvSpPr>
        <p:spPr>
          <a:xfrm>
            <a:off x="644652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3" name="Text 26"/>
          <p:cNvSpPr/>
          <p:nvPr/>
        </p:nvSpPr>
        <p:spPr>
          <a:xfrm>
            <a:off x="644652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4" name="Text 27"/>
          <p:cNvSpPr/>
          <p:nvPr/>
        </p:nvSpPr>
        <p:spPr>
          <a:xfrm>
            <a:off x="692640" y="598932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28"/>
          <p:cNvSpPr/>
          <p:nvPr/>
        </p:nvSpPr>
        <p:spPr>
          <a:xfrm>
            <a:off x="2599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29"/>
          <p:cNvSpPr/>
          <p:nvPr/>
        </p:nvSpPr>
        <p:spPr>
          <a:xfrm>
            <a:off x="2599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30"/>
          <p:cNvSpPr/>
          <p:nvPr/>
        </p:nvSpPr>
        <p:spPr>
          <a:xfrm>
            <a:off x="4885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31"/>
          <p:cNvSpPr/>
          <p:nvPr/>
        </p:nvSpPr>
        <p:spPr>
          <a:xfrm>
            <a:off x="4885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32"/>
          <p:cNvSpPr/>
          <p:nvPr/>
        </p:nvSpPr>
        <p:spPr>
          <a:xfrm>
            <a:off x="7171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33"/>
          <p:cNvSpPr/>
          <p:nvPr/>
        </p:nvSpPr>
        <p:spPr>
          <a:xfrm>
            <a:off x="7171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34"/>
          <p:cNvSpPr/>
          <p:nvPr/>
        </p:nvSpPr>
        <p:spPr>
          <a:xfrm>
            <a:off x="9457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35"/>
          <p:cNvSpPr/>
          <p:nvPr/>
        </p:nvSpPr>
        <p:spPr>
          <a:xfrm>
            <a:off x="9457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4" name="Text 3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5" name="Text 3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6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Shape 3"/>
          <p:cNvSpPr/>
          <p:nvPr/>
        </p:nvSpPr>
        <p:spPr>
          <a:xfrm>
            <a:off x="548640" y="1691640"/>
            <a:ext cx="3654000" cy="155088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0" name="Text 4"/>
          <p:cNvSpPr/>
          <p:nvPr/>
        </p:nvSpPr>
        <p:spPr>
          <a:xfrm>
            <a:off x="548640" y="1691640"/>
            <a:ext cx="365400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1" name="Text 5"/>
          <p:cNvSpPr/>
          <p:nvPr/>
        </p:nvSpPr>
        <p:spPr>
          <a:xfrm>
            <a:off x="548640" y="2606040"/>
            <a:ext cx="3654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Text 6"/>
          <p:cNvSpPr/>
          <p:nvPr/>
        </p:nvSpPr>
        <p:spPr>
          <a:xfrm>
            <a:off x="548640" y="288036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3" name="Shape 7"/>
          <p:cNvSpPr/>
          <p:nvPr/>
        </p:nvSpPr>
        <p:spPr>
          <a:xfrm>
            <a:off x="4389120" y="1691640"/>
            <a:ext cx="7220160" cy="15508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4" name="Text 8"/>
          <p:cNvSpPr/>
          <p:nvPr/>
        </p:nvSpPr>
        <p:spPr>
          <a:xfrm>
            <a:off x="4572000" y="1783080"/>
            <a:ext cx="6854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5" name="Text 9"/>
          <p:cNvSpPr/>
          <p:nvPr/>
        </p:nvSpPr>
        <p:spPr>
          <a:xfrm>
            <a:off x="4572000" y="2103120"/>
            <a:ext cx="685440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10"/>
          <p:cNvSpPr/>
          <p:nvPr/>
        </p:nvSpPr>
        <p:spPr>
          <a:xfrm>
            <a:off x="548640" y="3383280"/>
            <a:ext cx="10969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7" name="Shape 11"/>
          <p:cNvSpPr/>
          <p:nvPr/>
        </p:nvSpPr>
        <p:spPr>
          <a:xfrm>
            <a:off x="54864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8" name="Shape 12"/>
          <p:cNvSpPr/>
          <p:nvPr/>
        </p:nvSpPr>
        <p:spPr>
          <a:xfrm>
            <a:off x="548640" y="3703320"/>
            <a:ext cx="87840" cy="10479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9" name="Text 13"/>
          <p:cNvSpPr/>
          <p:nvPr/>
        </p:nvSpPr>
        <p:spPr>
          <a:xfrm>
            <a:off x="77724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0" name="Text 14"/>
          <p:cNvSpPr/>
          <p:nvPr/>
        </p:nvSpPr>
        <p:spPr>
          <a:xfrm>
            <a:off x="77724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1" name="Shape 15"/>
          <p:cNvSpPr/>
          <p:nvPr/>
        </p:nvSpPr>
        <p:spPr>
          <a:xfrm>
            <a:off x="621792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2" name="Shape 16"/>
          <p:cNvSpPr/>
          <p:nvPr/>
        </p:nvSpPr>
        <p:spPr>
          <a:xfrm>
            <a:off x="6217920" y="3703320"/>
            <a:ext cx="87840" cy="10479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3" name="Text 17"/>
          <p:cNvSpPr/>
          <p:nvPr/>
        </p:nvSpPr>
        <p:spPr>
          <a:xfrm>
            <a:off x="644652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4" name="Text 18"/>
          <p:cNvSpPr/>
          <p:nvPr/>
        </p:nvSpPr>
        <p:spPr>
          <a:xfrm>
            <a:off x="644652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5" name="Shape 19"/>
          <p:cNvSpPr/>
          <p:nvPr/>
        </p:nvSpPr>
        <p:spPr>
          <a:xfrm>
            <a:off x="54864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6" name="Shape 20"/>
          <p:cNvSpPr/>
          <p:nvPr/>
        </p:nvSpPr>
        <p:spPr>
          <a:xfrm>
            <a:off x="548640" y="4846320"/>
            <a:ext cx="87840" cy="10479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7" name="Text 21"/>
          <p:cNvSpPr/>
          <p:nvPr/>
        </p:nvSpPr>
        <p:spPr>
          <a:xfrm>
            <a:off x="77724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Text 22"/>
          <p:cNvSpPr/>
          <p:nvPr/>
        </p:nvSpPr>
        <p:spPr>
          <a:xfrm>
            <a:off x="77724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9" name="Shape 23"/>
          <p:cNvSpPr/>
          <p:nvPr/>
        </p:nvSpPr>
        <p:spPr>
          <a:xfrm>
            <a:off x="621792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Shape 24"/>
          <p:cNvSpPr/>
          <p:nvPr/>
        </p:nvSpPr>
        <p:spPr>
          <a:xfrm>
            <a:off x="6217920" y="4846320"/>
            <a:ext cx="87840" cy="10479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1" name="Text 25"/>
          <p:cNvSpPr/>
          <p:nvPr/>
        </p:nvSpPr>
        <p:spPr>
          <a:xfrm>
            <a:off x="644652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26"/>
          <p:cNvSpPr/>
          <p:nvPr/>
        </p:nvSpPr>
        <p:spPr>
          <a:xfrm>
            <a:off x="644652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Text 27"/>
          <p:cNvSpPr/>
          <p:nvPr/>
        </p:nvSpPr>
        <p:spPr>
          <a:xfrm>
            <a:off x="692640" y="598932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4" name="Shape 28"/>
          <p:cNvSpPr/>
          <p:nvPr/>
        </p:nvSpPr>
        <p:spPr>
          <a:xfrm>
            <a:off x="2599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29"/>
          <p:cNvSpPr/>
          <p:nvPr/>
        </p:nvSpPr>
        <p:spPr>
          <a:xfrm>
            <a:off x="2599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Shape 30"/>
          <p:cNvSpPr/>
          <p:nvPr/>
        </p:nvSpPr>
        <p:spPr>
          <a:xfrm>
            <a:off x="4885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7" name="Text 31"/>
          <p:cNvSpPr/>
          <p:nvPr/>
        </p:nvSpPr>
        <p:spPr>
          <a:xfrm>
            <a:off x="4885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32"/>
          <p:cNvSpPr/>
          <p:nvPr/>
        </p:nvSpPr>
        <p:spPr>
          <a:xfrm>
            <a:off x="7171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Text 33"/>
          <p:cNvSpPr/>
          <p:nvPr/>
        </p:nvSpPr>
        <p:spPr>
          <a:xfrm>
            <a:off x="7171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0" name="Shape 34"/>
          <p:cNvSpPr/>
          <p:nvPr/>
        </p:nvSpPr>
        <p:spPr>
          <a:xfrm>
            <a:off x="9457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1" name="Text 35"/>
          <p:cNvSpPr/>
          <p:nvPr/>
        </p:nvSpPr>
        <p:spPr>
          <a:xfrm>
            <a:off x="9457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3" name="Text 3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4" name="Text 3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5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3"/>
          <p:cNvSpPr/>
          <p:nvPr/>
        </p:nvSpPr>
        <p:spPr>
          <a:xfrm>
            <a:off x="548640" y="1691640"/>
            <a:ext cx="3654000" cy="155088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4"/>
          <p:cNvSpPr/>
          <p:nvPr/>
        </p:nvSpPr>
        <p:spPr>
          <a:xfrm>
            <a:off x="548640" y="1691640"/>
            <a:ext cx="365400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5"/>
          <p:cNvSpPr/>
          <p:nvPr/>
        </p:nvSpPr>
        <p:spPr>
          <a:xfrm>
            <a:off x="548640" y="2606040"/>
            <a:ext cx="3654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6"/>
          <p:cNvSpPr/>
          <p:nvPr/>
        </p:nvSpPr>
        <p:spPr>
          <a:xfrm>
            <a:off x="548640" y="288036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Shape 7"/>
          <p:cNvSpPr/>
          <p:nvPr/>
        </p:nvSpPr>
        <p:spPr>
          <a:xfrm>
            <a:off x="4389120" y="1691640"/>
            <a:ext cx="7220160" cy="15508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3" name="Text 8"/>
          <p:cNvSpPr/>
          <p:nvPr/>
        </p:nvSpPr>
        <p:spPr>
          <a:xfrm>
            <a:off x="4572000" y="1783080"/>
            <a:ext cx="6854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4" name="Text 9"/>
          <p:cNvSpPr/>
          <p:nvPr/>
        </p:nvSpPr>
        <p:spPr>
          <a:xfrm>
            <a:off x="4572000" y="2103120"/>
            <a:ext cx="685440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5" name="Text 10"/>
          <p:cNvSpPr/>
          <p:nvPr/>
        </p:nvSpPr>
        <p:spPr>
          <a:xfrm>
            <a:off x="548640" y="3383280"/>
            <a:ext cx="10969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6" name="Shape 11"/>
          <p:cNvSpPr/>
          <p:nvPr/>
        </p:nvSpPr>
        <p:spPr>
          <a:xfrm>
            <a:off x="54864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7" name="Shape 12"/>
          <p:cNvSpPr/>
          <p:nvPr/>
        </p:nvSpPr>
        <p:spPr>
          <a:xfrm>
            <a:off x="548640" y="3703320"/>
            <a:ext cx="87840" cy="10479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8" name="Text 13"/>
          <p:cNvSpPr/>
          <p:nvPr/>
        </p:nvSpPr>
        <p:spPr>
          <a:xfrm>
            <a:off x="77724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9" name="Text 14"/>
          <p:cNvSpPr/>
          <p:nvPr/>
        </p:nvSpPr>
        <p:spPr>
          <a:xfrm>
            <a:off x="77724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0" name="Shape 15"/>
          <p:cNvSpPr/>
          <p:nvPr/>
        </p:nvSpPr>
        <p:spPr>
          <a:xfrm>
            <a:off x="621792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1" name="Shape 16"/>
          <p:cNvSpPr/>
          <p:nvPr/>
        </p:nvSpPr>
        <p:spPr>
          <a:xfrm>
            <a:off x="6217920" y="3703320"/>
            <a:ext cx="87840" cy="10479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2" name="Text 17"/>
          <p:cNvSpPr/>
          <p:nvPr/>
        </p:nvSpPr>
        <p:spPr>
          <a:xfrm>
            <a:off x="644652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3" name="Text 18"/>
          <p:cNvSpPr/>
          <p:nvPr/>
        </p:nvSpPr>
        <p:spPr>
          <a:xfrm>
            <a:off x="644652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4" name="Shape 19"/>
          <p:cNvSpPr/>
          <p:nvPr/>
        </p:nvSpPr>
        <p:spPr>
          <a:xfrm>
            <a:off x="54864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5" name="Shape 20"/>
          <p:cNvSpPr/>
          <p:nvPr/>
        </p:nvSpPr>
        <p:spPr>
          <a:xfrm>
            <a:off x="548640" y="4846320"/>
            <a:ext cx="87840" cy="10479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6" name="Text 21"/>
          <p:cNvSpPr/>
          <p:nvPr/>
        </p:nvSpPr>
        <p:spPr>
          <a:xfrm>
            <a:off x="77724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7" name="Text 22"/>
          <p:cNvSpPr/>
          <p:nvPr/>
        </p:nvSpPr>
        <p:spPr>
          <a:xfrm>
            <a:off x="77724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8" name="Shape 23"/>
          <p:cNvSpPr/>
          <p:nvPr/>
        </p:nvSpPr>
        <p:spPr>
          <a:xfrm>
            <a:off x="621792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9" name="Shape 24"/>
          <p:cNvSpPr/>
          <p:nvPr/>
        </p:nvSpPr>
        <p:spPr>
          <a:xfrm>
            <a:off x="6217920" y="4846320"/>
            <a:ext cx="87840" cy="10479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0" name="Text 25"/>
          <p:cNvSpPr/>
          <p:nvPr/>
        </p:nvSpPr>
        <p:spPr>
          <a:xfrm>
            <a:off x="644652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1" name="Text 26"/>
          <p:cNvSpPr/>
          <p:nvPr/>
        </p:nvSpPr>
        <p:spPr>
          <a:xfrm>
            <a:off x="644652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2" name="Text 27"/>
          <p:cNvSpPr/>
          <p:nvPr/>
        </p:nvSpPr>
        <p:spPr>
          <a:xfrm>
            <a:off x="548640" y="598932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3" name="Shape 28"/>
          <p:cNvSpPr/>
          <p:nvPr/>
        </p:nvSpPr>
        <p:spPr>
          <a:xfrm>
            <a:off x="2743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4" name="Text 29"/>
          <p:cNvSpPr/>
          <p:nvPr/>
        </p:nvSpPr>
        <p:spPr>
          <a:xfrm>
            <a:off x="2743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5" name="Shape 30"/>
          <p:cNvSpPr/>
          <p:nvPr/>
        </p:nvSpPr>
        <p:spPr>
          <a:xfrm>
            <a:off x="5029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6" name="Text 31"/>
          <p:cNvSpPr/>
          <p:nvPr/>
        </p:nvSpPr>
        <p:spPr>
          <a:xfrm>
            <a:off x="5029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7" name="Shape 32"/>
          <p:cNvSpPr/>
          <p:nvPr/>
        </p:nvSpPr>
        <p:spPr>
          <a:xfrm>
            <a:off x="7315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8" name="Text 33"/>
          <p:cNvSpPr/>
          <p:nvPr/>
        </p:nvSpPr>
        <p:spPr>
          <a:xfrm>
            <a:off x="7315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9" name="Shape 34"/>
          <p:cNvSpPr/>
          <p:nvPr/>
        </p:nvSpPr>
        <p:spPr>
          <a:xfrm>
            <a:off x="9601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0" name="Text 35"/>
          <p:cNvSpPr/>
          <p:nvPr/>
        </p:nvSpPr>
        <p:spPr>
          <a:xfrm>
            <a:off x="9601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2" name="Text 3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3" name="Text 3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5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6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7" name="Shape 3"/>
          <p:cNvSpPr/>
          <p:nvPr/>
        </p:nvSpPr>
        <p:spPr>
          <a:xfrm>
            <a:off x="548640" y="1691640"/>
            <a:ext cx="5528520" cy="21909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8" name="Shape 4"/>
          <p:cNvSpPr/>
          <p:nvPr/>
        </p:nvSpPr>
        <p:spPr>
          <a:xfrm>
            <a:off x="777240" y="1920240"/>
            <a:ext cx="865080" cy="8650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9" name="Text 5"/>
          <p:cNvSpPr/>
          <p:nvPr/>
        </p:nvSpPr>
        <p:spPr>
          <a:xfrm>
            <a:off x="777240" y="1920240"/>
            <a:ext cx="86508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0" name="Text 6"/>
          <p:cNvSpPr/>
          <p:nvPr/>
        </p:nvSpPr>
        <p:spPr>
          <a:xfrm>
            <a:off x="1783080" y="2073960"/>
            <a:ext cx="42026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1" name="Text 7"/>
          <p:cNvSpPr/>
          <p:nvPr/>
        </p:nvSpPr>
        <p:spPr>
          <a:xfrm>
            <a:off x="777240" y="2880360"/>
            <a:ext cx="51627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2" name="Shape 8"/>
          <p:cNvSpPr/>
          <p:nvPr/>
        </p:nvSpPr>
        <p:spPr>
          <a:xfrm>
            <a:off x="6217920" y="1691640"/>
            <a:ext cx="5528520" cy="21909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3" name="Shape 9"/>
          <p:cNvSpPr/>
          <p:nvPr/>
        </p:nvSpPr>
        <p:spPr>
          <a:xfrm>
            <a:off x="6446520" y="1920240"/>
            <a:ext cx="865080" cy="8650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4" name="Text 10"/>
          <p:cNvSpPr/>
          <p:nvPr/>
        </p:nvSpPr>
        <p:spPr>
          <a:xfrm>
            <a:off x="6446520" y="1776240"/>
            <a:ext cx="865080" cy="11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5" name="Text 11"/>
          <p:cNvSpPr/>
          <p:nvPr/>
        </p:nvSpPr>
        <p:spPr>
          <a:xfrm>
            <a:off x="7452360" y="2073960"/>
            <a:ext cx="42026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6" name="Text 12"/>
          <p:cNvSpPr/>
          <p:nvPr/>
        </p:nvSpPr>
        <p:spPr>
          <a:xfrm>
            <a:off x="6446520" y="2880360"/>
            <a:ext cx="51627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7" name="Shape 13"/>
          <p:cNvSpPr/>
          <p:nvPr/>
        </p:nvSpPr>
        <p:spPr>
          <a:xfrm>
            <a:off x="548640" y="4023360"/>
            <a:ext cx="5528520" cy="21909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8" name="Shape 14"/>
          <p:cNvSpPr/>
          <p:nvPr/>
        </p:nvSpPr>
        <p:spPr>
          <a:xfrm>
            <a:off x="777240" y="4251960"/>
            <a:ext cx="865080" cy="8650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9" name="Text 15"/>
          <p:cNvSpPr/>
          <p:nvPr/>
        </p:nvSpPr>
        <p:spPr>
          <a:xfrm>
            <a:off x="777240" y="4215960"/>
            <a:ext cx="86508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0" name="Text 16"/>
          <p:cNvSpPr/>
          <p:nvPr/>
        </p:nvSpPr>
        <p:spPr>
          <a:xfrm>
            <a:off x="1783080" y="4441680"/>
            <a:ext cx="42026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1" name="Text 17"/>
          <p:cNvSpPr/>
          <p:nvPr/>
        </p:nvSpPr>
        <p:spPr>
          <a:xfrm>
            <a:off x="777240" y="5212080"/>
            <a:ext cx="51627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2" name="Shape 18"/>
          <p:cNvSpPr/>
          <p:nvPr/>
        </p:nvSpPr>
        <p:spPr>
          <a:xfrm>
            <a:off x="6217920" y="4023360"/>
            <a:ext cx="5528520" cy="21909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3" name="Shape 19"/>
          <p:cNvSpPr/>
          <p:nvPr/>
        </p:nvSpPr>
        <p:spPr>
          <a:xfrm>
            <a:off x="6446520" y="4251960"/>
            <a:ext cx="865080" cy="8650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4" name="Text 20"/>
          <p:cNvSpPr/>
          <p:nvPr/>
        </p:nvSpPr>
        <p:spPr>
          <a:xfrm>
            <a:off x="6446520" y="4143960"/>
            <a:ext cx="8650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5" name="Text 21"/>
          <p:cNvSpPr/>
          <p:nvPr/>
        </p:nvSpPr>
        <p:spPr>
          <a:xfrm>
            <a:off x="7452360" y="4441680"/>
            <a:ext cx="42026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6" name="Text 22"/>
          <p:cNvSpPr/>
          <p:nvPr/>
        </p:nvSpPr>
        <p:spPr>
          <a:xfrm>
            <a:off x="6446520" y="5212080"/>
            <a:ext cx="51627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8" name="Text 23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9" name="Text 24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1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2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3" name="Shape 3"/>
          <p:cNvSpPr/>
          <p:nvPr/>
        </p:nvSpPr>
        <p:spPr>
          <a:xfrm>
            <a:off x="476640" y="1691640"/>
            <a:ext cx="5528520" cy="45684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4" name="Text 4"/>
          <p:cNvSpPr/>
          <p:nvPr/>
        </p:nvSpPr>
        <p:spPr>
          <a:xfrm>
            <a:off x="659520" y="178308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5" name="Shape 5"/>
          <p:cNvSpPr/>
          <p:nvPr/>
        </p:nvSpPr>
        <p:spPr>
          <a:xfrm>
            <a:off x="705240" y="23500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6" name="Text 6"/>
          <p:cNvSpPr/>
          <p:nvPr/>
        </p:nvSpPr>
        <p:spPr>
          <a:xfrm>
            <a:off x="933840" y="22402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7" name="Shape 7"/>
          <p:cNvSpPr/>
          <p:nvPr/>
        </p:nvSpPr>
        <p:spPr>
          <a:xfrm>
            <a:off x="705240" y="28072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8" name="Text 8"/>
          <p:cNvSpPr/>
          <p:nvPr/>
        </p:nvSpPr>
        <p:spPr>
          <a:xfrm>
            <a:off x="933840" y="26974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9" name="Shape 9"/>
          <p:cNvSpPr/>
          <p:nvPr/>
        </p:nvSpPr>
        <p:spPr>
          <a:xfrm>
            <a:off x="705240" y="32644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0" name="Text 10"/>
          <p:cNvSpPr/>
          <p:nvPr/>
        </p:nvSpPr>
        <p:spPr>
          <a:xfrm>
            <a:off x="933840" y="31546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1" name="Shape 11"/>
          <p:cNvSpPr/>
          <p:nvPr/>
        </p:nvSpPr>
        <p:spPr>
          <a:xfrm>
            <a:off x="705240" y="37216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2" name="Text 12"/>
          <p:cNvSpPr/>
          <p:nvPr/>
        </p:nvSpPr>
        <p:spPr>
          <a:xfrm>
            <a:off x="933840" y="36118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3" name="Shape 13"/>
          <p:cNvSpPr/>
          <p:nvPr/>
        </p:nvSpPr>
        <p:spPr>
          <a:xfrm>
            <a:off x="705240" y="41788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4" name="Text 14"/>
          <p:cNvSpPr/>
          <p:nvPr/>
        </p:nvSpPr>
        <p:spPr>
          <a:xfrm>
            <a:off x="933840" y="40690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5" name="Shape 15"/>
          <p:cNvSpPr/>
          <p:nvPr/>
        </p:nvSpPr>
        <p:spPr>
          <a:xfrm>
            <a:off x="705240" y="46360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6" name="Text 16"/>
          <p:cNvSpPr/>
          <p:nvPr/>
        </p:nvSpPr>
        <p:spPr>
          <a:xfrm>
            <a:off x="933840" y="45262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7" name="Shape 17"/>
          <p:cNvSpPr/>
          <p:nvPr/>
        </p:nvSpPr>
        <p:spPr>
          <a:xfrm>
            <a:off x="705240" y="50932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8" name="Text 18"/>
          <p:cNvSpPr/>
          <p:nvPr/>
        </p:nvSpPr>
        <p:spPr>
          <a:xfrm>
            <a:off x="933840" y="49834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9" name="Shape 19"/>
          <p:cNvSpPr/>
          <p:nvPr/>
        </p:nvSpPr>
        <p:spPr>
          <a:xfrm>
            <a:off x="705240" y="55504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0" name="Text 20"/>
          <p:cNvSpPr/>
          <p:nvPr/>
        </p:nvSpPr>
        <p:spPr>
          <a:xfrm>
            <a:off x="933840" y="54406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1" name="Shape 21"/>
          <p:cNvSpPr/>
          <p:nvPr/>
        </p:nvSpPr>
        <p:spPr>
          <a:xfrm>
            <a:off x="6191640" y="1691640"/>
            <a:ext cx="5528520" cy="45684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2" name="Text 22"/>
          <p:cNvSpPr/>
          <p:nvPr/>
        </p:nvSpPr>
        <p:spPr>
          <a:xfrm>
            <a:off x="6374520" y="178308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3" name="Shape 23"/>
          <p:cNvSpPr/>
          <p:nvPr/>
        </p:nvSpPr>
        <p:spPr>
          <a:xfrm>
            <a:off x="6420240" y="23500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4" name="Text 24"/>
          <p:cNvSpPr/>
          <p:nvPr/>
        </p:nvSpPr>
        <p:spPr>
          <a:xfrm>
            <a:off x="6648840" y="22402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5" name="Shape 25"/>
          <p:cNvSpPr/>
          <p:nvPr/>
        </p:nvSpPr>
        <p:spPr>
          <a:xfrm>
            <a:off x="6420240" y="28072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6" name="Text 26"/>
          <p:cNvSpPr/>
          <p:nvPr/>
        </p:nvSpPr>
        <p:spPr>
          <a:xfrm>
            <a:off x="6648840" y="26974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7" name="Shape 27"/>
          <p:cNvSpPr/>
          <p:nvPr/>
        </p:nvSpPr>
        <p:spPr>
          <a:xfrm>
            <a:off x="6420240" y="32644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8" name="Text 28"/>
          <p:cNvSpPr/>
          <p:nvPr/>
        </p:nvSpPr>
        <p:spPr>
          <a:xfrm>
            <a:off x="6648840" y="31546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9" name="Shape 29"/>
          <p:cNvSpPr/>
          <p:nvPr/>
        </p:nvSpPr>
        <p:spPr>
          <a:xfrm>
            <a:off x="6420240" y="37216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0" name="Text 30"/>
          <p:cNvSpPr/>
          <p:nvPr/>
        </p:nvSpPr>
        <p:spPr>
          <a:xfrm>
            <a:off x="6648840" y="36118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1" name="Shape 31"/>
          <p:cNvSpPr/>
          <p:nvPr/>
        </p:nvSpPr>
        <p:spPr>
          <a:xfrm>
            <a:off x="6420240" y="41788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2" name="Text 32"/>
          <p:cNvSpPr/>
          <p:nvPr/>
        </p:nvSpPr>
        <p:spPr>
          <a:xfrm>
            <a:off x="6648840" y="40690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3" name="Shape 33"/>
          <p:cNvSpPr/>
          <p:nvPr/>
        </p:nvSpPr>
        <p:spPr>
          <a:xfrm>
            <a:off x="6420240" y="46360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4" name="Text 34"/>
          <p:cNvSpPr/>
          <p:nvPr/>
        </p:nvSpPr>
        <p:spPr>
          <a:xfrm>
            <a:off x="6648840" y="45262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5" name="Shape 35"/>
          <p:cNvSpPr/>
          <p:nvPr/>
        </p:nvSpPr>
        <p:spPr>
          <a:xfrm>
            <a:off x="6420240" y="50932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6" name="Text 36"/>
          <p:cNvSpPr/>
          <p:nvPr/>
        </p:nvSpPr>
        <p:spPr>
          <a:xfrm>
            <a:off x="6648840" y="49834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7" name="Shape 37"/>
          <p:cNvSpPr/>
          <p:nvPr/>
        </p:nvSpPr>
        <p:spPr>
          <a:xfrm>
            <a:off x="6420240" y="55504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8" name="Text 38"/>
          <p:cNvSpPr/>
          <p:nvPr/>
        </p:nvSpPr>
        <p:spPr>
          <a:xfrm>
            <a:off x="6648840" y="54406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0" name="Text 39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1" name="Text 40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2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3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4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5" name="Shape 3"/>
          <p:cNvSpPr/>
          <p:nvPr/>
        </p:nvSpPr>
        <p:spPr>
          <a:xfrm>
            <a:off x="480240" y="1691640"/>
            <a:ext cx="3699720" cy="45684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6" name="Shape 4"/>
          <p:cNvSpPr/>
          <p:nvPr/>
        </p:nvSpPr>
        <p:spPr>
          <a:xfrm>
            <a:off x="480240" y="1691640"/>
            <a:ext cx="3699720" cy="453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7" name="Text 5"/>
          <p:cNvSpPr/>
          <p:nvPr/>
        </p:nvSpPr>
        <p:spPr>
          <a:xfrm>
            <a:off x="480240" y="1691640"/>
            <a:ext cx="36997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8" name="Shape 6"/>
          <p:cNvSpPr/>
          <p:nvPr/>
        </p:nvSpPr>
        <p:spPr>
          <a:xfrm>
            <a:off x="708840" y="24688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9" name="Text 7"/>
          <p:cNvSpPr/>
          <p:nvPr/>
        </p:nvSpPr>
        <p:spPr>
          <a:xfrm>
            <a:off x="983160" y="237744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0" name="Shape 8"/>
          <p:cNvSpPr/>
          <p:nvPr/>
        </p:nvSpPr>
        <p:spPr>
          <a:xfrm>
            <a:off x="708840" y="342900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1" name="Text 9"/>
          <p:cNvSpPr/>
          <p:nvPr/>
        </p:nvSpPr>
        <p:spPr>
          <a:xfrm>
            <a:off x="983160" y="333756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2" name="Shape 10"/>
          <p:cNvSpPr/>
          <p:nvPr/>
        </p:nvSpPr>
        <p:spPr>
          <a:xfrm>
            <a:off x="708840" y="438912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3" name="Text 11"/>
          <p:cNvSpPr/>
          <p:nvPr/>
        </p:nvSpPr>
        <p:spPr>
          <a:xfrm>
            <a:off x="983160" y="429768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4" name="Shape 12"/>
          <p:cNvSpPr/>
          <p:nvPr/>
        </p:nvSpPr>
        <p:spPr>
          <a:xfrm>
            <a:off x="708840" y="534924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5" name="Text 13"/>
          <p:cNvSpPr/>
          <p:nvPr/>
        </p:nvSpPr>
        <p:spPr>
          <a:xfrm>
            <a:off x="983160" y="525780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6" name="Shape 14"/>
          <p:cNvSpPr/>
          <p:nvPr/>
        </p:nvSpPr>
        <p:spPr>
          <a:xfrm>
            <a:off x="4229280" y="1691640"/>
            <a:ext cx="3699720" cy="45684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7" name="Shape 15"/>
          <p:cNvSpPr/>
          <p:nvPr/>
        </p:nvSpPr>
        <p:spPr>
          <a:xfrm>
            <a:off x="4229280" y="1691640"/>
            <a:ext cx="3699720" cy="453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8" name="Text 16"/>
          <p:cNvSpPr/>
          <p:nvPr/>
        </p:nvSpPr>
        <p:spPr>
          <a:xfrm>
            <a:off x="4229280" y="1691640"/>
            <a:ext cx="36997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9" name="Shape 17"/>
          <p:cNvSpPr/>
          <p:nvPr/>
        </p:nvSpPr>
        <p:spPr>
          <a:xfrm>
            <a:off x="4457880" y="2468880"/>
            <a:ext cx="142560" cy="1425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0" name="Text 18"/>
          <p:cNvSpPr/>
          <p:nvPr/>
        </p:nvSpPr>
        <p:spPr>
          <a:xfrm>
            <a:off x="4732200" y="237744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1" name="Shape 19"/>
          <p:cNvSpPr/>
          <p:nvPr/>
        </p:nvSpPr>
        <p:spPr>
          <a:xfrm>
            <a:off x="4457880" y="3429000"/>
            <a:ext cx="142560" cy="1425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2" name="Text 20"/>
          <p:cNvSpPr/>
          <p:nvPr/>
        </p:nvSpPr>
        <p:spPr>
          <a:xfrm>
            <a:off x="4732200" y="333756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3" name="Shape 21"/>
          <p:cNvSpPr/>
          <p:nvPr/>
        </p:nvSpPr>
        <p:spPr>
          <a:xfrm>
            <a:off x="4457880" y="4389120"/>
            <a:ext cx="142560" cy="1425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4" name="Text 22"/>
          <p:cNvSpPr/>
          <p:nvPr/>
        </p:nvSpPr>
        <p:spPr>
          <a:xfrm>
            <a:off x="4732200" y="429768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5" name="Shape 23"/>
          <p:cNvSpPr/>
          <p:nvPr/>
        </p:nvSpPr>
        <p:spPr>
          <a:xfrm>
            <a:off x="4457880" y="5349240"/>
            <a:ext cx="142560" cy="1425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6" name="Text 24"/>
          <p:cNvSpPr/>
          <p:nvPr/>
        </p:nvSpPr>
        <p:spPr>
          <a:xfrm>
            <a:off x="4732200" y="525780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7" name="Shape 25"/>
          <p:cNvSpPr/>
          <p:nvPr/>
        </p:nvSpPr>
        <p:spPr>
          <a:xfrm>
            <a:off x="7978320" y="1691640"/>
            <a:ext cx="3699720" cy="45684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8" name="Shape 26"/>
          <p:cNvSpPr/>
          <p:nvPr/>
        </p:nvSpPr>
        <p:spPr>
          <a:xfrm>
            <a:off x="7978320" y="1691640"/>
            <a:ext cx="3699720" cy="453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9" name="Text 27"/>
          <p:cNvSpPr/>
          <p:nvPr/>
        </p:nvSpPr>
        <p:spPr>
          <a:xfrm>
            <a:off x="7978320" y="1691640"/>
            <a:ext cx="36997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0" name="Shape 28"/>
          <p:cNvSpPr/>
          <p:nvPr/>
        </p:nvSpPr>
        <p:spPr>
          <a:xfrm>
            <a:off x="8206920" y="2468880"/>
            <a:ext cx="142560" cy="1425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1" name="Text 29"/>
          <p:cNvSpPr/>
          <p:nvPr/>
        </p:nvSpPr>
        <p:spPr>
          <a:xfrm>
            <a:off x="8481240" y="237744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2" name="Shape 30"/>
          <p:cNvSpPr/>
          <p:nvPr/>
        </p:nvSpPr>
        <p:spPr>
          <a:xfrm>
            <a:off x="8206920" y="3429000"/>
            <a:ext cx="142560" cy="1425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3" name="Text 31"/>
          <p:cNvSpPr/>
          <p:nvPr/>
        </p:nvSpPr>
        <p:spPr>
          <a:xfrm>
            <a:off x="8481240" y="333756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4" name="Shape 32"/>
          <p:cNvSpPr/>
          <p:nvPr/>
        </p:nvSpPr>
        <p:spPr>
          <a:xfrm>
            <a:off x="8206920" y="4389120"/>
            <a:ext cx="142560" cy="1425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5" name="Text 33"/>
          <p:cNvSpPr/>
          <p:nvPr/>
        </p:nvSpPr>
        <p:spPr>
          <a:xfrm>
            <a:off x="8481240" y="429768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6" name="Shape 34"/>
          <p:cNvSpPr/>
          <p:nvPr/>
        </p:nvSpPr>
        <p:spPr>
          <a:xfrm>
            <a:off x="8206920" y="5349240"/>
            <a:ext cx="142560" cy="1425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7" name="Text 35"/>
          <p:cNvSpPr/>
          <p:nvPr/>
        </p:nvSpPr>
        <p:spPr>
          <a:xfrm>
            <a:off x="8481240" y="525780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9" name="Text 3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0" name="Text 3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Text 0"/>
          <p:cNvSpPr/>
          <p:nvPr/>
        </p:nvSpPr>
        <p:spPr>
          <a:xfrm>
            <a:off x="548640" y="411480"/>
            <a:ext cx="7311599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2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3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4" name="Shape 3"/>
          <p:cNvSpPr/>
          <p:nvPr/>
        </p:nvSpPr>
        <p:spPr>
          <a:xfrm>
            <a:off x="548640" y="1828800"/>
            <a:ext cx="87840" cy="1642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5" name="Text 4"/>
          <p:cNvSpPr/>
          <p:nvPr/>
        </p:nvSpPr>
        <p:spPr>
          <a:xfrm>
            <a:off x="822960" y="1783080"/>
            <a:ext cx="1078632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6" name="Text 5"/>
          <p:cNvSpPr/>
          <p:nvPr/>
        </p:nvSpPr>
        <p:spPr>
          <a:xfrm>
            <a:off x="822960" y="2697480"/>
            <a:ext cx="1078632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7" name="Shape 6"/>
          <p:cNvSpPr/>
          <p:nvPr/>
        </p:nvSpPr>
        <p:spPr>
          <a:xfrm>
            <a:off x="548640" y="3657600"/>
            <a:ext cx="2693880" cy="18252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8" name="Shape 7"/>
          <p:cNvSpPr/>
          <p:nvPr/>
        </p:nvSpPr>
        <p:spPr>
          <a:xfrm>
            <a:off x="1600200" y="3886200"/>
            <a:ext cx="590760" cy="5907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9" name="Text 8"/>
          <p:cNvSpPr/>
          <p:nvPr/>
        </p:nvSpPr>
        <p:spPr>
          <a:xfrm>
            <a:off x="1600200" y="3886200"/>
            <a:ext cx="59076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0" name="Text 9"/>
          <p:cNvSpPr/>
          <p:nvPr/>
        </p:nvSpPr>
        <p:spPr>
          <a:xfrm>
            <a:off x="640080" y="4572000"/>
            <a:ext cx="2511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1" name="Text 10"/>
          <p:cNvSpPr/>
          <p:nvPr/>
        </p:nvSpPr>
        <p:spPr>
          <a:xfrm>
            <a:off x="640080" y="4937760"/>
            <a:ext cx="2511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2" name="Shape 11"/>
          <p:cNvSpPr/>
          <p:nvPr/>
        </p:nvSpPr>
        <p:spPr>
          <a:xfrm>
            <a:off x="3383280" y="3657600"/>
            <a:ext cx="2693880" cy="18252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3" name="Shape 12"/>
          <p:cNvSpPr/>
          <p:nvPr/>
        </p:nvSpPr>
        <p:spPr>
          <a:xfrm>
            <a:off x="4434840" y="3886200"/>
            <a:ext cx="590760" cy="5907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4" name="Text 13"/>
          <p:cNvSpPr/>
          <p:nvPr/>
        </p:nvSpPr>
        <p:spPr>
          <a:xfrm>
            <a:off x="4434840" y="3814200"/>
            <a:ext cx="5907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5" name="Text 14"/>
          <p:cNvSpPr/>
          <p:nvPr/>
        </p:nvSpPr>
        <p:spPr>
          <a:xfrm>
            <a:off x="3474720" y="4572000"/>
            <a:ext cx="2511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6" name="Text 15"/>
          <p:cNvSpPr/>
          <p:nvPr/>
        </p:nvSpPr>
        <p:spPr>
          <a:xfrm>
            <a:off x="3474720" y="4937760"/>
            <a:ext cx="2511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7" name="Shape 16"/>
          <p:cNvSpPr/>
          <p:nvPr/>
        </p:nvSpPr>
        <p:spPr>
          <a:xfrm>
            <a:off x="6217920" y="3657600"/>
            <a:ext cx="2693880" cy="18252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8" name="Shape 17"/>
          <p:cNvSpPr/>
          <p:nvPr/>
        </p:nvSpPr>
        <p:spPr>
          <a:xfrm>
            <a:off x="7269480" y="3886200"/>
            <a:ext cx="590760" cy="5907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9" name="Text 18"/>
          <p:cNvSpPr/>
          <p:nvPr/>
        </p:nvSpPr>
        <p:spPr>
          <a:xfrm>
            <a:off x="7269480" y="3814200"/>
            <a:ext cx="5907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0" name="Text 19"/>
          <p:cNvSpPr/>
          <p:nvPr/>
        </p:nvSpPr>
        <p:spPr>
          <a:xfrm>
            <a:off x="6309360" y="4572000"/>
            <a:ext cx="2511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1" name="Text 20"/>
          <p:cNvSpPr/>
          <p:nvPr/>
        </p:nvSpPr>
        <p:spPr>
          <a:xfrm>
            <a:off x="6309360" y="4937760"/>
            <a:ext cx="2511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2" name="Shape 21"/>
          <p:cNvSpPr/>
          <p:nvPr/>
        </p:nvSpPr>
        <p:spPr>
          <a:xfrm>
            <a:off x="9052560" y="3657600"/>
            <a:ext cx="2693880" cy="18252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3" name="Shape 22"/>
          <p:cNvSpPr/>
          <p:nvPr/>
        </p:nvSpPr>
        <p:spPr>
          <a:xfrm>
            <a:off x="10104120" y="3886200"/>
            <a:ext cx="590760" cy="5907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4" name="Text 23"/>
          <p:cNvSpPr/>
          <p:nvPr/>
        </p:nvSpPr>
        <p:spPr>
          <a:xfrm>
            <a:off x="10104120" y="3814200"/>
            <a:ext cx="5907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5" name="Text 24"/>
          <p:cNvSpPr/>
          <p:nvPr/>
        </p:nvSpPr>
        <p:spPr>
          <a:xfrm>
            <a:off x="9144000" y="4572000"/>
            <a:ext cx="2511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6" name="Text 25"/>
          <p:cNvSpPr/>
          <p:nvPr/>
        </p:nvSpPr>
        <p:spPr>
          <a:xfrm>
            <a:off x="9144000" y="4937760"/>
            <a:ext cx="2511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8" name="Text 27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9" name="Text 28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0" name="Shape 0"/>
          <p:cNvSpPr/>
          <p:nvPr/>
        </p:nvSpPr>
        <p:spPr>
          <a:xfrm>
            <a:off x="-2743200" y="3200400"/>
            <a:ext cx="7311600" cy="731160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1" name="Shape 1"/>
          <p:cNvSpPr/>
          <p:nvPr/>
        </p:nvSpPr>
        <p:spPr>
          <a:xfrm>
            <a:off x="7589520" y="-2743200"/>
            <a:ext cx="7311600" cy="731160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2" name="Text 2"/>
          <p:cNvSpPr/>
          <p:nvPr/>
        </p:nvSpPr>
        <p:spPr>
          <a:xfrm>
            <a:off x="457200" y="3108960"/>
            <a:ext cx="1124352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3" name="Text 3"/>
          <p:cNvSpPr/>
          <p:nvPr/>
        </p:nvSpPr>
        <p:spPr>
          <a:xfrm>
            <a:off x="474120" y="4343400"/>
            <a:ext cx="112435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4" name="Text 8"/>
          <p:cNvSpPr/>
          <p:nvPr/>
        </p:nvSpPr>
        <p:spPr>
          <a:xfrm>
            <a:off x="3657600" y="5212080"/>
            <a:ext cx="36216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5" name="Text 16"/>
          <p:cNvSpPr/>
          <p:nvPr/>
        </p:nvSpPr>
        <p:spPr>
          <a:xfrm>
            <a:off x="457200" y="6172200"/>
            <a:ext cx="112435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6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6120" cy="195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7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2520" cy="4120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230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2026-05-24T02:45:52Z</dcterms:modified>
  <cp:revision>40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