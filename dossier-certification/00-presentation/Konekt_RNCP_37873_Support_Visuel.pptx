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63399534"/>
        <c:axId val="51555041"/>
      </c:barChart>
      <c:catAx>
        <c:axId val="6339953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1555041"/>
        <c:crosses val="autoZero"/>
        <c:auto val="1"/>
        <c:lblAlgn val="ctr"/>
        <c:lblOffset val="100"/>
        <c:noMultiLvlLbl val="0"/>
      </c:catAx>
      <c:valAx>
        <c:axId val="51555041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6339953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1BC9D9-D0B4-4A0C-B22C-5F0286A3CE4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DF10BC-D13E-4E34-9F5E-B62F81685E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6CED86-2E93-4F2F-9D9D-1F29445C9A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1771A2-1DB3-48B2-975C-81A5D83201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71F16D-11AD-44D7-BBC4-03B9C5A26A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9CB309-65A8-442B-8F4A-38E2B879E1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B6AF74-89D6-422D-86B1-F5EA08A61E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C84AF8-D68B-4C31-A3C6-AA71B3C412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90CD06-9988-4330-AA15-8D49B099E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DC41A5-71B5-497E-B11A-4687072CE8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4B0800-654C-4508-B6AF-81A1FE9727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1D03AD-4328-4363-A7ED-F273D45AB2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F3828B-6721-4D61-821C-BE147A55A3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0FAB54-FC03-43A1-A631-64D6EDE68C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3DA501-75D9-42BF-AA5D-4076EB603C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0E3678-6567-4A70-9CE3-797B69BEF5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EC0D6F-99F3-46C6-97DE-01FC6537CA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04589F-C669-4A14-8586-4C8169AEDB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3C7A0B-2314-4E60-AABD-E78E043084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A7B8E5-1A2D-4503-B5E7-C44B526942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AB3644-8CA3-4E1A-BBBF-18DAE431A7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17EEAB-1F18-4804-80D2-F1A3E60EF2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BCFF0A-1BCA-4798-8BC3-023CC5A08D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CEE8B8-AEEF-4757-BED9-2EDB88949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3A72ED-7282-47E1-A856-0603209668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08CC81-3552-4993-B585-AF5EFE8CA4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EFC8D-2ABA-4B48-8521-F75858079B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FAFA2E-1BBE-4D28-90EB-1683526E5F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581F89-9FE9-4FE6-94FB-33DA54D2DD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2D9E5F-A03D-46F4-B426-3AE0A05BA4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338FAF-479A-49BA-B3B2-876D3E20C7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4BD69B-73E3-48B3-B4B2-D24DB64400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7EB10C-0942-447A-BB1D-46CF29D2AA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D4BB65-3535-4991-968F-2FEFCA87E9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B040E5-67A3-4828-8EC4-1987F095FA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EF4C1C-42D5-4CF2-8CD1-74B513A1BA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5B1D7C-4F3F-46D4-AB6C-270695EFE8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20AD92-F141-4214-9E09-6B5721018E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8485F7-0758-4D70-B399-1B9786273A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ED8570-5BFD-47F0-84E6-06E5FF67EE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696D55-E008-433F-8C22-B833F3A422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BE9F2E-07F0-465B-B667-0D69BD7D15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57DEAB-3155-4B5B-B981-4191C33AE0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399060-B0F1-4C15-97A9-E46731F850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05F621-B162-4232-A4E2-AD95CDA838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047D88-678C-45DF-9071-3A4C316ED5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B9740F-05BC-4F5E-BCBC-16A6C36AEB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7B90F5-D6C5-4D94-BB5D-FDD96A10A0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1240" cy="731124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6840" cy="63968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9240" cy="273924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3480" cy="40752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34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444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44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44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3320" cy="32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124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1800" cy="412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3640" cy="365364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1960" cy="164196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autom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atisati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produ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 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péte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nces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2120" cy="292212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2120" cy="36180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2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84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industriel au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8440" cy="12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pendant 20 ans (KONE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entamé en 2024 une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transition complète vers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développement full-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 via la formation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rtif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ica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(R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110920"/>
            <a:ext cx="7677000" cy="118476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8960" cy="49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6960" y="5322240"/>
            <a:ext cx="498960" cy="5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8960" cy="49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41320"/>
            <a:ext cx="4989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8960" cy="49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896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8960" cy="49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377320"/>
            <a:ext cx="498960" cy="5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5200" cy="182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terrain, puis le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0760" cy="4568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5080" cy="32508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5080" cy="32508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5080" cy="32508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5080" cy="32508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5080" cy="32508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5080" cy="32508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8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4680" cy="5446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468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468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Planification de phase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4680" cy="544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4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4680" cy="544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4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phase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816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52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816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52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de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priorisées par phase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par phase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4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0520" cy="4294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4600" cy="33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4600" cy="33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4600" cy="33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4600" cy="33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8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3480" cy="1048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8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3480" cy="2099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1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3480" cy="10483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4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7200" cy="4294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14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8240" cy="4082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8240" cy="408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1240" cy="4075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1840" cy="224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18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39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54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5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5840" cy="1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5840" cy="105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5840" cy="10584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5840" cy="1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5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·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36000"/>
            <a:ext cx="1789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10320"/>
            <a:ext cx="17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084640"/>
            <a:ext cx="1789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8920" cy="178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58960"/>
            <a:ext cx="17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1960" cy="361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832720"/>
            <a:ext cx="1641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4244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approuvée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096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096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6120" cy="63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392000"/>
            <a:ext cx="636120" cy="6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6120" cy="63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6120" cy="63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6120" cy="9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6120" cy="63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844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6120" cy="63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5840" cy="1093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5840" cy="1093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5840" cy="1093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5840" cy="1093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9120" cy="2236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9120" cy="2236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9120" cy="2236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9120" cy="223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9120" cy="2236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intégration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9120" cy="22363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0600" cy="27392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0600" cy="361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200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1960" cy="273924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1960" cy="3618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1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908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3480" cy="273924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3480" cy="361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34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916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7480" cy="100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7480" cy="100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7480" cy="100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0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628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6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8960" cy="49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8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8960" cy="49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89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8960" cy="49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096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8960" cy="49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896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8960" cy="49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896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8960" cy="49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8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3480" cy="14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3480" cy="1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3480" cy="14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3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3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0280" cy="141336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452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0280" cy="273924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0280" cy="70920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45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109600" cy="347436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8600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3560" cy="456804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9240" cy="144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4920" cy="4568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3400" cy="173340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340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34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1880" cy="100188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5746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8849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1880" cy="10018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039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142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1880" cy="100188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2348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3380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1880" cy="100188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2430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533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1880" cy="100188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8723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1826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1880" cy="100188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2430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533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1880" cy="100188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2348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3380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1880" cy="10018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039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142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616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3880" cy="264780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9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36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3880" cy="100188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 (roadmap)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non implémenté — prévu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 (roadmap)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non implémenté — prévu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3640" cy="77328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220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0280" cy="77328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308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21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50520" cy="498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50520" cy="498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748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50520" cy="498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748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50520" cy="498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50520" cy="498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3480" cy="19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7480" cy="87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3480" cy="1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7480" cy="8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7480" cy="87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912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-21960" rIns="345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7480" cy="87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50920" cy="1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7480" cy="8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594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7480" cy="87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912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-21960" rIns="345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7480" cy="8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7880" cy="104760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90400" cy="224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904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3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7480" cy="8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7480" cy="8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7480" cy="87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–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75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75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7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752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50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66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50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3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3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60280" cy="95616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30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9120" cy="2236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9120" cy="2236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9120" cy="2236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9120" cy="223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9120" cy="2236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9120" cy="22363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75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752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81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8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6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528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5280" cy="361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528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5280" cy="361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5840" cy="864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16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5840" cy="86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5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5840" cy="864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1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5840" cy="864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1940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2000" cy="94932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2000" cy="94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7960" cy="13309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7960" cy="13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9000" cy="152172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9000" cy="15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5120" cy="400104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760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5600" cy="7318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5600" cy="73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5600" cy="73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5600" cy="73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0280" cy="68184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30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continu — Vercel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6120" cy="63612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612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6120" cy="63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61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6120" cy="63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612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6120" cy="63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612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6120" cy="63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6120" cy="6361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6120" cy="63612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6120" cy="63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0280" cy="155052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2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60680" cy="69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29896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60680" cy="69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intégration Git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1552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6104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61040" cy="6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932080" y="2514600"/>
            <a:ext cx="197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6104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61040" cy="69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74864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60680" cy="691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56520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60680" cy="69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4040" cy="2464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39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Flux de déploiement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push vers main → Vercel build automatique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6480" cy="24649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7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DOCKER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Dockerfile multi-stage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6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# Stage 1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RUN bun install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RUN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RUN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# Stage 2 —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FROM oven/bun:1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CMD ["sh", "-c", "prisma migrate deploy &amp;&amp; bun 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Pourquoi multi-stage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builder : compile + génère les artefacts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runner : image finale légère (sans devDeps)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Image ~400 MB vs ~1 GB sans multi-stage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Sécurité : pas de secrets ou devtools en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Reproductibilité : même image local et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Rollback facile : image versionnée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DOCKER COMPOSE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Deux profils — dev &amp; prod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3640" cy="87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dev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Développement local avec hot-reload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+ watch + polling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dev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volume monté, hot reload actif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3640" cy="8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prod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Docker multi-stage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standalone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prod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de production identique au déployé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3640" cy="874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Variables d'environnement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Fichier .env à la racine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DATABASE_URL, JWT_SECRET, REDIS_URL...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env_file: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- .env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Secrets jamais committés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via .gitignore + .env.example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752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752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3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46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auto sur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4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4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0280" cy="27036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3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88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8160" cy="232776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5280" cy="214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8160" cy="232776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52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8120" cy="187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Conteneuriser et déployer une application en environnement de production sécurisé, avec monitoring et capacité de rollback.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: déploiement continu par intégration Git native, secrets via env vars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Docker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4720" cy="8647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472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4720" cy="8647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4720" cy="11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4720" cy="8647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472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4720" cy="8647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4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Vercel — intégration Git, preview PR, rollback one-click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phases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7480" cy="1641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596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596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0400" cy="59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04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0400" cy="59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0400" cy="59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0400" cy="59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1240" cy="731124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1240" cy="73112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316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31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18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31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576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2160" cy="412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2026-05-24T03:29:45Z</dcterms:modified>
  <cp:revision>42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