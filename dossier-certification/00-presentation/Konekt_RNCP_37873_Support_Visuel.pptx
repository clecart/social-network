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hart2.xml" ContentType="application/vnd.openxmlformats-officedocument.drawingml.chart+xml"/>
  <Override PartName="/ppt/charts/colors2.xml" ContentType="application/vnd.ms-office.chartcolorstyl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40.xml" ContentType="application/vnd.openxmlformats-officedocument.presentationml.slide+xml"/>
  <Override PartName="/ppt/slides/slide62.xml" ContentType="application/vnd.openxmlformats-officedocument.presentationml.slide+xml"/>
  <Override PartName="/ppt/slides/slide48.xml" ContentType="application/vnd.openxmlformats-officedocument.presentationml.slide+xml"/>
  <Override PartName="/ppt/slides/slide31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27.xml" ContentType="application/vnd.openxmlformats-officedocument.presentationml.slide+xml"/>
  <Override PartName="/ppt/slides/slide43.xml" ContentType="application/vnd.openxmlformats-officedocument.presentationml.slide+xml"/>
  <Override PartName="/ppt/slides/slide61.xml" ContentType="application/vnd.openxmlformats-officedocument.presentationml.slide+xml"/>
  <Override PartName="/ppt/slides/slide2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60.xml" ContentType="application/vnd.openxmlformats-officedocument.presentationml.slide+xml"/>
  <Override PartName="/ppt/slides/slide49.xml" ContentType="application/vnd.openxmlformats-officedocument.presentationml.slide+xml"/>
  <Override PartName="/ppt/slides/slide57.xml" ContentType="application/vnd.openxmlformats-officedocument.presentationml.slide+xml"/>
  <Override PartName="/ppt/slides/slide29.xml" ContentType="application/vnd.openxmlformats-officedocument.presentationml.slide+xml"/>
  <Override PartName="/ppt/slides/slide12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4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1.xml" ContentType="application/vnd.openxmlformats-officedocument.presentationml.slide+xml"/>
  <Override PartName="/ppt/slides/slide16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58.xml" ContentType="application/vnd.openxmlformats-officedocument.presentationml.slide+xml"/>
  <Override PartName="/ppt/slides/slide21.xml" ContentType="application/vnd.openxmlformats-officedocument.presentationml.slide+xml"/>
  <Override PartName="/ppt/slides/slide26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59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9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8.xml" ContentType="application/vnd.openxmlformats-officedocument.presentationml.slide+xml"/>
  <Override PartName="/ppt/slides/slide44.xml" ContentType="application/vnd.openxmlformats-officedocument.presentationml.slide+xml"/>
  <Override PartName="/ppt/slides/slide56.xml" ContentType="application/vnd.openxmlformats-officedocument.presentationml.slide+xml"/>
  <Override PartName="/ppt/slides/slide24.xml" ContentType="application/vnd.openxmlformats-officedocument.presentationml.slide+xml"/>
  <Override PartName="/ppt/slides/slide50.xml" ContentType="application/vnd.openxmlformats-officedocument.presentationml.slide+xml"/>
  <Override PartName="/ppt/slides/slide53.xml" ContentType="application/vnd.openxmlformats-officedocument.presentationml.slide+xml"/>
  <Override PartName="/ppt/notesSlides/notesSlide35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20242179"/>
        <c:axId val="32578047"/>
      </c:barChart>
      <c:catAx>
        <c:axId val="20242179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32578047"/>
        <c:crosses val="autoZero"/>
        <c:auto val="1"/>
        <c:lblAlgn val="ctr"/>
        <c:lblOffset val="100"/>
        <c:noMultiLvlLbl val="0"/>
      </c:catAx>
      <c:valAx>
        <c:axId val="32578047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20242179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move 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7E85608-54E5-44A7-A394-3A20210E9BD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6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997286-EEE2-471E-B05E-803C30EBEB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6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B60A671-2BFD-4791-9234-8D91AAAB54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6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626F85B-FEEA-4A88-80E0-F54D2FD03E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6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AAC533A-20E1-44F1-BD55-EA3434DEAC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C31CA17-C331-441E-A320-5C159A97C7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6B92F64-9B77-4F34-8C2E-DD85A7D5C6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03CBA3-6F8B-4036-BD8D-536C6EBD01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437DBAF-72AC-4949-B81E-66B50F53045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CBFB11-225C-432F-B1A8-0D7A7831CC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0157E3-5554-495F-BC0F-171AAD63F21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9CE085A-6484-4CFD-9B63-5298579B2B2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7E0285-533B-4CB1-84DF-BC65941AA0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F7C914C-F79B-4A51-9C3E-9FB8C06E3A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8704D9-3DBF-4BE4-A18D-A4DCA2264E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CEFEFF-25A2-4A32-84E8-AB5F7988EC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B665ED-B301-4A1E-AE1C-C63718D03A0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E7A6D8-5C5B-405F-B069-4CD8FE1D5A3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B41AF5-BAB7-406C-B358-C575906B16C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5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F1FBCA-0054-409E-A777-6AADD992E7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8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3332CFF-7644-4AB9-97FA-5979DC7BA0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1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8D13C8-B77F-4A2B-88D6-DC24BB64A6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4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CC275A9-DA75-4BA7-9FBA-9FD13600AD0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7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CE25BF3-6909-4531-A637-05FFCA8658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0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C6E44F-133D-44B3-A375-98DB3EF8E7C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3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A7ED6C-B616-4145-B9CF-598CF966FC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6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8A6713-EE6D-4087-8D83-C10FEC9D229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9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F00250-0F80-4BF4-8D42-ADB7F17F84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2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793A6CF-80F1-49B4-B9C2-D943912BC33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5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582D964-7E40-4302-A72D-254CEB61DFB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8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024765-92FF-471A-BCF3-70CF7D501A1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1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1D0CF4D-83EB-43AD-AEBB-8953D8F265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4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B5B504-5FAF-44CF-9206-573DEE3929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7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6B3995A-45BE-4C57-A0F4-3BC24AD1865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0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ECDEB53-90C7-4FA1-B68B-7636826224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3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2BFED5-6E08-468C-A5EF-C89DEFCC5F9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6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3BA678E-00AA-4682-8256-277735A415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9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74C4628-07D8-4837-BF95-2094CB2898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2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01A085C-9C46-474B-AFD9-B1F302B239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5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99CA36-A934-44FF-AD61-4FB0FA4BB1B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8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EA7843-8F76-49EF-9A6E-ACAE750A3A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1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DB8DBCC-00BB-4DEC-A147-88EEDDB0DF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4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EB3A60-A739-4ED1-9B54-13B270FC14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7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41E12E-CBB1-4CC5-9ADC-DC659910C4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0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F365F3D-C2F8-41B7-B6E1-29EC98DECED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3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E028F1-2053-4ADB-AEC4-8DF3CDD21B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6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7323965-83A8-4C9E-A92E-FF92F7A440B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9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60BFB2-F346-473E-8D3F-6F22E8A3E94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text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13400" cy="731340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9000" cy="639900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41400" cy="274140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5640" cy="40968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56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6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66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 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socia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 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66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plateforme sociale full-stack temps réel — Next.js 15,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Prisma, PostgreSQL, 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5480" cy="349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134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3960" cy="4122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5800" cy="365580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4120" cy="164412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62440" cy="6382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2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6560" cy="3639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280" tIns="45000" rIns="8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4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candid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 &amp; le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context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8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reconversion, 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62440" cy="6382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2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6560" cy="3639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280" tIns="45000" rIns="8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4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8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matiq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ue,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périm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ètre,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équip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62440" cy="6382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2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6560" cy="3639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280" tIns="45000" rIns="8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4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epti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 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élisa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8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62440" cy="6382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2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6560" cy="3639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280" tIns="45000" rIns="8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4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&amp; développement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8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62440" cy="6382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2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6560" cy="3639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280" tIns="45000" rIns="8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4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Tests, CI/CD &amp; déploiement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8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Qualité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autom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atisatio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produc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62440" cy="6382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2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6560" cy="3639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280" tIns="45000" rIns="8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4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Bilan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péte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nces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8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Apprentissages, mapping 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4280" cy="292428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4280" cy="36396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4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706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industriel au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70600" cy="127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pendant 20 ans (KONE Ascenseurs, SOCOTEC Équipements), j'ai entamé en 2024 une transition complète vers le développement full-stack via la formation Zone01 Rouen 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7000" cy="12783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700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70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7000" cy="12783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700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2024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70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7000" cy="12783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700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70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Certification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visée (RNCP)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7000" cy="12783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700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70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074920"/>
            <a:ext cx="7679160" cy="118692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501120" cy="5011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304880" y="5342040"/>
            <a:ext cx="50112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40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Rigueur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501120" cy="5011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77320"/>
            <a:ext cx="50112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40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501120" cy="5011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50112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40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501120" cy="5011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413320"/>
            <a:ext cx="501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40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7360" cy="1827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terrain, puis le 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52920" cy="45702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7240" cy="32724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5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7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42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7240" cy="32724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5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7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42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7240" cy="32724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5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7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42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7240" cy="32724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5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7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42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7240" cy="32724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5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7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42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7240" cy="32724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5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7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42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710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21280" y="2103120"/>
            <a:ext cx="2192760" cy="16898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44240" y="2240280"/>
            <a:ext cx="546840" cy="54684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44240" y="2168280"/>
            <a:ext cx="546840" cy="62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12720" y="2834640"/>
            <a:ext cx="2009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12720" y="3154680"/>
            <a:ext cx="20098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15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752200" y="2103120"/>
            <a:ext cx="2192760" cy="16898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575160" y="2240280"/>
            <a:ext cx="546840" cy="5468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575160" y="2096280"/>
            <a:ext cx="546840" cy="80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843640" y="2834640"/>
            <a:ext cx="2009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 planning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843640" y="3154680"/>
            <a:ext cx="20098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4946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4983480" y="2103120"/>
            <a:ext cx="2192760" cy="16898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806440" y="2240280"/>
            <a:ext cx="546840" cy="5468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806440" y="2132280"/>
            <a:ext cx="54684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074920" y="2834640"/>
            <a:ext cx="2009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074920" y="3154680"/>
            <a:ext cx="20098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10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178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214760" y="2103120"/>
            <a:ext cx="2192760" cy="16898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037720" y="2240280"/>
            <a:ext cx="546840" cy="5468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073720" y="2132280"/>
            <a:ext cx="54684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306200" y="2834640"/>
            <a:ext cx="2009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306200" y="3154680"/>
            <a:ext cx="20098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sprint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40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445680" y="2103120"/>
            <a:ext cx="2192760" cy="16898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268640" y="2240280"/>
            <a:ext cx="546840" cy="5468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268640" y="2240280"/>
            <a:ext cx="5468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537120" y="2834640"/>
            <a:ext cx="2009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537120" y="3154680"/>
            <a:ext cx="20098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3032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7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92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92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92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Pull 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92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CI bloquante : lint + test +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3032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7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8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8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8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8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sprints d'environ 10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8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8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réparties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8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8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+ rétro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45000" rIns="35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11480"/>
            <a:ext cx="10056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6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71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6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22680" cy="42966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76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6760" cy="35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5080" cy="145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5080" cy="145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5080" cy="145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76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6760" cy="356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5080" cy="145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5080" cy="145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5080" cy="145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5080" cy="145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5080" cy="145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76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6760" cy="35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5080" cy="145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5080" cy="145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5080" cy="145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5080" cy="145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76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6760" cy="35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5080" cy="145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5080" cy="145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5080" cy="145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5080" cy="145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304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5640" cy="1050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5080" cy="145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304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5640" cy="2102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5080" cy="145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133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5640" cy="10504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5080" cy="145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69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19360" cy="42966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536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10400" cy="41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104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50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10400" cy="4104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104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50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10400" cy="41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104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50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10400" cy="4104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104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50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45000" rIns="35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11480"/>
            <a:ext cx="10056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13400" cy="4570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13400" cy="4096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84000" cy="226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84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6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#73  Profil utilisateur — données publiques par ID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7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CLecart  wants to merge  10 commits  into  main  ← from  10-get-profileid-public-profile-data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7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8000" cy="108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000" tIns="32760" rIns="5400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441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feat(post):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88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create post avec upload image, validation serveur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8000" cy="108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000" tIns="32760" rIns="5400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441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fix(api):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88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auth cookie JWT + vérification userId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8000" cy="10800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000" tIns="32760" rIns="5400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441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feat(profile):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88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route GET /api/user/[id] — données publiques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8000" cy="108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000" tIns="32760" rIns="5400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441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chore: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88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suppression imports inutilisés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7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CI · 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81080" cy="181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72000"/>
            <a:ext cx="1810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441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7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81080" cy="181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46320"/>
            <a:ext cx="1810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441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7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81080" cy="181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120640"/>
            <a:ext cx="1810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441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7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81080" cy="181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94960"/>
            <a:ext cx="1810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441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7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44120" cy="363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760720"/>
            <a:ext cx="164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06440"/>
            <a:ext cx="5027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8640" cy="45702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52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09680" cy="4096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499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09680" cy="4096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499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09680" cy="4096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499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09680" cy="4096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499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09680" cy="40968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499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30320" cy="21927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7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73120" cy="15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30320" cy="21927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7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73120" cy="15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6040" cy="18270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8280" cy="6382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281120"/>
            <a:ext cx="638280" cy="88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7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731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6040" cy="18270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8280" cy="6382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8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7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731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6040" cy="18270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8280" cy="6382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8280" cy="90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7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731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6040" cy="18270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8280" cy="6382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406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7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731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6040" cy="18270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8280" cy="6382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8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7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731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48640" y="1691640"/>
            <a:ext cx="2156040" cy="13698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48640" y="1783080"/>
            <a:ext cx="21560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48640" y="2560320"/>
            <a:ext cx="2156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97920" y="1691640"/>
            <a:ext cx="2156040" cy="13698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97920" y="1783080"/>
            <a:ext cx="21560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16+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97920" y="2560320"/>
            <a:ext cx="2156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47560" y="1691640"/>
            <a:ext cx="2156040" cy="13698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47560" y="1783080"/>
            <a:ext cx="21560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47560" y="2560320"/>
            <a:ext cx="2156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96840" y="1691640"/>
            <a:ext cx="2156040" cy="13698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96840" y="1783080"/>
            <a:ext cx="21560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96840" y="2560320"/>
            <a:ext cx="2156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46480" y="1691640"/>
            <a:ext cx="2156040" cy="13698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46480" y="1783080"/>
            <a:ext cx="21560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46480" y="2560320"/>
            <a:ext cx="2156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62440" cy="10954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8000" cy="1095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000" tIns="45000" rIns="54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41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80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62440" cy="10954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8000" cy="10954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000" tIns="45000" rIns="54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41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80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62440" cy="10954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8000" cy="10954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000" tIns="45000" rIns="54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41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80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62440" cy="10954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8000" cy="10954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000" tIns="45000" rIns="54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41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71280" cy="2238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71280" cy="22384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71280" cy="22384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 managée, branches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71280" cy="22384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ut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gl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71280" cy="22384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 &amp; CI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 · 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71280" cy="223848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92760" cy="27414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92760" cy="363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92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64160" cy="21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44120" cy="274140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44120" cy="3639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4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61240" cy="21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5640" cy="274140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5640" cy="3639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101320" cy="21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30120" cy="10040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89640" cy="10040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5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58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30120" cy="10040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89640" cy="10040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5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58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30120" cy="10040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89640" cy="10040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5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58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6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844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8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71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5800" cy="19641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501120" cy="5011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178000"/>
            <a:ext cx="501120" cy="66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9004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90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5800" cy="19641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501120" cy="5011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178000"/>
            <a:ext cx="501120" cy="70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9004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90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5800" cy="19641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501120" cy="5011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106000"/>
            <a:ext cx="573120" cy="82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9004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90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5800" cy="19641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501120" cy="5011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362840"/>
            <a:ext cx="50112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9004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90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5800" cy="19641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501120" cy="5011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362840"/>
            <a:ext cx="50112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9004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90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5800" cy="19641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501120" cy="50112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326840"/>
            <a:ext cx="501120" cy="66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9004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90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62440" cy="8211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41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52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5640" cy="146124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5640" cy="16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927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5640" cy="146124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5640" cy="165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927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5640" cy="146124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5640" cy="165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927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5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5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62440" cy="141552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937760"/>
            <a:ext cx="10971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257800"/>
            <a:ext cx="1069668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62440" cy="8211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41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52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62440" cy="274140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5360" cy="1353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5360" cy="1353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5360" cy="1353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52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52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52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</a:t>
            </a: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POST.id, userId FK → USER.id, </a:t>
            </a: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52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52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52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52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52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62440" cy="71136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6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62440" cy="8211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41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52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062440" cy="324432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5360" cy="1353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5360" cy="1353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5360" cy="1353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</a:t>
            </a: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NOT NULL CHECK </a:t>
            </a: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(length(message) &lt;= </a:t>
            </a: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78808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MCD — 18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9" name="Shape 3"/>
          <p:cNvSpPr/>
          <p:nvPr/>
        </p:nvSpPr>
        <p:spPr>
          <a:xfrm>
            <a:off x="8595360" y="1691640"/>
            <a:ext cx="3015720" cy="457020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0" name="Text 4"/>
          <p:cNvSpPr/>
          <p:nvPr/>
        </p:nvSpPr>
        <p:spPr>
          <a:xfrm>
            <a:off x="8732520" y="178308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5"/>
          <p:cNvSpPr/>
          <p:nvPr/>
        </p:nvSpPr>
        <p:spPr>
          <a:xfrm>
            <a:off x="8732520" y="2148840"/>
            <a:ext cx="912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6"/>
          <p:cNvSpPr/>
          <p:nvPr/>
        </p:nvSpPr>
        <p:spPr>
          <a:xfrm>
            <a:off x="9646920" y="2148840"/>
            <a:ext cx="19184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7"/>
          <p:cNvSpPr/>
          <p:nvPr/>
        </p:nvSpPr>
        <p:spPr>
          <a:xfrm>
            <a:off x="8732520" y="2651760"/>
            <a:ext cx="912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8"/>
          <p:cNvSpPr/>
          <p:nvPr/>
        </p:nvSpPr>
        <p:spPr>
          <a:xfrm>
            <a:off x="9646920" y="2651760"/>
            <a:ext cx="19184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9"/>
          <p:cNvSpPr/>
          <p:nvPr/>
        </p:nvSpPr>
        <p:spPr>
          <a:xfrm>
            <a:off x="8732520" y="3154680"/>
            <a:ext cx="912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10"/>
          <p:cNvSpPr/>
          <p:nvPr/>
        </p:nvSpPr>
        <p:spPr>
          <a:xfrm>
            <a:off x="9646920" y="3154680"/>
            <a:ext cx="19184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1"/>
          <p:cNvSpPr/>
          <p:nvPr/>
        </p:nvSpPr>
        <p:spPr>
          <a:xfrm>
            <a:off x="8732520" y="3657600"/>
            <a:ext cx="912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2"/>
          <p:cNvSpPr/>
          <p:nvPr/>
        </p:nvSpPr>
        <p:spPr>
          <a:xfrm>
            <a:off x="9646920" y="3657600"/>
            <a:ext cx="19184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3"/>
          <p:cNvSpPr/>
          <p:nvPr/>
        </p:nvSpPr>
        <p:spPr>
          <a:xfrm>
            <a:off x="8732520" y="4297680"/>
            <a:ext cx="2741400" cy="165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0" name="Text 14"/>
          <p:cNvSpPr/>
          <p:nvPr/>
        </p:nvSpPr>
        <p:spPr>
          <a:xfrm>
            <a:off x="8732520" y="4389120"/>
            <a:ext cx="2741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5"/>
          <p:cNvSpPr/>
          <p:nvPr/>
        </p:nvSpPr>
        <p:spPr>
          <a:xfrm>
            <a:off x="8732520" y="4663440"/>
            <a:ext cx="2741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6"/>
          <p:cNvSpPr/>
          <p:nvPr/>
        </p:nvSpPr>
        <p:spPr>
          <a:xfrm>
            <a:off x="8732520" y="4919400"/>
            <a:ext cx="2741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7"/>
          <p:cNvSpPr/>
          <p:nvPr/>
        </p:nvSpPr>
        <p:spPr>
          <a:xfrm>
            <a:off x="8732520" y="5175360"/>
            <a:ext cx="2741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8"/>
          <p:cNvSpPr/>
          <p:nvPr/>
        </p:nvSpPr>
        <p:spPr>
          <a:xfrm>
            <a:off x="8732520" y="5431680"/>
            <a:ext cx="2741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9"/>
          <p:cNvSpPr/>
          <p:nvPr/>
        </p:nvSpPr>
        <p:spPr>
          <a:xfrm>
            <a:off x="8732520" y="5687640"/>
            <a:ext cx="2741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20"/>
          <p:cNvSpPr/>
          <p:nvPr/>
        </p:nvSpPr>
        <p:spPr>
          <a:xfrm>
            <a:off x="8732520" y="5943600"/>
            <a:ext cx="2741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7" name="Image 1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8" name="Text 21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22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0" name=""/>
          <p:cNvPicPr/>
          <p:nvPr/>
        </p:nvPicPr>
        <p:blipFill>
          <a:blip r:embed="rId2"/>
          <a:stretch/>
        </p:blipFill>
        <p:spPr>
          <a:xfrm>
            <a:off x="548640" y="1600200"/>
            <a:ext cx="7862040" cy="4644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5560" cy="173556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556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55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1004040" cy="100404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10040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646640"/>
            <a:ext cx="1004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920960"/>
            <a:ext cx="1004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1004040" cy="100404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10040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75920"/>
            <a:ext cx="1004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50240"/>
            <a:ext cx="1004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1004040" cy="100404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10040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95480"/>
            <a:ext cx="1004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69800"/>
            <a:ext cx="1004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1004040" cy="100404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10040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315040"/>
            <a:ext cx="1004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89360"/>
            <a:ext cx="1004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1004040" cy="100404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10040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944320"/>
            <a:ext cx="1004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218640"/>
            <a:ext cx="1004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1004040" cy="100404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10040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315040"/>
            <a:ext cx="1004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89360"/>
            <a:ext cx="1004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1004040" cy="100404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10040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95480"/>
            <a:ext cx="1004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69800"/>
            <a:ext cx="1004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1004040" cy="100404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10040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75920"/>
            <a:ext cx="1004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50240"/>
            <a:ext cx="1004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8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5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44120" cy="100404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44120" cy="100404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44120" cy="100404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44120" cy="10040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44120" cy="100404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44120" cy="100404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4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6040" cy="264996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612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58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7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7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7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7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4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6880" cy="2908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68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6880" cy="2908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68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6880" cy="2908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68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6880" cy="2908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68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6880" cy="2908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68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6880" cy="2908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68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6880" cy="2908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68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6880" cy="2908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68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6880" cy="2908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68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4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6040" cy="100404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5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5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5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5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5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5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69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partag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client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/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30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69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30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69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30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54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69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5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7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1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2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6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3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6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7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2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83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30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4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6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1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8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2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3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5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6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1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12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69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3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3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4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7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8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1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4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5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0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41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30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2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4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8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2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3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6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63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4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8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70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69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1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2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6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3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99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30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0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2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Shape 3"/>
          <p:cNvSpPr/>
          <p:nvPr/>
        </p:nvSpPr>
        <p:spPr>
          <a:xfrm>
            <a:off x="548640" y="1691640"/>
            <a:ext cx="5484600" cy="3272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Shape 4"/>
          <p:cNvSpPr/>
          <p:nvPr/>
        </p:nvSpPr>
        <p:spPr>
          <a:xfrm>
            <a:off x="685800" y="17830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Text 5"/>
          <p:cNvSpPr/>
          <p:nvPr/>
        </p:nvSpPr>
        <p:spPr>
          <a:xfrm>
            <a:off x="914400" y="169164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6"/>
          <p:cNvSpPr/>
          <p:nvPr/>
        </p:nvSpPr>
        <p:spPr>
          <a:xfrm>
            <a:off x="2651760" y="169164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7"/>
          <p:cNvSpPr/>
          <p:nvPr/>
        </p:nvSpPr>
        <p:spPr>
          <a:xfrm>
            <a:off x="3931920" y="169164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2" name="Shape 8"/>
          <p:cNvSpPr/>
          <p:nvPr/>
        </p:nvSpPr>
        <p:spPr>
          <a:xfrm>
            <a:off x="6217920" y="1691640"/>
            <a:ext cx="5484600" cy="3272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3" name="Shape 9"/>
          <p:cNvSpPr/>
          <p:nvPr/>
        </p:nvSpPr>
        <p:spPr>
          <a:xfrm>
            <a:off x="6355080" y="17830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4" name="Text 10"/>
          <p:cNvSpPr/>
          <p:nvPr/>
        </p:nvSpPr>
        <p:spPr>
          <a:xfrm>
            <a:off x="6583680" y="169164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11"/>
          <p:cNvSpPr/>
          <p:nvPr/>
        </p:nvSpPr>
        <p:spPr>
          <a:xfrm>
            <a:off x="8321040" y="169164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12"/>
          <p:cNvSpPr/>
          <p:nvPr/>
        </p:nvSpPr>
        <p:spPr>
          <a:xfrm>
            <a:off x="9601200" y="169164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Shape 13"/>
          <p:cNvSpPr/>
          <p:nvPr/>
        </p:nvSpPr>
        <p:spPr>
          <a:xfrm>
            <a:off x="548640" y="2057400"/>
            <a:ext cx="5484600" cy="3272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Shape 14"/>
          <p:cNvSpPr/>
          <p:nvPr/>
        </p:nvSpPr>
        <p:spPr>
          <a:xfrm>
            <a:off x="685800" y="214884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Text 15"/>
          <p:cNvSpPr/>
          <p:nvPr/>
        </p:nvSpPr>
        <p:spPr>
          <a:xfrm>
            <a:off x="914400" y="205740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16"/>
          <p:cNvSpPr/>
          <p:nvPr/>
        </p:nvSpPr>
        <p:spPr>
          <a:xfrm>
            <a:off x="2651760" y="205740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Text 17"/>
          <p:cNvSpPr/>
          <p:nvPr/>
        </p:nvSpPr>
        <p:spPr>
          <a:xfrm>
            <a:off x="3931920" y="205740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 avec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vérificatio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Shape 18"/>
          <p:cNvSpPr/>
          <p:nvPr/>
        </p:nvSpPr>
        <p:spPr>
          <a:xfrm>
            <a:off x="6217920" y="2057400"/>
            <a:ext cx="5484600" cy="3272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Shape 19"/>
          <p:cNvSpPr/>
          <p:nvPr/>
        </p:nvSpPr>
        <p:spPr>
          <a:xfrm>
            <a:off x="6355080" y="214884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Text 20"/>
          <p:cNvSpPr/>
          <p:nvPr/>
        </p:nvSpPr>
        <p:spPr>
          <a:xfrm>
            <a:off x="6583680" y="205740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21"/>
          <p:cNvSpPr/>
          <p:nvPr/>
        </p:nvSpPr>
        <p:spPr>
          <a:xfrm>
            <a:off x="8321040" y="205740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 22"/>
          <p:cNvSpPr/>
          <p:nvPr/>
        </p:nvSpPr>
        <p:spPr>
          <a:xfrm>
            <a:off x="9601200" y="205740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Shape 23"/>
          <p:cNvSpPr/>
          <p:nvPr/>
        </p:nvSpPr>
        <p:spPr>
          <a:xfrm>
            <a:off x="548640" y="2423160"/>
            <a:ext cx="5484600" cy="3272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Shape 24"/>
          <p:cNvSpPr/>
          <p:nvPr/>
        </p:nvSpPr>
        <p:spPr>
          <a:xfrm>
            <a:off x="685800" y="251460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Text 25"/>
          <p:cNvSpPr/>
          <p:nvPr/>
        </p:nvSpPr>
        <p:spPr>
          <a:xfrm>
            <a:off x="914400" y="242316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26"/>
          <p:cNvSpPr/>
          <p:nvPr/>
        </p:nvSpPr>
        <p:spPr>
          <a:xfrm>
            <a:off x="2651760" y="242316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1" name="Text 27"/>
          <p:cNvSpPr/>
          <p:nvPr/>
        </p:nvSpPr>
        <p:spPr>
          <a:xfrm>
            <a:off x="3931920" y="242316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public/privé, posts, 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Shape 28"/>
          <p:cNvSpPr/>
          <p:nvPr/>
        </p:nvSpPr>
        <p:spPr>
          <a:xfrm>
            <a:off x="6217920" y="2423160"/>
            <a:ext cx="5484600" cy="3272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Shape 29"/>
          <p:cNvSpPr/>
          <p:nvPr/>
        </p:nvSpPr>
        <p:spPr>
          <a:xfrm>
            <a:off x="6355080" y="251460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Text 30"/>
          <p:cNvSpPr/>
          <p:nvPr/>
        </p:nvSpPr>
        <p:spPr>
          <a:xfrm>
            <a:off x="6583680" y="242316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31"/>
          <p:cNvSpPr/>
          <p:nvPr/>
        </p:nvSpPr>
        <p:spPr>
          <a:xfrm>
            <a:off x="8321040" y="242316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32"/>
          <p:cNvSpPr/>
          <p:nvPr/>
        </p:nvSpPr>
        <p:spPr>
          <a:xfrm>
            <a:off x="9601200" y="242316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Shape 33"/>
          <p:cNvSpPr/>
          <p:nvPr/>
        </p:nvSpPr>
        <p:spPr>
          <a:xfrm>
            <a:off x="548640" y="2788920"/>
            <a:ext cx="5484600" cy="3272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8" name="Shape 34"/>
          <p:cNvSpPr/>
          <p:nvPr/>
        </p:nvSpPr>
        <p:spPr>
          <a:xfrm>
            <a:off x="685800" y="288036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9" name="Text 35"/>
          <p:cNvSpPr/>
          <p:nvPr/>
        </p:nvSpPr>
        <p:spPr>
          <a:xfrm>
            <a:off x="914400" y="278892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Text 36"/>
          <p:cNvSpPr/>
          <p:nvPr/>
        </p:nvSpPr>
        <p:spPr>
          <a:xfrm>
            <a:off x="2651760" y="278892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1" name="Text 37"/>
          <p:cNvSpPr/>
          <p:nvPr/>
        </p:nvSpPr>
        <p:spPr>
          <a:xfrm>
            <a:off x="3931920" y="278892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2" name="Shape 38"/>
          <p:cNvSpPr/>
          <p:nvPr/>
        </p:nvSpPr>
        <p:spPr>
          <a:xfrm>
            <a:off x="6217920" y="2788920"/>
            <a:ext cx="5484600" cy="3272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Shape 39"/>
          <p:cNvSpPr/>
          <p:nvPr/>
        </p:nvSpPr>
        <p:spPr>
          <a:xfrm>
            <a:off x="6355080" y="288036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Text 40"/>
          <p:cNvSpPr/>
          <p:nvPr/>
        </p:nvSpPr>
        <p:spPr>
          <a:xfrm>
            <a:off x="6583680" y="278892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5" name="Text 41"/>
          <p:cNvSpPr/>
          <p:nvPr/>
        </p:nvSpPr>
        <p:spPr>
          <a:xfrm>
            <a:off x="8321040" y="278892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42"/>
          <p:cNvSpPr/>
          <p:nvPr/>
        </p:nvSpPr>
        <p:spPr>
          <a:xfrm>
            <a:off x="9601200" y="278892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7" name="Shape 43"/>
          <p:cNvSpPr/>
          <p:nvPr/>
        </p:nvSpPr>
        <p:spPr>
          <a:xfrm>
            <a:off x="548640" y="3154680"/>
            <a:ext cx="5484600" cy="3272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Shape 44"/>
          <p:cNvSpPr/>
          <p:nvPr/>
        </p:nvSpPr>
        <p:spPr>
          <a:xfrm>
            <a:off x="685800" y="324612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Text 45"/>
          <p:cNvSpPr/>
          <p:nvPr/>
        </p:nvSpPr>
        <p:spPr>
          <a:xfrm>
            <a:off x="914400" y="315468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46"/>
          <p:cNvSpPr/>
          <p:nvPr/>
        </p:nvSpPr>
        <p:spPr>
          <a:xfrm>
            <a:off x="2651760" y="315468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47"/>
          <p:cNvSpPr/>
          <p:nvPr/>
        </p:nvSpPr>
        <p:spPr>
          <a:xfrm>
            <a:off x="3931920" y="315468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Shape 48"/>
          <p:cNvSpPr/>
          <p:nvPr/>
        </p:nvSpPr>
        <p:spPr>
          <a:xfrm>
            <a:off x="6217920" y="3154680"/>
            <a:ext cx="5484600" cy="3272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Shape 49"/>
          <p:cNvSpPr/>
          <p:nvPr/>
        </p:nvSpPr>
        <p:spPr>
          <a:xfrm>
            <a:off x="6355080" y="324612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Text 50"/>
          <p:cNvSpPr/>
          <p:nvPr/>
        </p:nvSpPr>
        <p:spPr>
          <a:xfrm>
            <a:off x="6583680" y="315468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 51"/>
          <p:cNvSpPr/>
          <p:nvPr/>
        </p:nvSpPr>
        <p:spPr>
          <a:xfrm>
            <a:off x="8321040" y="315468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52"/>
          <p:cNvSpPr/>
          <p:nvPr/>
        </p:nvSpPr>
        <p:spPr>
          <a:xfrm>
            <a:off x="9601200" y="315468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Shape 53"/>
          <p:cNvSpPr/>
          <p:nvPr/>
        </p:nvSpPr>
        <p:spPr>
          <a:xfrm>
            <a:off x="548640" y="3520440"/>
            <a:ext cx="5484600" cy="3272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Shape 54"/>
          <p:cNvSpPr/>
          <p:nvPr/>
        </p:nvSpPr>
        <p:spPr>
          <a:xfrm>
            <a:off x="685800" y="36118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Text 55"/>
          <p:cNvSpPr/>
          <p:nvPr/>
        </p:nvSpPr>
        <p:spPr>
          <a:xfrm>
            <a:off x="914400" y="352044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56"/>
          <p:cNvSpPr/>
          <p:nvPr/>
        </p:nvSpPr>
        <p:spPr>
          <a:xfrm>
            <a:off x="2651760" y="352044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57"/>
          <p:cNvSpPr/>
          <p:nvPr/>
        </p:nvSpPr>
        <p:spPr>
          <a:xfrm>
            <a:off x="3931920" y="352044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Shape 58"/>
          <p:cNvSpPr/>
          <p:nvPr/>
        </p:nvSpPr>
        <p:spPr>
          <a:xfrm>
            <a:off x="6217920" y="3520440"/>
            <a:ext cx="5484600" cy="3272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Shape 59"/>
          <p:cNvSpPr/>
          <p:nvPr/>
        </p:nvSpPr>
        <p:spPr>
          <a:xfrm>
            <a:off x="6355080" y="36118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4" name="Text 60"/>
          <p:cNvSpPr/>
          <p:nvPr/>
        </p:nvSpPr>
        <p:spPr>
          <a:xfrm>
            <a:off x="6583680" y="352044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61"/>
          <p:cNvSpPr/>
          <p:nvPr/>
        </p:nvSpPr>
        <p:spPr>
          <a:xfrm>
            <a:off x="8321040" y="352044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62"/>
          <p:cNvSpPr/>
          <p:nvPr/>
        </p:nvSpPr>
        <p:spPr>
          <a:xfrm>
            <a:off x="9601200" y="352044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Shape 63"/>
          <p:cNvSpPr/>
          <p:nvPr/>
        </p:nvSpPr>
        <p:spPr>
          <a:xfrm>
            <a:off x="548640" y="3886200"/>
            <a:ext cx="5484600" cy="3272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Shape 64"/>
          <p:cNvSpPr/>
          <p:nvPr/>
        </p:nvSpPr>
        <p:spPr>
          <a:xfrm>
            <a:off x="685800" y="397764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Text 65"/>
          <p:cNvSpPr/>
          <p:nvPr/>
        </p:nvSpPr>
        <p:spPr>
          <a:xfrm>
            <a:off x="914400" y="388620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66"/>
          <p:cNvSpPr/>
          <p:nvPr/>
        </p:nvSpPr>
        <p:spPr>
          <a:xfrm>
            <a:off x="2651760" y="388620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67"/>
          <p:cNvSpPr/>
          <p:nvPr/>
        </p:nvSpPr>
        <p:spPr>
          <a:xfrm>
            <a:off x="3931920" y="388620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Shape 68"/>
          <p:cNvSpPr/>
          <p:nvPr/>
        </p:nvSpPr>
        <p:spPr>
          <a:xfrm>
            <a:off x="6217920" y="3886200"/>
            <a:ext cx="5484600" cy="3272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Shape 69"/>
          <p:cNvSpPr/>
          <p:nvPr/>
        </p:nvSpPr>
        <p:spPr>
          <a:xfrm>
            <a:off x="6355080" y="397764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Text 70"/>
          <p:cNvSpPr/>
          <p:nvPr/>
        </p:nvSpPr>
        <p:spPr>
          <a:xfrm>
            <a:off x="6583680" y="388620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71"/>
          <p:cNvSpPr/>
          <p:nvPr/>
        </p:nvSpPr>
        <p:spPr>
          <a:xfrm>
            <a:off x="8321040" y="388620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72"/>
          <p:cNvSpPr/>
          <p:nvPr/>
        </p:nvSpPr>
        <p:spPr>
          <a:xfrm>
            <a:off x="9601200" y="388620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 d'amitié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et de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8" name="Text 73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74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2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Shape 3"/>
          <p:cNvSpPr/>
          <p:nvPr/>
        </p:nvSpPr>
        <p:spPr>
          <a:xfrm>
            <a:off x="457200" y="1783080"/>
            <a:ext cx="1644120" cy="50112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4" name="Text 4"/>
          <p:cNvSpPr/>
          <p:nvPr/>
        </p:nvSpPr>
        <p:spPr>
          <a:xfrm>
            <a:off x="457200" y="1783080"/>
            <a:ext cx="1644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Shape 6"/>
          <p:cNvSpPr/>
          <p:nvPr/>
        </p:nvSpPr>
        <p:spPr>
          <a:xfrm>
            <a:off x="4480560" y="1783080"/>
            <a:ext cx="1644120" cy="50112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7" name="Text 7"/>
          <p:cNvSpPr/>
          <p:nvPr/>
        </p:nvSpPr>
        <p:spPr>
          <a:xfrm>
            <a:off x="4480560" y="1783080"/>
            <a:ext cx="1644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8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Shape 9"/>
          <p:cNvSpPr/>
          <p:nvPr/>
        </p:nvSpPr>
        <p:spPr>
          <a:xfrm>
            <a:off x="8503920" y="1783080"/>
            <a:ext cx="1644120" cy="50112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Text 10"/>
          <p:cNvSpPr/>
          <p:nvPr/>
        </p:nvSpPr>
        <p:spPr>
          <a:xfrm>
            <a:off x="8503920" y="1783080"/>
            <a:ext cx="1644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1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Text 13"/>
          <p:cNvSpPr/>
          <p:nvPr/>
        </p:nvSpPr>
        <p:spPr>
          <a:xfrm>
            <a:off x="1280160" y="2450520"/>
            <a:ext cx="4021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Text 15"/>
          <p:cNvSpPr/>
          <p:nvPr/>
        </p:nvSpPr>
        <p:spPr>
          <a:xfrm>
            <a:off x="5303520" y="2953440"/>
            <a:ext cx="4021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6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Text 17"/>
          <p:cNvSpPr/>
          <p:nvPr/>
        </p:nvSpPr>
        <p:spPr>
          <a:xfrm>
            <a:off x="5303520" y="3456360"/>
            <a:ext cx="4021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Shape 18"/>
          <p:cNvSpPr/>
          <p:nvPr/>
        </p:nvSpPr>
        <p:spPr>
          <a:xfrm>
            <a:off x="5349240" y="4023360"/>
            <a:ext cx="3655800" cy="77544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Text 19"/>
          <p:cNvSpPr/>
          <p:nvPr/>
        </p:nvSpPr>
        <p:spPr>
          <a:xfrm>
            <a:off x="5394960" y="4069080"/>
            <a:ext cx="356436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0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Text 21"/>
          <p:cNvSpPr/>
          <p:nvPr/>
        </p:nvSpPr>
        <p:spPr>
          <a:xfrm>
            <a:off x="1280160" y="4782240"/>
            <a:ext cx="4021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2" name="Shape 22"/>
          <p:cNvSpPr/>
          <p:nvPr/>
        </p:nvSpPr>
        <p:spPr>
          <a:xfrm>
            <a:off x="548640" y="5486400"/>
            <a:ext cx="11062440" cy="77544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 23"/>
          <p:cNvSpPr/>
          <p:nvPr/>
        </p:nvSpPr>
        <p:spPr>
          <a:xfrm>
            <a:off x="777240" y="5532120"/>
            <a:ext cx="1060524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5" name="Text 24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25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Rectangle 1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45000" rIns="35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8" name="TextBox 2"/>
          <p:cNvSpPr/>
          <p:nvPr/>
        </p:nvSpPr>
        <p:spPr>
          <a:xfrm>
            <a:off x="548640" y="411480"/>
            <a:ext cx="10056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DIAGRAMME DE SÉQUENCE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9" name="TextBox 3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0" name="Rectangle 4"/>
          <p:cNvSpPr/>
          <p:nvPr/>
        </p:nvSpPr>
        <p:spPr>
          <a:xfrm>
            <a:off x="45720" y="1691640"/>
            <a:ext cx="1552680" cy="5011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1" name="TextBox 5"/>
          <p:cNvSpPr/>
          <p:nvPr/>
        </p:nvSpPr>
        <p:spPr>
          <a:xfrm>
            <a:off x="45720" y="1737360"/>
            <a:ext cx="1552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TextBox 6"/>
          <p:cNvSpPr/>
          <p:nvPr/>
        </p:nvSpPr>
        <p:spPr>
          <a:xfrm>
            <a:off x="45720" y="1947600"/>
            <a:ext cx="155268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3" name="Rectangle 7"/>
          <p:cNvSpPr/>
          <p:nvPr/>
        </p:nvSpPr>
        <p:spPr>
          <a:xfrm>
            <a:off x="804600" y="21945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8"/>
          <p:cNvSpPr/>
          <p:nvPr/>
        </p:nvSpPr>
        <p:spPr>
          <a:xfrm>
            <a:off x="804600" y="23590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9"/>
          <p:cNvSpPr/>
          <p:nvPr/>
        </p:nvSpPr>
        <p:spPr>
          <a:xfrm>
            <a:off x="804600" y="25236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0"/>
          <p:cNvSpPr/>
          <p:nvPr/>
        </p:nvSpPr>
        <p:spPr>
          <a:xfrm>
            <a:off x="804600" y="2688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1"/>
          <p:cNvSpPr/>
          <p:nvPr/>
        </p:nvSpPr>
        <p:spPr>
          <a:xfrm>
            <a:off x="804600" y="28530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2"/>
          <p:cNvSpPr/>
          <p:nvPr/>
        </p:nvSpPr>
        <p:spPr>
          <a:xfrm>
            <a:off x="804600" y="30175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3"/>
          <p:cNvSpPr/>
          <p:nvPr/>
        </p:nvSpPr>
        <p:spPr>
          <a:xfrm>
            <a:off x="804600" y="31820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4"/>
          <p:cNvSpPr/>
          <p:nvPr/>
        </p:nvSpPr>
        <p:spPr>
          <a:xfrm>
            <a:off x="804600" y="33465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5"/>
          <p:cNvSpPr/>
          <p:nvPr/>
        </p:nvSpPr>
        <p:spPr>
          <a:xfrm>
            <a:off x="804600" y="35114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6"/>
          <p:cNvSpPr/>
          <p:nvPr/>
        </p:nvSpPr>
        <p:spPr>
          <a:xfrm>
            <a:off x="804600" y="36759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7"/>
          <p:cNvSpPr/>
          <p:nvPr/>
        </p:nvSpPr>
        <p:spPr>
          <a:xfrm>
            <a:off x="804600" y="3840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8"/>
          <p:cNvSpPr/>
          <p:nvPr/>
        </p:nvSpPr>
        <p:spPr>
          <a:xfrm>
            <a:off x="804600" y="40050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19"/>
          <p:cNvSpPr/>
          <p:nvPr/>
        </p:nvSpPr>
        <p:spPr>
          <a:xfrm>
            <a:off x="804600" y="41695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Rectangle 20"/>
          <p:cNvSpPr/>
          <p:nvPr/>
        </p:nvSpPr>
        <p:spPr>
          <a:xfrm>
            <a:off x="804600" y="43344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Rectangle 21"/>
          <p:cNvSpPr/>
          <p:nvPr/>
        </p:nvSpPr>
        <p:spPr>
          <a:xfrm>
            <a:off x="804600" y="44989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8" name="Rectangle 22"/>
          <p:cNvSpPr/>
          <p:nvPr/>
        </p:nvSpPr>
        <p:spPr>
          <a:xfrm>
            <a:off x="804600" y="46634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9" name="Rectangle 23"/>
          <p:cNvSpPr/>
          <p:nvPr/>
        </p:nvSpPr>
        <p:spPr>
          <a:xfrm>
            <a:off x="804600" y="48279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0" name="Rectangle 24"/>
          <p:cNvSpPr/>
          <p:nvPr/>
        </p:nvSpPr>
        <p:spPr>
          <a:xfrm>
            <a:off x="804600" y="4992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1" name="Rectangle 25"/>
          <p:cNvSpPr/>
          <p:nvPr/>
        </p:nvSpPr>
        <p:spPr>
          <a:xfrm>
            <a:off x="804600" y="51573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2" name="Rectangle 26"/>
          <p:cNvSpPr/>
          <p:nvPr/>
        </p:nvSpPr>
        <p:spPr>
          <a:xfrm>
            <a:off x="804600" y="53218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3" name="Rectangle 27"/>
          <p:cNvSpPr/>
          <p:nvPr/>
        </p:nvSpPr>
        <p:spPr>
          <a:xfrm>
            <a:off x="804600" y="54864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Rectangle 28"/>
          <p:cNvSpPr/>
          <p:nvPr/>
        </p:nvSpPr>
        <p:spPr>
          <a:xfrm>
            <a:off x="804600" y="56509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Rectangle 29"/>
          <p:cNvSpPr/>
          <p:nvPr/>
        </p:nvSpPr>
        <p:spPr>
          <a:xfrm>
            <a:off x="2423160" y="1691640"/>
            <a:ext cx="1552680" cy="501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6" name="TextBox 30"/>
          <p:cNvSpPr/>
          <p:nvPr/>
        </p:nvSpPr>
        <p:spPr>
          <a:xfrm>
            <a:off x="2423160" y="1737360"/>
            <a:ext cx="1552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TextBox 31"/>
          <p:cNvSpPr/>
          <p:nvPr/>
        </p:nvSpPr>
        <p:spPr>
          <a:xfrm>
            <a:off x="2423160" y="1947600"/>
            <a:ext cx="155268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8" name="Rectangle 32"/>
          <p:cNvSpPr/>
          <p:nvPr/>
        </p:nvSpPr>
        <p:spPr>
          <a:xfrm>
            <a:off x="3182040" y="21945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9" name="Rectangle 33"/>
          <p:cNvSpPr/>
          <p:nvPr/>
        </p:nvSpPr>
        <p:spPr>
          <a:xfrm>
            <a:off x="3182040" y="23590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0" name="Rectangle 34"/>
          <p:cNvSpPr/>
          <p:nvPr/>
        </p:nvSpPr>
        <p:spPr>
          <a:xfrm>
            <a:off x="3182040" y="25236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1" name="Rectangle 35"/>
          <p:cNvSpPr/>
          <p:nvPr/>
        </p:nvSpPr>
        <p:spPr>
          <a:xfrm>
            <a:off x="3182040" y="2688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2" name="Rectangle 36"/>
          <p:cNvSpPr/>
          <p:nvPr/>
        </p:nvSpPr>
        <p:spPr>
          <a:xfrm>
            <a:off x="3182040" y="28530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3" name="Rectangle 37"/>
          <p:cNvSpPr/>
          <p:nvPr/>
        </p:nvSpPr>
        <p:spPr>
          <a:xfrm>
            <a:off x="3182040" y="30175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4" name="Rectangle 38"/>
          <p:cNvSpPr/>
          <p:nvPr/>
        </p:nvSpPr>
        <p:spPr>
          <a:xfrm>
            <a:off x="3182040" y="31820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5" name="Rectangle 39"/>
          <p:cNvSpPr/>
          <p:nvPr/>
        </p:nvSpPr>
        <p:spPr>
          <a:xfrm>
            <a:off x="3182040" y="33465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6" name="Rectangle 40"/>
          <p:cNvSpPr/>
          <p:nvPr/>
        </p:nvSpPr>
        <p:spPr>
          <a:xfrm>
            <a:off x="3200400" y="3485520"/>
            <a:ext cx="8964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7" name="Rectangle 41"/>
          <p:cNvSpPr/>
          <p:nvPr/>
        </p:nvSpPr>
        <p:spPr>
          <a:xfrm>
            <a:off x="3182040" y="36759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8" name="Rectangle 42"/>
          <p:cNvSpPr/>
          <p:nvPr/>
        </p:nvSpPr>
        <p:spPr>
          <a:xfrm>
            <a:off x="3182040" y="3840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9" name="Rectangle 43"/>
          <p:cNvSpPr/>
          <p:nvPr/>
        </p:nvSpPr>
        <p:spPr>
          <a:xfrm>
            <a:off x="3182040" y="40050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0" name="Rectangle 44"/>
          <p:cNvSpPr/>
          <p:nvPr/>
        </p:nvSpPr>
        <p:spPr>
          <a:xfrm>
            <a:off x="3182040" y="41695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1" name="Rectangle 45"/>
          <p:cNvSpPr/>
          <p:nvPr/>
        </p:nvSpPr>
        <p:spPr>
          <a:xfrm>
            <a:off x="3182040" y="43344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2" name="Rectangle 46"/>
          <p:cNvSpPr/>
          <p:nvPr/>
        </p:nvSpPr>
        <p:spPr>
          <a:xfrm>
            <a:off x="3182040" y="44989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3" name="Rectangle 47"/>
          <p:cNvSpPr/>
          <p:nvPr/>
        </p:nvSpPr>
        <p:spPr>
          <a:xfrm>
            <a:off x="3182040" y="46634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4" name="Rectangle 48"/>
          <p:cNvSpPr/>
          <p:nvPr/>
        </p:nvSpPr>
        <p:spPr>
          <a:xfrm>
            <a:off x="3182040" y="48279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5" name="Rectangle 49"/>
          <p:cNvSpPr/>
          <p:nvPr/>
        </p:nvSpPr>
        <p:spPr>
          <a:xfrm>
            <a:off x="3182040" y="4992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6" name="Rectangle 50"/>
          <p:cNvSpPr/>
          <p:nvPr/>
        </p:nvSpPr>
        <p:spPr>
          <a:xfrm>
            <a:off x="3182040" y="51573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7" name="Rectangle 51"/>
          <p:cNvSpPr/>
          <p:nvPr/>
        </p:nvSpPr>
        <p:spPr>
          <a:xfrm>
            <a:off x="3182040" y="53218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8" name="Rectangle 52"/>
          <p:cNvSpPr/>
          <p:nvPr/>
        </p:nvSpPr>
        <p:spPr>
          <a:xfrm>
            <a:off x="3182040" y="54864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Rectangle 53"/>
          <p:cNvSpPr/>
          <p:nvPr/>
        </p:nvSpPr>
        <p:spPr>
          <a:xfrm>
            <a:off x="3182040" y="56509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0" name="Rectangle 54"/>
          <p:cNvSpPr/>
          <p:nvPr/>
        </p:nvSpPr>
        <p:spPr>
          <a:xfrm>
            <a:off x="4800600" y="1691640"/>
            <a:ext cx="1552680" cy="5011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1" name="TextBox 55"/>
          <p:cNvSpPr/>
          <p:nvPr/>
        </p:nvSpPr>
        <p:spPr>
          <a:xfrm>
            <a:off x="4800600" y="1737360"/>
            <a:ext cx="1552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Box 56"/>
          <p:cNvSpPr/>
          <p:nvPr/>
        </p:nvSpPr>
        <p:spPr>
          <a:xfrm>
            <a:off x="4800600" y="1947600"/>
            <a:ext cx="155268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3" name="Rectangle 57"/>
          <p:cNvSpPr/>
          <p:nvPr/>
        </p:nvSpPr>
        <p:spPr>
          <a:xfrm>
            <a:off x="5559480" y="21945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Rectangle 58"/>
          <p:cNvSpPr/>
          <p:nvPr/>
        </p:nvSpPr>
        <p:spPr>
          <a:xfrm>
            <a:off x="5559480" y="23590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5" name="Rectangle 59"/>
          <p:cNvSpPr/>
          <p:nvPr/>
        </p:nvSpPr>
        <p:spPr>
          <a:xfrm>
            <a:off x="5559480" y="25236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6" name="Rectangle 60"/>
          <p:cNvSpPr/>
          <p:nvPr/>
        </p:nvSpPr>
        <p:spPr>
          <a:xfrm>
            <a:off x="5559480" y="2688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Rectangle 61"/>
          <p:cNvSpPr/>
          <p:nvPr/>
        </p:nvSpPr>
        <p:spPr>
          <a:xfrm>
            <a:off x="5559480" y="28530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8" name="Rectangle 62"/>
          <p:cNvSpPr/>
          <p:nvPr/>
        </p:nvSpPr>
        <p:spPr>
          <a:xfrm>
            <a:off x="5486400" y="3028320"/>
            <a:ext cx="8964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9" name="Rectangle 63"/>
          <p:cNvSpPr/>
          <p:nvPr/>
        </p:nvSpPr>
        <p:spPr>
          <a:xfrm>
            <a:off x="5559480" y="31820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Rectangle 64"/>
          <p:cNvSpPr/>
          <p:nvPr/>
        </p:nvSpPr>
        <p:spPr>
          <a:xfrm>
            <a:off x="5559480" y="33465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1" name="Rectangle 65"/>
          <p:cNvSpPr/>
          <p:nvPr/>
        </p:nvSpPr>
        <p:spPr>
          <a:xfrm>
            <a:off x="5559480" y="35114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2" name="Rectangle 66"/>
          <p:cNvSpPr/>
          <p:nvPr/>
        </p:nvSpPr>
        <p:spPr>
          <a:xfrm>
            <a:off x="5559480" y="36759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Rectangle 67"/>
          <p:cNvSpPr/>
          <p:nvPr/>
        </p:nvSpPr>
        <p:spPr>
          <a:xfrm>
            <a:off x="5559480" y="3840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4" name="Rectangle 68"/>
          <p:cNvSpPr/>
          <p:nvPr/>
        </p:nvSpPr>
        <p:spPr>
          <a:xfrm>
            <a:off x="5559480" y="40050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5" name="Rectangle 69"/>
          <p:cNvSpPr/>
          <p:nvPr/>
        </p:nvSpPr>
        <p:spPr>
          <a:xfrm>
            <a:off x="5559480" y="41695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Rectangle 70"/>
          <p:cNvSpPr/>
          <p:nvPr/>
        </p:nvSpPr>
        <p:spPr>
          <a:xfrm>
            <a:off x="5559480" y="43344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7" name="Rectangle 71"/>
          <p:cNvSpPr/>
          <p:nvPr/>
        </p:nvSpPr>
        <p:spPr>
          <a:xfrm>
            <a:off x="5559480" y="44989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8" name="Rectangle 72"/>
          <p:cNvSpPr/>
          <p:nvPr/>
        </p:nvSpPr>
        <p:spPr>
          <a:xfrm>
            <a:off x="5559480" y="46634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9" name="Rectangle 73"/>
          <p:cNvSpPr/>
          <p:nvPr/>
        </p:nvSpPr>
        <p:spPr>
          <a:xfrm>
            <a:off x="5559480" y="48279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0" name="Rectangle 74"/>
          <p:cNvSpPr/>
          <p:nvPr/>
        </p:nvSpPr>
        <p:spPr>
          <a:xfrm>
            <a:off x="5559480" y="4992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1" name="Rectangle 75"/>
          <p:cNvSpPr/>
          <p:nvPr/>
        </p:nvSpPr>
        <p:spPr>
          <a:xfrm>
            <a:off x="5559480" y="51573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2" name="Rectangle 76"/>
          <p:cNvSpPr/>
          <p:nvPr/>
        </p:nvSpPr>
        <p:spPr>
          <a:xfrm>
            <a:off x="5559480" y="53218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3" name="Rectangle 77"/>
          <p:cNvSpPr/>
          <p:nvPr/>
        </p:nvSpPr>
        <p:spPr>
          <a:xfrm>
            <a:off x="5559480" y="54864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Rectangle 78"/>
          <p:cNvSpPr/>
          <p:nvPr/>
        </p:nvSpPr>
        <p:spPr>
          <a:xfrm>
            <a:off x="5559480" y="56509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Rectangle 79"/>
          <p:cNvSpPr/>
          <p:nvPr/>
        </p:nvSpPr>
        <p:spPr>
          <a:xfrm>
            <a:off x="7178040" y="1691640"/>
            <a:ext cx="1552680" cy="501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6" name="TextBox 80"/>
          <p:cNvSpPr/>
          <p:nvPr/>
        </p:nvSpPr>
        <p:spPr>
          <a:xfrm>
            <a:off x="7178040" y="1737360"/>
            <a:ext cx="1552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TextBox 81"/>
          <p:cNvSpPr/>
          <p:nvPr/>
        </p:nvSpPr>
        <p:spPr>
          <a:xfrm>
            <a:off x="7178040" y="1947600"/>
            <a:ext cx="155268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8" name="Rectangle 82"/>
          <p:cNvSpPr/>
          <p:nvPr/>
        </p:nvSpPr>
        <p:spPr>
          <a:xfrm>
            <a:off x="7936920" y="21945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9" name="Rectangle 83"/>
          <p:cNvSpPr/>
          <p:nvPr/>
        </p:nvSpPr>
        <p:spPr>
          <a:xfrm>
            <a:off x="7936920" y="23590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Rectangle 84"/>
          <p:cNvSpPr/>
          <p:nvPr/>
        </p:nvSpPr>
        <p:spPr>
          <a:xfrm>
            <a:off x="7936920" y="25236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Rectangle 85"/>
          <p:cNvSpPr/>
          <p:nvPr/>
        </p:nvSpPr>
        <p:spPr>
          <a:xfrm>
            <a:off x="7936920" y="2688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2" name="Rectangle 86"/>
          <p:cNvSpPr/>
          <p:nvPr/>
        </p:nvSpPr>
        <p:spPr>
          <a:xfrm>
            <a:off x="7936920" y="28530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Rectangle 87"/>
          <p:cNvSpPr/>
          <p:nvPr/>
        </p:nvSpPr>
        <p:spPr>
          <a:xfrm>
            <a:off x="7936920" y="30175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Rectangle 88"/>
          <p:cNvSpPr/>
          <p:nvPr/>
        </p:nvSpPr>
        <p:spPr>
          <a:xfrm>
            <a:off x="7936920" y="31820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5" name="Rectangle 89"/>
          <p:cNvSpPr/>
          <p:nvPr/>
        </p:nvSpPr>
        <p:spPr>
          <a:xfrm>
            <a:off x="7936920" y="33465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Rectangle 90"/>
          <p:cNvSpPr/>
          <p:nvPr/>
        </p:nvSpPr>
        <p:spPr>
          <a:xfrm>
            <a:off x="7936920" y="35114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Rectangle 91"/>
          <p:cNvSpPr/>
          <p:nvPr/>
        </p:nvSpPr>
        <p:spPr>
          <a:xfrm>
            <a:off x="7936920" y="36759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8" name="Rectangle 92"/>
          <p:cNvSpPr/>
          <p:nvPr/>
        </p:nvSpPr>
        <p:spPr>
          <a:xfrm>
            <a:off x="7936920" y="3840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Rectangle 93"/>
          <p:cNvSpPr/>
          <p:nvPr/>
        </p:nvSpPr>
        <p:spPr>
          <a:xfrm>
            <a:off x="7936920" y="40050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Rectangle 94"/>
          <p:cNvSpPr/>
          <p:nvPr/>
        </p:nvSpPr>
        <p:spPr>
          <a:xfrm>
            <a:off x="7936920" y="41695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1" name="Rectangle 95"/>
          <p:cNvSpPr/>
          <p:nvPr/>
        </p:nvSpPr>
        <p:spPr>
          <a:xfrm>
            <a:off x="7936920" y="43344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Rectangle 96"/>
          <p:cNvSpPr/>
          <p:nvPr/>
        </p:nvSpPr>
        <p:spPr>
          <a:xfrm>
            <a:off x="7936920" y="44989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3" name="Rectangle 97"/>
          <p:cNvSpPr/>
          <p:nvPr/>
        </p:nvSpPr>
        <p:spPr>
          <a:xfrm>
            <a:off x="7936920" y="46634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Rectangle 98"/>
          <p:cNvSpPr/>
          <p:nvPr/>
        </p:nvSpPr>
        <p:spPr>
          <a:xfrm>
            <a:off x="7936920" y="48279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5" name="Rectangle 99"/>
          <p:cNvSpPr/>
          <p:nvPr/>
        </p:nvSpPr>
        <p:spPr>
          <a:xfrm>
            <a:off x="7936920" y="4992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Rectangle 100"/>
          <p:cNvSpPr/>
          <p:nvPr/>
        </p:nvSpPr>
        <p:spPr>
          <a:xfrm>
            <a:off x="7936920" y="51573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7" name="Rectangle 101"/>
          <p:cNvSpPr/>
          <p:nvPr/>
        </p:nvSpPr>
        <p:spPr>
          <a:xfrm>
            <a:off x="7936920" y="53218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Rectangle 102"/>
          <p:cNvSpPr/>
          <p:nvPr/>
        </p:nvSpPr>
        <p:spPr>
          <a:xfrm>
            <a:off x="7936920" y="54864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9" name="Rectangle 103"/>
          <p:cNvSpPr/>
          <p:nvPr/>
        </p:nvSpPr>
        <p:spPr>
          <a:xfrm>
            <a:off x="7936920" y="56509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Rectangle 104"/>
          <p:cNvSpPr/>
          <p:nvPr/>
        </p:nvSpPr>
        <p:spPr>
          <a:xfrm>
            <a:off x="9555480" y="1691640"/>
            <a:ext cx="1552680" cy="501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1" name="TextBox 105"/>
          <p:cNvSpPr/>
          <p:nvPr/>
        </p:nvSpPr>
        <p:spPr>
          <a:xfrm>
            <a:off x="9555480" y="1737360"/>
            <a:ext cx="1552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TextBox 106"/>
          <p:cNvSpPr/>
          <p:nvPr/>
        </p:nvSpPr>
        <p:spPr>
          <a:xfrm>
            <a:off x="9555480" y="1947600"/>
            <a:ext cx="155268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3" name="Rectangle 107"/>
          <p:cNvSpPr/>
          <p:nvPr/>
        </p:nvSpPr>
        <p:spPr>
          <a:xfrm>
            <a:off x="10314360" y="21945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4" name="Rectangle 108"/>
          <p:cNvSpPr/>
          <p:nvPr/>
        </p:nvSpPr>
        <p:spPr>
          <a:xfrm>
            <a:off x="10314360" y="23590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5" name="Rectangle 109"/>
          <p:cNvSpPr/>
          <p:nvPr/>
        </p:nvSpPr>
        <p:spPr>
          <a:xfrm>
            <a:off x="10314360" y="25236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6" name="Rectangle 110"/>
          <p:cNvSpPr/>
          <p:nvPr/>
        </p:nvSpPr>
        <p:spPr>
          <a:xfrm>
            <a:off x="10314360" y="2688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7" name="Rectangle 111"/>
          <p:cNvSpPr/>
          <p:nvPr/>
        </p:nvSpPr>
        <p:spPr>
          <a:xfrm>
            <a:off x="10314360" y="28530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8" name="Rectangle 112"/>
          <p:cNvSpPr/>
          <p:nvPr/>
        </p:nvSpPr>
        <p:spPr>
          <a:xfrm>
            <a:off x="10314360" y="30175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Rectangle 113"/>
          <p:cNvSpPr/>
          <p:nvPr/>
        </p:nvSpPr>
        <p:spPr>
          <a:xfrm>
            <a:off x="10314360" y="31820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Rectangle 114"/>
          <p:cNvSpPr/>
          <p:nvPr/>
        </p:nvSpPr>
        <p:spPr>
          <a:xfrm>
            <a:off x="10314360" y="33465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Rectangle 115"/>
          <p:cNvSpPr/>
          <p:nvPr/>
        </p:nvSpPr>
        <p:spPr>
          <a:xfrm>
            <a:off x="10314360" y="35114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Rectangle 116"/>
          <p:cNvSpPr/>
          <p:nvPr/>
        </p:nvSpPr>
        <p:spPr>
          <a:xfrm>
            <a:off x="10314360" y="36759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Rectangle 117"/>
          <p:cNvSpPr/>
          <p:nvPr/>
        </p:nvSpPr>
        <p:spPr>
          <a:xfrm>
            <a:off x="10314360" y="3840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4" name="Rectangle 118"/>
          <p:cNvSpPr/>
          <p:nvPr/>
        </p:nvSpPr>
        <p:spPr>
          <a:xfrm>
            <a:off x="10314360" y="40050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5" name="Rectangle 119"/>
          <p:cNvSpPr/>
          <p:nvPr/>
        </p:nvSpPr>
        <p:spPr>
          <a:xfrm>
            <a:off x="10314360" y="41695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6" name="Rectangle 120"/>
          <p:cNvSpPr/>
          <p:nvPr/>
        </p:nvSpPr>
        <p:spPr>
          <a:xfrm>
            <a:off x="10314360" y="43344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7" name="Rectangle 121"/>
          <p:cNvSpPr/>
          <p:nvPr/>
        </p:nvSpPr>
        <p:spPr>
          <a:xfrm>
            <a:off x="10314360" y="44989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8" name="Rectangle 122"/>
          <p:cNvSpPr/>
          <p:nvPr/>
        </p:nvSpPr>
        <p:spPr>
          <a:xfrm>
            <a:off x="10314360" y="46634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9" name="Rectangle 123"/>
          <p:cNvSpPr/>
          <p:nvPr/>
        </p:nvSpPr>
        <p:spPr>
          <a:xfrm>
            <a:off x="10314360" y="48279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0" name="Rectangle 124"/>
          <p:cNvSpPr/>
          <p:nvPr/>
        </p:nvSpPr>
        <p:spPr>
          <a:xfrm>
            <a:off x="10314360" y="4992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1" name="Rectangle 125"/>
          <p:cNvSpPr/>
          <p:nvPr/>
        </p:nvSpPr>
        <p:spPr>
          <a:xfrm>
            <a:off x="10314360" y="51573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2" name="Rectangle 126"/>
          <p:cNvSpPr/>
          <p:nvPr/>
        </p:nvSpPr>
        <p:spPr>
          <a:xfrm>
            <a:off x="10314360" y="53218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3" name="Rectangle 127"/>
          <p:cNvSpPr/>
          <p:nvPr/>
        </p:nvSpPr>
        <p:spPr>
          <a:xfrm>
            <a:off x="10314360" y="54864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4" name="Rectangle 128"/>
          <p:cNvSpPr/>
          <p:nvPr/>
        </p:nvSpPr>
        <p:spPr>
          <a:xfrm>
            <a:off x="10314360" y="56509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5" name="Rectangle 129"/>
          <p:cNvSpPr/>
          <p:nvPr/>
        </p:nvSpPr>
        <p:spPr>
          <a:xfrm>
            <a:off x="822960" y="2606040"/>
            <a:ext cx="2375640" cy="212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6" name="Oval 130"/>
          <p:cNvSpPr/>
          <p:nvPr/>
        </p:nvSpPr>
        <p:spPr>
          <a:xfrm>
            <a:off x="3108960" y="2571120"/>
            <a:ext cx="89640" cy="896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7" name="TextBox 131"/>
          <p:cNvSpPr/>
          <p:nvPr/>
        </p:nvSpPr>
        <p:spPr>
          <a:xfrm>
            <a:off x="914400" y="2313360"/>
            <a:ext cx="22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8" name="Rectangle 132"/>
          <p:cNvSpPr/>
          <p:nvPr/>
        </p:nvSpPr>
        <p:spPr>
          <a:xfrm>
            <a:off x="3200400" y="3063240"/>
            <a:ext cx="2375640" cy="21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9" name="Oval 133"/>
          <p:cNvSpPr/>
          <p:nvPr/>
        </p:nvSpPr>
        <p:spPr>
          <a:xfrm>
            <a:off x="5486400" y="3028320"/>
            <a:ext cx="89640" cy="896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0" name="TextBox 134"/>
          <p:cNvSpPr/>
          <p:nvPr/>
        </p:nvSpPr>
        <p:spPr>
          <a:xfrm>
            <a:off x="3291840" y="2770560"/>
            <a:ext cx="22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Rectangle 135"/>
          <p:cNvSpPr/>
          <p:nvPr/>
        </p:nvSpPr>
        <p:spPr>
          <a:xfrm>
            <a:off x="3200400" y="3485520"/>
            <a:ext cx="89640" cy="89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2" name="Rectangle 136"/>
          <p:cNvSpPr/>
          <p:nvPr/>
        </p:nvSpPr>
        <p:spPr>
          <a:xfrm>
            <a:off x="336492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3" name="Rectangle 137"/>
          <p:cNvSpPr/>
          <p:nvPr/>
        </p:nvSpPr>
        <p:spPr>
          <a:xfrm>
            <a:off x="352944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4" name="Rectangle 138"/>
          <p:cNvSpPr/>
          <p:nvPr/>
        </p:nvSpPr>
        <p:spPr>
          <a:xfrm>
            <a:off x="369432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5" name="Rectangle 139"/>
          <p:cNvSpPr/>
          <p:nvPr/>
        </p:nvSpPr>
        <p:spPr>
          <a:xfrm>
            <a:off x="385884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6" name="Rectangle 140"/>
          <p:cNvSpPr/>
          <p:nvPr/>
        </p:nvSpPr>
        <p:spPr>
          <a:xfrm>
            <a:off x="402336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7" name="Rectangle 141"/>
          <p:cNvSpPr/>
          <p:nvPr/>
        </p:nvSpPr>
        <p:spPr>
          <a:xfrm>
            <a:off x="418788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8" name="Rectangle 142"/>
          <p:cNvSpPr/>
          <p:nvPr/>
        </p:nvSpPr>
        <p:spPr>
          <a:xfrm>
            <a:off x="435240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9" name="Rectangle 143"/>
          <p:cNvSpPr/>
          <p:nvPr/>
        </p:nvSpPr>
        <p:spPr>
          <a:xfrm>
            <a:off x="451728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0" name="Rectangle 144"/>
          <p:cNvSpPr/>
          <p:nvPr/>
        </p:nvSpPr>
        <p:spPr>
          <a:xfrm>
            <a:off x="468180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1" name="Rectangle 145"/>
          <p:cNvSpPr/>
          <p:nvPr/>
        </p:nvSpPr>
        <p:spPr>
          <a:xfrm>
            <a:off x="484632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2" name="Rectangle 146"/>
          <p:cNvSpPr/>
          <p:nvPr/>
        </p:nvSpPr>
        <p:spPr>
          <a:xfrm>
            <a:off x="501084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Rectangle 147"/>
          <p:cNvSpPr/>
          <p:nvPr/>
        </p:nvSpPr>
        <p:spPr>
          <a:xfrm>
            <a:off x="517536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4" name="Rectangle 148"/>
          <p:cNvSpPr/>
          <p:nvPr/>
        </p:nvSpPr>
        <p:spPr>
          <a:xfrm>
            <a:off x="534024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Rectangle 149"/>
          <p:cNvSpPr/>
          <p:nvPr/>
        </p:nvSpPr>
        <p:spPr>
          <a:xfrm>
            <a:off x="5504760" y="3520440"/>
            <a:ext cx="7128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-21960" rIns="35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6" name="Oval 150"/>
          <p:cNvSpPr/>
          <p:nvPr/>
        </p:nvSpPr>
        <p:spPr>
          <a:xfrm>
            <a:off x="3200400" y="3485520"/>
            <a:ext cx="89640" cy="896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7" name="TextBox 151"/>
          <p:cNvSpPr/>
          <p:nvPr/>
        </p:nvSpPr>
        <p:spPr>
          <a:xfrm>
            <a:off x="3291840" y="3227760"/>
            <a:ext cx="22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8" name="Rectangle 152"/>
          <p:cNvSpPr/>
          <p:nvPr/>
        </p:nvSpPr>
        <p:spPr>
          <a:xfrm>
            <a:off x="3200400" y="3977640"/>
            <a:ext cx="4753080" cy="21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9" name="Oval 153"/>
          <p:cNvSpPr/>
          <p:nvPr/>
        </p:nvSpPr>
        <p:spPr>
          <a:xfrm>
            <a:off x="7863840" y="3942720"/>
            <a:ext cx="89640" cy="896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0" name="TextBox 154"/>
          <p:cNvSpPr/>
          <p:nvPr/>
        </p:nvSpPr>
        <p:spPr>
          <a:xfrm>
            <a:off x="3291840" y="3684960"/>
            <a:ext cx="4661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1" name="Rectangle 155"/>
          <p:cNvSpPr/>
          <p:nvPr/>
        </p:nvSpPr>
        <p:spPr>
          <a:xfrm>
            <a:off x="822960" y="4399920"/>
            <a:ext cx="89640" cy="89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2" name="Rectangle 156"/>
          <p:cNvSpPr/>
          <p:nvPr/>
        </p:nvSpPr>
        <p:spPr>
          <a:xfrm>
            <a:off x="98748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3" name="Rectangle 157"/>
          <p:cNvSpPr/>
          <p:nvPr/>
        </p:nvSpPr>
        <p:spPr>
          <a:xfrm>
            <a:off x="115200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Rectangle 158"/>
          <p:cNvSpPr/>
          <p:nvPr/>
        </p:nvSpPr>
        <p:spPr>
          <a:xfrm>
            <a:off x="131688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5" name="Rectangle 159"/>
          <p:cNvSpPr/>
          <p:nvPr/>
        </p:nvSpPr>
        <p:spPr>
          <a:xfrm>
            <a:off x="148140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6" name="Rectangle 160"/>
          <p:cNvSpPr/>
          <p:nvPr/>
        </p:nvSpPr>
        <p:spPr>
          <a:xfrm>
            <a:off x="164592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Rectangle 161"/>
          <p:cNvSpPr/>
          <p:nvPr/>
        </p:nvSpPr>
        <p:spPr>
          <a:xfrm>
            <a:off x="181044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8" name="Rectangle 162"/>
          <p:cNvSpPr/>
          <p:nvPr/>
        </p:nvSpPr>
        <p:spPr>
          <a:xfrm>
            <a:off x="197496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9" name="Rectangle 163"/>
          <p:cNvSpPr/>
          <p:nvPr/>
        </p:nvSpPr>
        <p:spPr>
          <a:xfrm>
            <a:off x="213984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Rectangle 164"/>
          <p:cNvSpPr/>
          <p:nvPr/>
        </p:nvSpPr>
        <p:spPr>
          <a:xfrm>
            <a:off x="230436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1" name="Rectangle 165"/>
          <p:cNvSpPr/>
          <p:nvPr/>
        </p:nvSpPr>
        <p:spPr>
          <a:xfrm>
            <a:off x="246888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2" name="Rectangle 166"/>
          <p:cNvSpPr/>
          <p:nvPr/>
        </p:nvSpPr>
        <p:spPr>
          <a:xfrm>
            <a:off x="263340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3" name="Rectangle 167"/>
          <p:cNvSpPr/>
          <p:nvPr/>
        </p:nvSpPr>
        <p:spPr>
          <a:xfrm>
            <a:off x="279792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4" name="Rectangle 168"/>
          <p:cNvSpPr/>
          <p:nvPr/>
        </p:nvSpPr>
        <p:spPr>
          <a:xfrm>
            <a:off x="296280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5" name="Rectangle 169"/>
          <p:cNvSpPr/>
          <p:nvPr/>
        </p:nvSpPr>
        <p:spPr>
          <a:xfrm>
            <a:off x="3127320" y="4434840"/>
            <a:ext cx="7128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-21960" rIns="35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6" name="Oval 170"/>
          <p:cNvSpPr/>
          <p:nvPr/>
        </p:nvSpPr>
        <p:spPr>
          <a:xfrm>
            <a:off x="822960" y="4399920"/>
            <a:ext cx="89640" cy="89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7" name="TextBox 171"/>
          <p:cNvSpPr/>
          <p:nvPr/>
        </p:nvSpPr>
        <p:spPr>
          <a:xfrm>
            <a:off x="914400" y="4480560"/>
            <a:ext cx="22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8" name="Rectangle 172"/>
          <p:cNvSpPr/>
          <p:nvPr/>
        </p:nvSpPr>
        <p:spPr>
          <a:xfrm>
            <a:off x="7498080" y="4754880"/>
            <a:ext cx="3290040" cy="86688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Rectangle 173"/>
          <p:cNvSpPr/>
          <p:nvPr/>
        </p:nvSpPr>
        <p:spPr>
          <a:xfrm>
            <a:off x="7498080" y="4754880"/>
            <a:ext cx="592560" cy="226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0" name="TextBox 174"/>
          <p:cNvSpPr/>
          <p:nvPr/>
        </p:nvSpPr>
        <p:spPr>
          <a:xfrm>
            <a:off x="7498080" y="4754880"/>
            <a:ext cx="592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TextBox 175"/>
          <p:cNvSpPr/>
          <p:nvPr/>
        </p:nvSpPr>
        <p:spPr>
          <a:xfrm>
            <a:off x="8138160" y="4754880"/>
            <a:ext cx="22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2" name="Rectangle 176"/>
          <p:cNvSpPr/>
          <p:nvPr/>
        </p:nvSpPr>
        <p:spPr>
          <a:xfrm>
            <a:off x="7955280" y="5120640"/>
            <a:ext cx="2375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3" name="Oval 177"/>
          <p:cNvSpPr/>
          <p:nvPr/>
        </p:nvSpPr>
        <p:spPr>
          <a:xfrm>
            <a:off x="7955280" y="5085720"/>
            <a:ext cx="89640" cy="89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4" name="TextBox 178"/>
          <p:cNvSpPr/>
          <p:nvPr/>
        </p:nvSpPr>
        <p:spPr>
          <a:xfrm>
            <a:off x="8046720" y="4827960"/>
            <a:ext cx="22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5" name="Rectangle 179"/>
          <p:cNvSpPr/>
          <p:nvPr/>
        </p:nvSpPr>
        <p:spPr>
          <a:xfrm>
            <a:off x="795528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6" name="Rectangle 180"/>
          <p:cNvSpPr/>
          <p:nvPr/>
        </p:nvSpPr>
        <p:spPr>
          <a:xfrm>
            <a:off x="811980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7" name="Rectangle 181"/>
          <p:cNvSpPr/>
          <p:nvPr/>
        </p:nvSpPr>
        <p:spPr>
          <a:xfrm>
            <a:off x="828432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Rectangle 182"/>
          <p:cNvSpPr/>
          <p:nvPr/>
        </p:nvSpPr>
        <p:spPr>
          <a:xfrm>
            <a:off x="844920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9" name="Rectangle 183"/>
          <p:cNvSpPr/>
          <p:nvPr/>
        </p:nvSpPr>
        <p:spPr>
          <a:xfrm>
            <a:off x="861372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0" name="Rectangle 184"/>
          <p:cNvSpPr/>
          <p:nvPr/>
        </p:nvSpPr>
        <p:spPr>
          <a:xfrm>
            <a:off x="877824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Rectangle 185"/>
          <p:cNvSpPr/>
          <p:nvPr/>
        </p:nvSpPr>
        <p:spPr>
          <a:xfrm>
            <a:off x="894276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2" name="Rectangle 186"/>
          <p:cNvSpPr/>
          <p:nvPr/>
        </p:nvSpPr>
        <p:spPr>
          <a:xfrm>
            <a:off x="910728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3" name="Rectangle 187"/>
          <p:cNvSpPr/>
          <p:nvPr/>
        </p:nvSpPr>
        <p:spPr>
          <a:xfrm>
            <a:off x="927216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Rectangle 188"/>
          <p:cNvSpPr/>
          <p:nvPr/>
        </p:nvSpPr>
        <p:spPr>
          <a:xfrm>
            <a:off x="943668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Rectangle 189"/>
          <p:cNvSpPr/>
          <p:nvPr/>
        </p:nvSpPr>
        <p:spPr>
          <a:xfrm>
            <a:off x="960120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6" name="Rectangle 190"/>
          <p:cNvSpPr/>
          <p:nvPr/>
        </p:nvSpPr>
        <p:spPr>
          <a:xfrm>
            <a:off x="976572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Rectangle 191"/>
          <p:cNvSpPr/>
          <p:nvPr/>
        </p:nvSpPr>
        <p:spPr>
          <a:xfrm>
            <a:off x="993024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8" name="Rectangle 192"/>
          <p:cNvSpPr/>
          <p:nvPr/>
        </p:nvSpPr>
        <p:spPr>
          <a:xfrm>
            <a:off x="1009512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9" name="Rectangle 193"/>
          <p:cNvSpPr/>
          <p:nvPr/>
        </p:nvSpPr>
        <p:spPr>
          <a:xfrm>
            <a:off x="10241280" y="5405760"/>
            <a:ext cx="89640" cy="89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Oval 194"/>
          <p:cNvSpPr/>
          <p:nvPr/>
        </p:nvSpPr>
        <p:spPr>
          <a:xfrm>
            <a:off x="10241280" y="5405760"/>
            <a:ext cx="89640" cy="89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1" name="TextBox 195"/>
          <p:cNvSpPr/>
          <p:nvPr/>
        </p:nvSpPr>
        <p:spPr>
          <a:xfrm>
            <a:off x="8046720" y="5148000"/>
            <a:ext cx="22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TextBox 19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3" name="TextBox 19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6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8" name="Shape 3"/>
          <p:cNvSpPr/>
          <p:nvPr/>
        </p:nvSpPr>
        <p:spPr>
          <a:xfrm>
            <a:off x="548640" y="1691640"/>
            <a:ext cx="7313400" cy="45702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4"/>
          <p:cNvSpPr/>
          <p:nvPr/>
        </p:nvSpPr>
        <p:spPr>
          <a:xfrm>
            <a:off x="777240" y="1874520"/>
            <a:ext cx="135360" cy="1353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Shape 5"/>
          <p:cNvSpPr/>
          <p:nvPr/>
        </p:nvSpPr>
        <p:spPr>
          <a:xfrm>
            <a:off x="960120" y="1874520"/>
            <a:ext cx="135360" cy="1353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1" name="Shape 6"/>
          <p:cNvSpPr/>
          <p:nvPr/>
        </p:nvSpPr>
        <p:spPr>
          <a:xfrm>
            <a:off x="1143000" y="1874520"/>
            <a:ext cx="135360" cy="1353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7"/>
          <p:cNvSpPr/>
          <p:nvPr/>
        </p:nvSpPr>
        <p:spPr>
          <a:xfrm>
            <a:off x="1371600" y="1783080"/>
            <a:ext cx="5484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8"/>
          <p:cNvSpPr/>
          <p:nvPr/>
        </p:nvSpPr>
        <p:spPr>
          <a:xfrm>
            <a:off x="777240" y="224028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Text 9"/>
          <p:cNvSpPr/>
          <p:nvPr/>
        </p:nvSpPr>
        <p:spPr>
          <a:xfrm>
            <a:off x="777240" y="244152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5" name="Text 10"/>
          <p:cNvSpPr/>
          <p:nvPr/>
        </p:nvSpPr>
        <p:spPr>
          <a:xfrm>
            <a:off x="777240" y="264276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11"/>
          <p:cNvSpPr/>
          <p:nvPr/>
        </p:nvSpPr>
        <p:spPr>
          <a:xfrm>
            <a:off x="777240" y="284364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Text 12"/>
          <p:cNvSpPr/>
          <p:nvPr/>
        </p:nvSpPr>
        <p:spPr>
          <a:xfrm>
            <a:off x="777240" y="304488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8" name="Text 13"/>
          <p:cNvSpPr/>
          <p:nvPr/>
        </p:nvSpPr>
        <p:spPr>
          <a:xfrm>
            <a:off x="777240" y="324612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14"/>
          <p:cNvSpPr/>
          <p:nvPr/>
        </p:nvSpPr>
        <p:spPr>
          <a:xfrm>
            <a:off x="777240" y="344736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Text 15"/>
          <p:cNvSpPr/>
          <p:nvPr/>
        </p:nvSpPr>
        <p:spPr>
          <a:xfrm>
            <a:off x="777240" y="364860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ok =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await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bcrypt.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compare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(passwo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rd,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user.pa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ssword)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1" name="Text 16"/>
          <p:cNvSpPr/>
          <p:nvPr/>
        </p:nvSpPr>
        <p:spPr>
          <a:xfrm>
            <a:off x="777240" y="384948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17"/>
          <p:cNvSpPr/>
          <p:nvPr/>
        </p:nvSpPr>
        <p:spPr>
          <a:xfrm>
            <a:off x="777240" y="405072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Text 18"/>
          <p:cNvSpPr/>
          <p:nvPr/>
        </p:nvSpPr>
        <p:spPr>
          <a:xfrm>
            <a:off x="777240" y="425196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4" name="Text 19"/>
          <p:cNvSpPr/>
          <p:nvPr/>
        </p:nvSpPr>
        <p:spPr>
          <a:xfrm>
            <a:off x="777240" y="445320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5" name="Text 20"/>
          <p:cNvSpPr/>
          <p:nvPr/>
        </p:nvSpPr>
        <p:spPr>
          <a:xfrm>
            <a:off x="777240" y="465444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Text 21"/>
          <p:cNvSpPr/>
          <p:nvPr/>
        </p:nvSpPr>
        <p:spPr>
          <a:xfrm>
            <a:off x="777240" y="485532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7" name="Text 22"/>
          <p:cNvSpPr/>
          <p:nvPr/>
        </p:nvSpPr>
        <p:spPr>
          <a:xfrm>
            <a:off x="777240" y="505656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.setExpirationTime('7d')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23"/>
          <p:cNvSpPr/>
          <p:nvPr/>
        </p:nvSpPr>
        <p:spPr>
          <a:xfrm>
            <a:off x="777240" y="525780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Text 24"/>
          <p:cNvSpPr/>
          <p:nvPr/>
        </p:nvSpPr>
        <p:spPr>
          <a:xfrm>
            <a:off x="777240" y="545904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0" name="Text 25"/>
          <p:cNvSpPr/>
          <p:nvPr/>
        </p:nvSpPr>
        <p:spPr>
          <a:xfrm>
            <a:off x="777240" y="566028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26"/>
          <p:cNvSpPr/>
          <p:nvPr/>
        </p:nvSpPr>
        <p:spPr>
          <a:xfrm>
            <a:off x="777240" y="586116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27"/>
          <p:cNvSpPr/>
          <p:nvPr/>
        </p:nvSpPr>
        <p:spPr>
          <a:xfrm>
            <a:off x="8092440" y="1691640"/>
            <a:ext cx="3518640" cy="45702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28"/>
          <p:cNvSpPr/>
          <p:nvPr/>
        </p:nvSpPr>
        <p:spPr>
          <a:xfrm>
            <a:off x="8275320" y="1783080"/>
            <a:ext cx="3198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Shape 29"/>
          <p:cNvSpPr/>
          <p:nvPr/>
        </p:nvSpPr>
        <p:spPr>
          <a:xfrm>
            <a:off x="8275320" y="2240280"/>
            <a:ext cx="409680" cy="409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5" name="Text 30"/>
          <p:cNvSpPr/>
          <p:nvPr/>
        </p:nvSpPr>
        <p:spPr>
          <a:xfrm>
            <a:off x="8275320" y="22402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6" name="Text 31"/>
          <p:cNvSpPr/>
          <p:nvPr/>
        </p:nvSpPr>
        <p:spPr>
          <a:xfrm>
            <a:off x="8778240" y="219456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Shape 32"/>
          <p:cNvSpPr/>
          <p:nvPr/>
        </p:nvSpPr>
        <p:spPr>
          <a:xfrm>
            <a:off x="8275320" y="2880360"/>
            <a:ext cx="409680" cy="409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8" name="Text 33"/>
          <p:cNvSpPr/>
          <p:nvPr/>
        </p:nvSpPr>
        <p:spPr>
          <a:xfrm>
            <a:off x="8275320" y="288036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9" name="Text 34"/>
          <p:cNvSpPr/>
          <p:nvPr/>
        </p:nvSpPr>
        <p:spPr>
          <a:xfrm>
            <a:off x="8778240" y="283464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0" name="Shape 35"/>
          <p:cNvSpPr/>
          <p:nvPr/>
        </p:nvSpPr>
        <p:spPr>
          <a:xfrm>
            <a:off x="8275320" y="3520440"/>
            <a:ext cx="409680" cy="409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1" name="Text 36"/>
          <p:cNvSpPr/>
          <p:nvPr/>
        </p:nvSpPr>
        <p:spPr>
          <a:xfrm>
            <a:off x="8275320" y="3520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2" name="Text 37"/>
          <p:cNvSpPr/>
          <p:nvPr/>
        </p:nvSpPr>
        <p:spPr>
          <a:xfrm>
            <a:off x="8778240" y="347472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sig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né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25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6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(jo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Shape 38"/>
          <p:cNvSpPr/>
          <p:nvPr/>
        </p:nvSpPr>
        <p:spPr>
          <a:xfrm>
            <a:off x="8275320" y="4160520"/>
            <a:ext cx="409680" cy="4096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4" name="Text 39"/>
          <p:cNvSpPr/>
          <p:nvPr/>
        </p:nvSpPr>
        <p:spPr>
          <a:xfrm>
            <a:off x="8275320" y="416052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5" name="Text 40"/>
          <p:cNvSpPr/>
          <p:nvPr/>
        </p:nvSpPr>
        <p:spPr>
          <a:xfrm>
            <a:off x="8778240" y="411480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7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Shape 41"/>
          <p:cNvSpPr/>
          <p:nvPr/>
        </p:nvSpPr>
        <p:spPr>
          <a:xfrm>
            <a:off x="8275320" y="4800600"/>
            <a:ext cx="409680" cy="409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7" name="Text 42"/>
          <p:cNvSpPr/>
          <p:nvPr/>
        </p:nvSpPr>
        <p:spPr>
          <a:xfrm>
            <a:off x="8275320" y="480060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8" name="Text 43"/>
          <p:cNvSpPr/>
          <p:nvPr/>
        </p:nvSpPr>
        <p:spPr>
          <a:xfrm>
            <a:off x="8778240" y="475488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Shape 44"/>
          <p:cNvSpPr/>
          <p:nvPr/>
        </p:nvSpPr>
        <p:spPr>
          <a:xfrm>
            <a:off x="8275320" y="5440680"/>
            <a:ext cx="409680" cy="4096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0" name="Text 45"/>
          <p:cNvSpPr/>
          <p:nvPr/>
        </p:nvSpPr>
        <p:spPr>
          <a:xfrm>
            <a:off x="8275320" y="54406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1" name="Text 46"/>
          <p:cNvSpPr/>
          <p:nvPr/>
        </p:nvSpPr>
        <p:spPr>
          <a:xfrm>
            <a:off x="8778240" y="539496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7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3" name="Text 47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4" name="Text 48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7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8" name="Shape 3"/>
          <p:cNvSpPr/>
          <p:nvPr/>
        </p:nvSpPr>
        <p:spPr>
          <a:xfrm>
            <a:off x="274320" y="1691640"/>
            <a:ext cx="1278360" cy="50112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9" name="Text 4"/>
          <p:cNvSpPr/>
          <p:nvPr/>
        </p:nvSpPr>
        <p:spPr>
          <a:xfrm>
            <a:off x="274320" y="1691640"/>
            <a:ext cx="12783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0" name="Shape 5"/>
          <p:cNvSpPr/>
          <p:nvPr/>
        </p:nvSpPr>
        <p:spPr>
          <a:xfrm>
            <a:off x="9144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1" name="Shape 6"/>
          <p:cNvSpPr/>
          <p:nvPr/>
        </p:nvSpPr>
        <p:spPr>
          <a:xfrm>
            <a:off x="3383280" y="1691640"/>
            <a:ext cx="1278360" cy="50112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2" name="Text 7"/>
          <p:cNvSpPr/>
          <p:nvPr/>
        </p:nvSpPr>
        <p:spPr>
          <a:xfrm>
            <a:off x="3383280" y="1691640"/>
            <a:ext cx="12783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3" name="Shape 8"/>
          <p:cNvSpPr/>
          <p:nvPr/>
        </p:nvSpPr>
        <p:spPr>
          <a:xfrm>
            <a:off x="40233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4" name="Shape 9"/>
          <p:cNvSpPr/>
          <p:nvPr/>
        </p:nvSpPr>
        <p:spPr>
          <a:xfrm>
            <a:off x="6126480" y="1691640"/>
            <a:ext cx="1278360" cy="50112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5" name="Text 10"/>
          <p:cNvSpPr/>
          <p:nvPr/>
        </p:nvSpPr>
        <p:spPr>
          <a:xfrm>
            <a:off x="6126480" y="1691640"/>
            <a:ext cx="12783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6" name="Shape 11"/>
          <p:cNvSpPr/>
          <p:nvPr/>
        </p:nvSpPr>
        <p:spPr>
          <a:xfrm>
            <a:off x="67665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7" name="Shape 12"/>
          <p:cNvSpPr/>
          <p:nvPr/>
        </p:nvSpPr>
        <p:spPr>
          <a:xfrm>
            <a:off x="8503920" y="1691640"/>
            <a:ext cx="1278360" cy="50112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8" name="Text 13"/>
          <p:cNvSpPr/>
          <p:nvPr/>
        </p:nvSpPr>
        <p:spPr>
          <a:xfrm>
            <a:off x="8503920" y="1691640"/>
            <a:ext cx="12783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9" name="Shape 14"/>
          <p:cNvSpPr/>
          <p:nvPr/>
        </p:nvSpPr>
        <p:spPr>
          <a:xfrm>
            <a:off x="91440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0" name="Shape 15"/>
          <p:cNvSpPr/>
          <p:nvPr/>
        </p:nvSpPr>
        <p:spPr>
          <a:xfrm>
            <a:off x="10881360" y="1691640"/>
            <a:ext cx="1278360" cy="50112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1" name="Text 16"/>
          <p:cNvSpPr/>
          <p:nvPr/>
        </p:nvSpPr>
        <p:spPr>
          <a:xfrm>
            <a:off x="10881360" y="1691640"/>
            <a:ext cx="12783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Shape 17"/>
          <p:cNvSpPr/>
          <p:nvPr/>
        </p:nvSpPr>
        <p:spPr>
          <a:xfrm>
            <a:off x="1152144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3" name="Shape 18"/>
          <p:cNvSpPr/>
          <p:nvPr/>
        </p:nvSpPr>
        <p:spPr>
          <a:xfrm>
            <a:off x="914400" y="2651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Text 19"/>
          <p:cNvSpPr/>
          <p:nvPr/>
        </p:nvSpPr>
        <p:spPr>
          <a:xfrm>
            <a:off x="914400" y="2359080"/>
            <a:ext cx="31071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5" name="Shape 20"/>
          <p:cNvSpPr/>
          <p:nvPr/>
        </p:nvSpPr>
        <p:spPr>
          <a:xfrm>
            <a:off x="4023360" y="3063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Text 21"/>
          <p:cNvSpPr/>
          <p:nvPr/>
        </p:nvSpPr>
        <p:spPr>
          <a:xfrm>
            <a:off x="4023360" y="2770560"/>
            <a:ext cx="2741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7" name="Shape 22"/>
          <p:cNvSpPr/>
          <p:nvPr/>
        </p:nvSpPr>
        <p:spPr>
          <a:xfrm>
            <a:off x="4023360" y="3474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23"/>
          <p:cNvSpPr/>
          <p:nvPr/>
        </p:nvSpPr>
        <p:spPr>
          <a:xfrm>
            <a:off x="4023360" y="3182040"/>
            <a:ext cx="511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Shape 24"/>
          <p:cNvSpPr/>
          <p:nvPr/>
        </p:nvSpPr>
        <p:spPr>
          <a:xfrm flipH="1">
            <a:off x="914400" y="3886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0" name="Text 25"/>
          <p:cNvSpPr/>
          <p:nvPr/>
        </p:nvSpPr>
        <p:spPr>
          <a:xfrm>
            <a:off x="914400" y="3593520"/>
            <a:ext cx="31071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Shape 26"/>
          <p:cNvSpPr/>
          <p:nvPr/>
        </p:nvSpPr>
        <p:spPr>
          <a:xfrm flipH="1">
            <a:off x="9144000" y="4343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2" name="Text 27"/>
          <p:cNvSpPr/>
          <p:nvPr/>
        </p:nvSpPr>
        <p:spPr>
          <a:xfrm>
            <a:off x="9144000" y="4050720"/>
            <a:ext cx="2375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Shape 28"/>
          <p:cNvSpPr/>
          <p:nvPr/>
        </p:nvSpPr>
        <p:spPr>
          <a:xfrm>
            <a:off x="9144000" y="4754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4" name="Text 29"/>
          <p:cNvSpPr/>
          <p:nvPr/>
        </p:nvSpPr>
        <p:spPr>
          <a:xfrm>
            <a:off x="9144000" y="4462200"/>
            <a:ext cx="2375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Shape 30"/>
          <p:cNvSpPr/>
          <p:nvPr/>
        </p:nvSpPr>
        <p:spPr>
          <a:xfrm>
            <a:off x="548640" y="5349240"/>
            <a:ext cx="11062440" cy="95832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6" name="Text 31"/>
          <p:cNvSpPr/>
          <p:nvPr/>
        </p:nvSpPr>
        <p:spPr>
          <a:xfrm>
            <a:off x="777240" y="5440680"/>
            <a:ext cx="106052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8" name="Text 32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33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3" name="Shape 3"/>
          <p:cNvSpPr/>
          <p:nvPr/>
        </p:nvSpPr>
        <p:spPr>
          <a:xfrm>
            <a:off x="548640" y="1691640"/>
            <a:ext cx="7313400" cy="45702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4" name="Shape 4"/>
          <p:cNvSpPr/>
          <p:nvPr/>
        </p:nvSpPr>
        <p:spPr>
          <a:xfrm>
            <a:off x="777240" y="1874520"/>
            <a:ext cx="135360" cy="1353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5" name="Shape 5"/>
          <p:cNvSpPr/>
          <p:nvPr/>
        </p:nvSpPr>
        <p:spPr>
          <a:xfrm>
            <a:off x="960120" y="1874520"/>
            <a:ext cx="135360" cy="1353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6" name="Shape 6"/>
          <p:cNvSpPr/>
          <p:nvPr/>
        </p:nvSpPr>
        <p:spPr>
          <a:xfrm>
            <a:off x="1143000" y="1874520"/>
            <a:ext cx="135360" cy="1353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7" name="Text 7"/>
          <p:cNvSpPr/>
          <p:nvPr/>
        </p:nvSpPr>
        <p:spPr>
          <a:xfrm>
            <a:off x="1371600" y="1783080"/>
            <a:ext cx="5484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8" name="Text 8"/>
          <p:cNvSpPr/>
          <p:nvPr/>
        </p:nvSpPr>
        <p:spPr>
          <a:xfrm>
            <a:off x="777240" y="224028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Text 9"/>
          <p:cNvSpPr/>
          <p:nvPr/>
        </p:nvSpPr>
        <p:spPr>
          <a:xfrm>
            <a:off x="777240" y="238212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0" name="Text 10"/>
          <p:cNvSpPr/>
          <p:nvPr/>
        </p:nvSpPr>
        <p:spPr>
          <a:xfrm>
            <a:off x="777240" y="252360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11"/>
          <p:cNvSpPr/>
          <p:nvPr/>
        </p:nvSpPr>
        <p:spPr>
          <a:xfrm>
            <a:off x="777240" y="266544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Text 12"/>
          <p:cNvSpPr/>
          <p:nvPr/>
        </p:nvSpPr>
        <p:spPr>
          <a:xfrm>
            <a:off x="777240" y="280728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3" name="Text 13"/>
          <p:cNvSpPr/>
          <p:nvPr/>
        </p:nvSpPr>
        <p:spPr>
          <a:xfrm>
            <a:off x="777240" y="294912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14"/>
          <p:cNvSpPr/>
          <p:nvPr/>
        </p:nvSpPr>
        <p:spPr>
          <a:xfrm>
            <a:off x="777240" y="309060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Text 15"/>
          <p:cNvSpPr/>
          <p:nvPr/>
        </p:nvSpPr>
        <p:spPr>
          <a:xfrm>
            <a:off x="777240" y="323244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6" name="Text 16"/>
          <p:cNvSpPr/>
          <p:nvPr/>
        </p:nvSpPr>
        <p:spPr>
          <a:xfrm>
            <a:off x="777240" y="337428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17"/>
          <p:cNvSpPr/>
          <p:nvPr/>
        </p:nvSpPr>
        <p:spPr>
          <a:xfrm>
            <a:off x="777240" y="351576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Text 18"/>
          <p:cNvSpPr/>
          <p:nvPr/>
        </p:nvSpPr>
        <p:spPr>
          <a:xfrm>
            <a:off x="777240" y="365760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9" name="Text 19"/>
          <p:cNvSpPr/>
          <p:nvPr/>
        </p:nvSpPr>
        <p:spPr>
          <a:xfrm>
            <a:off x="777240" y="379944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20"/>
          <p:cNvSpPr/>
          <p:nvPr/>
        </p:nvSpPr>
        <p:spPr>
          <a:xfrm>
            <a:off x="777240" y="394092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(async function 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Text 21"/>
          <p:cNvSpPr/>
          <p:nvPr/>
        </p:nvSpPr>
        <p:spPr>
          <a:xfrm>
            <a:off x="777240" y="408276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2" name="Text 22"/>
          <p:cNvSpPr/>
          <p:nvPr/>
        </p:nvSpPr>
        <p:spPr>
          <a:xfrm>
            <a:off x="777240" y="422460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23"/>
          <p:cNvSpPr/>
          <p:nvPr/>
        </p:nvSpPr>
        <p:spPr>
          <a:xfrm>
            <a:off x="777240" y="436644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Text 24"/>
          <p:cNvSpPr/>
          <p:nvPr/>
        </p:nvSpPr>
        <p:spPr>
          <a:xfrm>
            <a:off x="777240" y="450792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5" name="Text 25"/>
          <p:cNvSpPr/>
          <p:nvPr/>
        </p:nvSpPr>
        <p:spPr>
          <a:xfrm>
            <a:off x="777240" y="464976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26"/>
          <p:cNvSpPr/>
          <p:nvPr/>
        </p:nvSpPr>
        <p:spPr>
          <a:xfrm>
            <a:off x="777240" y="479160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7" name="Text 27"/>
          <p:cNvSpPr/>
          <p:nvPr/>
        </p:nvSpPr>
        <p:spPr>
          <a:xfrm>
            <a:off x="777240" y="493308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8" name="Text 28"/>
          <p:cNvSpPr/>
          <p:nvPr/>
        </p:nvSpPr>
        <p:spPr>
          <a:xfrm>
            <a:off x="777240" y="507492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29"/>
          <p:cNvSpPr/>
          <p:nvPr/>
        </p:nvSpPr>
        <p:spPr>
          <a:xfrm>
            <a:off x="777240" y="521676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0" name="Text 30"/>
          <p:cNvSpPr/>
          <p:nvPr/>
        </p:nvSpPr>
        <p:spPr>
          <a:xfrm>
            <a:off x="777240" y="535824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31"/>
          <p:cNvSpPr/>
          <p:nvPr/>
        </p:nvSpPr>
        <p:spPr>
          <a:xfrm>
            <a:off x="777240" y="550008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Text 32"/>
          <p:cNvSpPr/>
          <p:nvPr/>
        </p:nvSpPr>
        <p:spPr>
          <a:xfrm>
            <a:off x="777240" y="564192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3" name="Text 33"/>
          <p:cNvSpPr/>
          <p:nvPr/>
        </p:nvSpPr>
        <p:spPr>
          <a:xfrm>
            <a:off x="777240" y="578376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</a:t>
            </a: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})</a:t>
            </a: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4" name="Text 34"/>
          <p:cNvSpPr/>
          <p:nvPr/>
        </p:nvSpPr>
        <p:spPr>
          <a:xfrm>
            <a:off x="777240" y="592524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35"/>
          <p:cNvSpPr/>
          <p:nvPr/>
        </p:nvSpPr>
        <p:spPr>
          <a:xfrm>
            <a:off x="777240" y="606708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Shape 36"/>
          <p:cNvSpPr/>
          <p:nvPr/>
        </p:nvSpPr>
        <p:spPr>
          <a:xfrm>
            <a:off x="8092440" y="1691640"/>
            <a:ext cx="3518640" cy="45702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7" name="Text 37"/>
          <p:cNvSpPr/>
          <p:nvPr/>
        </p:nvSpPr>
        <p:spPr>
          <a:xfrm>
            <a:off x="8275320" y="1783080"/>
            <a:ext cx="3198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Shape 38"/>
          <p:cNvSpPr/>
          <p:nvPr/>
        </p:nvSpPr>
        <p:spPr>
          <a:xfrm>
            <a:off x="8275320" y="2240280"/>
            <a:ext cx="409680" cy="409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9" name="Text 39"/>
          <p:cNvSpPr/>
          <p:nvPr/>
        </p:nvSpPr>
        <p:spPr>
          <a:xfrm>
            <a:off x="8275320" y="22402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40"/>
          <p:cNvSpPr/>
          <p:nvPr/>
        </p:nvSpPr>
        <p:spPr>
          <a:xfrm>
            <a:off x="8778240" y="219456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Shape 41"/>
          <p:cNvSpPr/>
          <p:nvPr/>
        </p:nvSpPr>
        <p:spPr>
          <a:xfrm>
            <a:off x="8275320" y="2880360"/>
            <a:ext cx="409680" cy="409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2" name="Text 42"/>
          <p:cNvSpPr/>
          <p:nvPr/>
        </p:nvSpPr>
        <p:spPr>
          <a:xfrm>
            <a:off x="8275320" y="288036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43"/>
          <p:cNvSpPr/>
          <p:nvPr/>
        </p:nvSpPr>
        <p:spPr>
          <a:xfrm>
            <a:off x="8778240" y="283464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Shape 44"/>
          <p:cNvSpPr/>
          <p:nvPr/>
        </p:nvSpPr>
        <p:spPr>
          <a:xfrm>
            <a:off x="8275320" y="3520440"/>
            <a:ext cx="409680" cy="409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5" name="Text 45"/>
          <p:cNvSpPr/>
          <p:nvPr/>
        </p:nvSpPr>
        <p:spPr>
          <a:xfrm>
            <a:off x="8275320" y="3520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46"/>
          <p:cNvSpPr/>
          <p:nvPr/>
        </p:nvSpPr>
        <p:spPr>
          <a:xfrm>
            <a:off x="8778240" y="347472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Shape 47"/>
          <p:cNvSpPr/>
          <p:nvPr/>
        </p:nvSpPr>
        <p:spPr>
          <a:xfrm>
            <a:off x="8275320" y="4160520"/>
            <a:ext cx="409680" cy="4096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8" name="Text 48"/>
          <p:cNvSpPr/>
          <p:nvPr/>
        </p:nvSpPr>
        <p:spPr>
          <a:xfrm>
            <a:off x="8275320" y="416052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Text 49"/>
          <p:cNvSpPr/>
          <p:nvPr/>
        </p:nvSpPr>
        <p:spPr>
          <a:xfrm>
            <a:off x="8778240" y="411480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0" name="Shape 50"/>
          <p:cNvSpPr/>
          <p:nvPr/>
        </p:nvSpPr>
        <p:spPr>
          <a:xfrm>
            <a:off x="8275320" y="4800600"/>
            <a:ext cx="409680" cy="4096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1" name="Text 51"/>
          <p:cNvSpPr/>
          <p:nvPr/>
        </p:nvSpPr>
        <p:spPr>
          <a:xfrm>
            <a:off x="8275320" y="480060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52"/>
          <p:cNvSpPr/>
          <p:nvPr/>
        </p:nvSpPr>
        <p:spPr>
          <a:xfrm>
            <a:off x="8778240" y="475488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Shape 53"/>
          <p:cNvSpPr/>
          <p:nvPr/>
        </p:nvSpPr>
        <p:spPr>
          <a:xfrm>
            <a:off x="8275320" y="5440680"/>
            <a:ext cx="409680" cy="409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4" name="Text 54"/>
          <p:cNvSpPr/>
          <p:nvPr/>
        </p:nvSpPr>
        <p:spPr>
          <a:xfrm>
            <a:off x="8275320" y="54406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Text 55"/>
          <p:cNvSpPr/>
          <p:nvPr/>
        </p:nvSpPr>
        <p:spPr>
          <a:xfrm>
            <a:off x="8778240" y="539496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7" name="Text 5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Text 5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Shape 3"/>
          <p:cNvSpPr/>
          <p:nvPr/>
        </p:nvSpPr>
        <p:spPr>
          <a:xfrm>
            <a:off x="457200" y="169164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3" name="Shape 4"/>
          <p:cNvSpPr/>
          <p:nvPr/>
        </p:nvSpPr>
        <p:spPr>
          <a:xfrm>
            <a:off x="457200" y="1691640"/>
            <a:ext cx="71280" cy="2238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4" name="Text 5"/>
          <p:cNvSpPr/>
          <p:nvPr/>
        </p:nvSpPr>
        <p:spPr>
          <a:xfrm>
            <a:off x="685800" y="178308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5" name="Shape 6"/>
          <p:cNvSpPr/>
          <p:nvPr/>
        </p:nvSpPr>
        <p:spPr>
          <a:xfrm>
            <a:off x="685800" y="219456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6" name="Text 7"/>
          <p:cNvSpPr/>
          <p:nvPr/>
        </p:nvSpPr>
        <p:spPr>
          <a:xfrm>
            <a:off x="685800" y="219456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Text 8"/>
          <p:cNvSpPr/>
          <p:nvPr/>
        </p:nvSpPr>
        <p:spPr>
          <a:xfrm>
            <a:off x="1325880" y="219456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8" name="Shape 9"/>
          <p:cNvSpPr/>
          <p:nvPr/>
        </p:nvSpPr>
        <p:spPr>
          <a:xfrm>
            <a:off x="685800" y="260604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9" name="Text 10"/>
          <p:cNvSpPr/>
          <p:nvPr/>
        </p:nvSpPr>
        <p:spPr>
          <a:xfrm>
            <a:off x="685800" y="260604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0" name="Text 11"/>
          <p:cNvSpPr/>
          <p:nvPr/>
        </p:nvSpPr>
        <p:spPr>
          <a:xfrm>
            <a:off x="1325880" y="260604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1" name="Shape 12"/>
          <p:cNvSpPr/>
          <p:nvPr/>
        </p:nvSpPr>
        <p:spPr>
          <a:xfrm>
            <a:off x="685800" y="301752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2" name="Text 13"/>
          <p:cNvSpPr/>
          <p:nvPr/>
        </p:nvSpPr>
        <p:spPr>
          <a:xfrm>
            <a:off x="685800" y="301752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3" name="Text 14"/>
          <p:cNvSpPr/>
          <p:nvPr/>
        </p:nvSpPr>
        <p:spPr>
          <a:xfrm>
            <a:off x="1325880" y="301752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4" name="Shape 15"/>
          <p:cNvSpPr/>
          <p:nvPr/>
        </p:nvSpPr>
        <p:spPr>
          <a:xfrm>
            <a:off x="685800" y="342900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5" name="Text 16"/>
          <p:cNvSpPr/>
          <p:nvPr/>
        </p:nvSpPr>
        <p:spPr>
          <a:xfrm>
            <a:off x="685800" y="342900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Text 17"/>
          <p:cNvSpPr/>
          <p:nvPr/>
        </p:nvSpPr>
        <p:spPr>
          <a:xfrm>
            <a:off x="1325880" y="342900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7" name="Shape 18"/>
          <p:cNvSpPr/>
          <p:nvPr/>
        </p:nvSpPr>
        <p:spPr>
          <a:xfrm>
            <a:off x="4251960" y="169164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Shape 19"/>
          <p:cNvSpPr/>
          <p:nvPr/>
        </p:nvSpPr>
        <p:spPr>
          <a:xfrm>
            <a:off x="4251960" y="1691640"/>
            <a:ext cx="71280" cy="22384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Text 20"/>
          <p:cNvSpPr/>
          <p:nvPr/>
        </p:nvSpPr>
        <p:spPr>
          <a:xfrm>
            <a:off x="4480560" y="178308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0" name="Shape 21"/>
          <p:cNvSpPr/>
          <p:nvPr/>
        </p:nvSpPr>
        <p:spPr>
          <a:xfrm>
            <a:off x="4480560" y="219456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1" name="Text 22"/>
          <p:cNvSpPr/>
          <p:nvPr/>
        </p:nvSpPr>
        <p:spPr>
          <a:xfrm>
            <a:off x="4480560" y="219456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 23"/>
          <p:cNvSpPr/>
          <p:nvPr/>
        </p:nvSpPr>
        <p:spPr>
          <a:xfrm>
            <a:off x="5120640" y="219456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Shape 24"/>
          <p:cNvSpPr/>
          <p:nvPr/>
        </p:nvSpPr>
        <p:spPr>
          <a:xfrm>
            <a:off x="4480560" y="260604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4" name="Text 25"/>
          <p:cNvSpPr/>
          <p:nvPr/>
        </p:nvSpPr>
        <p:spPr>
          <a:xfrm>
            <a:off x="4480560" y="260604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 26"/>
          <p:cNvSpPr/>
          <p:nvPr/>
        </p:nvSpPr>
        <p:spPr>
          <a:xfrm>
            <a:off x="5120640" y="260604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Shape 27"/>
          <p:cNvSpPr/>
          <p:nvPr/>
        </p:nvSpPr>
        <p:spPr>
          <a:xfrm>
            <a:off x="4480560" y="301752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7" name="Text 28"/>
          <p:cNvSpPr/>
          <p:nvPr/>
        </p:nvSpPr>
        <p:spPr>
          <a:xfrm>
            <a:off x="4480560" y="301752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 29"/>
          <p:cNvSpPr/>
          <p:nvPr/>
        </p:nvSpPr>
        <p:spPr>
          <a:xfrm>
            <a:off x="5120640" y="301752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Shape 30"/>
          <p:cNvSpPr/>
          <p:nvPr/>
        </p:nvSpPr>
        <p:spPr>
          <a:xfrm>
            <a:off x="4480560" y="342900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0" name="Text 31"/>
          <p:cNvSpPr/>
          <p:nvPr/>
        </p:nvSpPr>
        <p:spPr>
          <a:xfrm>
            <a:off x="4480560" y="342900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 32"/>
          <p:cNvSpPr/>
          <p:nvPr/>
        </p:nvSpPr>
        <p:spPr>
          <a:xfrm>
            <a:off x="5120640" y="342900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Shape 33"/>
          <p:cNvSpPr/>
          <p:nvPr/>
        </p:nvSpPr>
        <p:spPr>
          <a:xfrm>
            <a:off x="8046720" y="169164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3" name="Shape 34"/>
          <p:cNvSpPr/>
          <p:nvPr/>
        </p:nvSpPr>
        <p:spPr>
          <a:xfrm>
            <a:off x="8046720" y="1691640"/>
            <a:ext cx="71280" cy="22384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4" name="Text 35"/>
          <p:cNvSpPr/>
          <p:nvPr/>
        </p:nvSpPr>
        <p:spPr>
          <a:xfrm>
            <a:off x="8275320" y="178308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Shape 36"/>
          <p:cNvSpPr/>
          <p:nvPr/>
        </p:nvSpPr>
        <p:spPr>
          <a:xfrm>
            <a:off x="8275320" y="219456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6" name="Text 37"/>
          <p:cNvSpPr/>
          <p:nvPr/>
        </p:nvSpPr>
        <p:spPr>
          <a:xfrm>
            <a:off x="8275320" y="219456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 38"/>
          <p:cNvSpPr/>
          <p:nvPr/>
        </p:nvSpPr>
        <p:spPr>
          <a:xfrm>
            <a:off x="8915400" y="219456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Shape 39"/>
          <p:cNvSpPr/>
          <p:nvPr/>
        </p:nvSpPr>
        <p:spPr>
          <a:xfrm>
            <a:off x="8275320" y="260604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9" name="Text 40"/>
          <p:cNvSpPr/>
          <p:nvPr/>
        </p:nvSpPr>
        <p:spPr>
          <a:xfrm>
            <a:off x="8275320" y="260604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 41"/>
          <p:cNvSpPr/>
          <p:nvPr/>
        </p:nvSpPr>
        <p:spPr>
          <a:xfrm>
            <a:off x="8915400" y="260604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Shape 42"/>
          <p:cNvSpPr/>
          <p:nvPr/>
        </p:nvSpPr>
        <p:spPr>
          <a:xfrm>
            <a:off x="8275320" y="301752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 43"/>
          <p:cNvSpPr/>
          <p:nvPr/>
        </p:nvSpPr>
        <p:spPr>
          <a:xfrm>
            <a:off x="8275320" y="301752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Text 44"/>
          <p:cNvSpPr/>
          <p:nvPr/>
        </p:nvSpPr>
        <p:spPr>
          <a:xfrm>
            <a:off x="8915400" y="301752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4" name="Shape 45"/>
          <p:cNvSpPr/>
          <p:nvPr/>
        </p:nvSpPr>
        <p:spPr>
          <a:xfrm>
            <a:off x="8275320" y="342900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5" name="Text 46"/>
          <p:cNvSpPr/>
          <p:nvPr/>
        </p:nvSpPr>
        <p:spPr>
          <a:xfrm>
            <a:off x="8275320" y="342900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Text 47"/>
          <p:cNvSpPr/>
          <p:nvPr/>
        </p:nvSpPr>
        <p:spPr>
          <a:xfrm>
            <a:off x="8915400" y="342900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7" name="Shape 48"/>
          <p:cNvSpPr/>
          <p:nvPr/>
        </p:nvSpPr>
        <p:spPr>
          <a:xfrm>
            <a:off x="457200" y="406908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8" name="Shape 49"/>
          <p:cNvSpPr/>
          <p:nvPr/>
        </p:nvSpPr>
        <p:spPr>
          <a:xfrm>
            <a:off x="457200" y="4069080"/>
            <a:ext cx="71280" cy="22384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9" name="Text 50"/>
          <p:cNvSpPr/>
          <p:nvPr/>
        </p:nvSpPr>
        <p:spPr>
          <a:xfrm>
            <a:off x="685800" y="416052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0" name="Shape 51"/>
          <p:cNvSpPr/>
          <p:nvPr/>
        </p:nvSpPr>
        <p:spPr>
          <a:xfrm>
            <a:off x="685800" y="457200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1" name="Text 52"/>
          <p:cNvSpPr/>
          <p:nvPr/>
        </p:nvSpPr>
        <p:spPr>
          <a:xfrm>
            <a:off x="685800" y="457200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Text 53"/>
          <p:cNvSpPr/>
          <p:nvPr/>
        </p:nvSpPr>
        <p:spPr>
          <a:xfrm>
            <a:off x="1325880" y="457200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3" name="Shape 54"/>
          <p:cNvSpPr/>
          <p:nvPr/>
        </p:nvSpPr>
        <p:spPr>
          <a:xfrm>
            <a:off x="685800" y="498348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4" name="Text 55"/>
          <p:cNvSpPr/>
          <p:nvPr/>
        </p:nvSpPr>
        <p:spPr>
          <a:xfrm>
            <a:off x="685800" y="498348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Text 56"/>
          <p:cNvSpPr/>
          <p:nvPr/>
        </p:nvSpPr>
        <p:spPr>
          <a:xfrm>
            <a:off x="1325880" y="498348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6" name="Shape 57"/>
          <p:cNvSpPr/>
          <p:nvPr/>
        </p:nvSpPr>
        <p:spPr>
          <a:xfrm>
            <a:off x="685800" y="539496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7" name="Text 58"/>
          <p:cNvSpPr/>
          <p:nvPr/>
        </p:nvSpPr>
        <p:spPr>
          <a:xfrm>
            <a:off x="685800" y="539496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 59"/>
          <p:cNvSpPr/>
          <p:nvPr/>
        </p:nvSpPr>
        <p:spPr>
          <a:xfrm>
            <a:off x="1325880" y="539496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Shape 60"/>
          <p:cNvSpPr/>
          <p:nvPr/>
        </p:nvSpPr>
        <p:spPr>
          <a:xfrm>
            <a:off x="685800" y="580644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0" name="Text 61"/>
          <p:cNvSpPr/>
          <p:nvPr/>
        </p:nvSpPr>
        <p:spPr>
          <a:xfrm>
            <a:off x="685800" y="580644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1" name="Text 62"/>
          <p:cNvSpPr/>
          <p:nvPr/>
        </p:nvSpPr>
        <p:spPr>
          <a:xfrm>
            <a:off x="1325880" y="580644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2" name="Shape 63"/>
          <p:cNvSpPr/>
          <p:nvPr/>
        </p:nvSpPr>
        <p:spPr>
          <a:xfrm>
            <a:off x="4251960" y="406908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3" name="Shape 64"/>
          <p:cNvSpPr/>
          <p:nvPr/>
        </p:nvSpPr>
        <p:spPr>
          <a:xfrm>
            <a:off x="4251960" y="4069080"/>
            <a:ext cx="71280" cy="22384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4" name="Text 65"/>
          <p:cNvSpPr/>
          <p:nvPr/>
        </p:nvSpPr>
        <p:spPr>
          <a:xfrm>
            <a:off x="4480560" y="416052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5" name="Shape 66"/>
          <p:cNvSpPr/>
          <p:nvPr/>
        </p:nvSpPr>
        <p:spPr>
          <a:xfrm>
            <a:off x="4480560" y="457200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 67"/>
          <p:cNvSpPr/>
          <p:nvPr/>
        </p:nvSpPr>
        <p:spPr>
          <a:xfrm>
            <a:off x="4480560" y="457200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 68"/>
          <p:cNvSpPr/>
          <p:nvPr/>
        </p:nvSpPr>
        <p:spPr>
          <a:xfrm>
            <a:off x="5120640" y="457200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Shape 69"/>
          <p:cNvSpPr/>
          <p:nvPr/>
        </p:nvSpPr>
        <p:spPr>
          <a:xfrm>
            <a:off x="4480560" y="498348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9" name="Text 70"/>
          <p:cNvSpPr/>
          <p:nvPr/>
        </p:nvSpPr>
        <p:spPr>
          <a:xfrm>
            <a:off x="4480560" y="498348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 71"/>
          <p:cNvSpPr/>
          <p:nvPr/>
        </p:nvSpPr>
        <p:spPr>
          <a:xfrm>
            <a:off x="5120640" y="498348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Shape 72"/>
          <p:cNvSpPr/>
          <p:nvPr/>
        </p:nvSpPr>
        <p:spPr>
          <a:xfrm>
            <a:off x="4480560" y="539496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2" name="Text 73"/>
          <p:cNvSpPr/>
          <p:nvPr/>
        </p:nvSpPr>
        <p:spPr>
          <a:xfrm>
            <a:off x="4480560" y="539496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 74"/>
          <p:cNvSpPr/>
          <p:nvPr/>
        </p:nvSpPr>
        <p:spPr>
          <a:xfrm>
            <a:off x="5120640" y="539496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Shape 75"/>
          <p:cNvSpPr/>
          <p:nvPr/>
        </p:nvSpPr>
        <p:spPr>
          <a:xfrm>
            <a:off x="4480560" y="580644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5" name="Text 76"/>
          <p:cNvSpPr/>
          <p:nvPr/>
        </p:nvSpPr>
        <p:spPr>
          <a:xfrm>
            <a:off x="4480560" y="580644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 77"/>
          <p:cNvSpPr/>
          <p:nvPr/>
        </p:nvSpPr>
        <p:spPr>
          <a:xfrm>
            <a:off x="5120640" y="580644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Shape 78"/>
          <p:cNvSpPr/>
          <p:nvPr/>
        </p:nvSpPr>
        <p:spPr>
          <a:xfrm>
            <a:off x="8046720" y="406908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8" name="Shape 79"/>
          <p:cNvSpPr/>
          <p:nvPr/>
        </p:nvSpPr>
        <p:spPr>
          <a:xfrm>
            <a:off x="8046720" y="4069080"/>
            <a:ext cx="71280" cy="223848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9" name="Text 80"/>
          <p:cNvSpPr/>
          <p:nvPr/>
        </p:nvSpPr>
        <p:spPr>
          <a:xfrm>
            <a:off x="8275320" y="416052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Shape 81"/>
          <p:cNvSpPr/>
          <p:nvPr/>
        </p:nvSpPr>
        <p:spPr>
          <a:xfrm>
            <a:off x="8275320" y="457200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Text 82"/>
          <p:cNvSpPr/>
          <p:nvPr/>
        </p:nvSpPr>
        <p:spPr>
          <a:xfrm>
            <a:off x="8275320" y="457200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2" name="Text 83"/>
          <p:cNvSpPr/>
          <p:nvPr/>
        </p:nvSpPr>
        <p:spPr>
          <a:xfrm>
            <a:off x="8915400" y="457200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Shape 84"/>
          <p:cNvSpPr/>
          <p:nvPr/>
        </p:nvSpPr>
        <p:spPr>
          <a:xfrm>
            <a:off x="8275320" y="498348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4" name="Text 85"/>
          <p:cNvSpPr/>
          <p:nvPr/>
        </p:nvSpPr>
        <p:spPr>
          <a:xfrm>
            <a:off x="8275320" y="498348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 86"/>
          <p:cNvSpPr/>
          <p:nvPr/>
        </p:nvSpPr>
        <p:spPr>
          <a:xfrm>
            <a:off x="8915400" y="498348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Shape 87"/>
          <p:cNvSpPr/>
          <p:nvPr/>
        </p:nvSpPr>
        <p:spPr>
          <a:xfrm>
            <a:off x="8275320" y="539496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7" name="Text 88"/>
          <p:cNvSpPr/>
          <p:nvPr/>
        </p:nvSpPr>
        <p:spPr>
          <a:xfrm>
            <a:off x="8275320" y="539496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 89"/>
          <p:cNvSpPr/>
          <p:nvPr/>
        </p:nvSpPr>
        <p:spPr>
          <a:xfrm>
            <a:off x="8915400" y="539496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Shape 90"/>
          <p:cNvSpPr/>
          <p:nvPr/>
        </p:nvSpPr>
        <p:spPr>
          <a:xfrm>
            <a:off x="8275320" y="580644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0" name="Text 91"/>
          <p:cNvSpPr/>
          <p:nvPr/>
        </p:nvSpPr>
        <p:spPr>
          <a:xfrm>
            <a:off x="8275320" y="580644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 92"/>
          <p:cNvSpPr/>
          <p:nvPr/>
        </p:nvSpPr>
        <p:spPr>
          <a:xfrm>
            <a:off x="8915400" y="580644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3" name="Text 93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 94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8" name="Shape 3"/>
          <p:cNvSpPr/>
          <p:nvPr/>
        </p:nvSpPr>
        <p:spPr>
          <a:xfrm>
            <a:off x="548640" y="1691640"/>
            <a:ext cx="7313400" cy="45702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9" name="Shape 4"/>
          <p:cNvSpPr/>
          <p:nvPr/>
        </p:nvSpPr>
        <p:spPr>
          <a:xfrm>
            <a:off x="777240" y="1874520"/>
            <a:ext cx="135360" cy="1353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0" name="Shape 5"/>
          <p:cNvSpPr/>
          <p:nvPr/>
        </p:nvSpPr>
        <p:spPr>
          <a:xfrm>
            <a:off x="960120" y="1874520"/>
            <a:ext cx="135360" cy="1353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Shape 6"/>
          <p:cNvSpPr/>
          <p:nvPr/>
        </p:nvSpPr>
        <p:spPr>
          <a:xfrm>
            <a:off x="1143000" y="1874520"/>
            <a:ext cx="135360" cy="1353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2" name="Text 7"/>
          <p:cNvSpPr/>
          <p:nvPr/>
        </p:nvSpPr>
        <p:spPr>
          <a:xfrm>
            <a:off x="1371600" y="1783080"/>
            <a:ext cx="5484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Text 8"/>
          <p:cNvSpPr/>
          <p:nvPr/>
        </p:nvSpPr>
        <p:spPr>
          <a:xfrm>
            <a:off x="777240" y="224028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4" name="Text 9"/>
          <p:cNvSpPr/>
          <p:nvPr/>
        </p:nvSpPr>
        <p:spPr>
          <a:xfrm>
            <a:off x="777240" y="245052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5" name="Text 10"/>
          <p:cNvSpPr/>
          <p:nvPr/>
        </p:nvSpPr>
        <p:spPr>
          <a:xfrm>
            <a:off x="777240" y="266076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 11"/>
          <p:cNvSpPr/>
          <p:nvPr/>
        </p:nvSpPr>
        <p:spPr>
          <a:xfrm>
            <a:off x="777240" y="287136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 12"/>
          <p:cNvSpPr/>
          <p:nvPr/>
        </p:nvSpPr>
        <p:spPr>
          <a:xfrm>
            <a:off x="777240" y="308160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 13"/>
          <p:cNvSpPr/>
          <p:nvPr/>
        </p:nvSpPr>
        <p:spPr>
          <a:xfrm>
            <a:off x="777240" y="329184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Text 14"/>
          <p:cNvSpPr/>
          <p:nvPr/>
        </p:nvSpPr>
        <p:spPr>
          <a:xfrm>
            <a:off x="777240" y="350208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0" name="Text 15"/>
          <p:cNvSpPr/>
          <p:nvPr/>
        </p:nvSpPr>
        <p:spPr>
          <a:xfrm>
            <a:off x="777240" y="371232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1" name="Text 16"/>
          <p:cNvSpPr/>
          <p:nvPr/>
        </p:nvSpPr>
        <p:spPr>
          <a:xfrm>
            <a:off x="777240" y="392292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 17"/>
          <p:cNvSpPr/>
          <p:nvPr/>
        </p:nvSpPr>
        <p:spPr>
          <a:xfrm>
            <a:off x="777240" y="413316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 18"/>
          <p:cNvSpPr/>
          <p:nvPr/>
        </p:nvSpPr>
        <p:spPr>
          <a:xfrm>
            <a:off x="777240" y="434340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 19"/>
          <p:cNvSpPr/>
          <p:nvPr/>
        </p:nvSpPr>
        <p:spPr>
          <a:xfrm>
            <a:off x="777240" y="455364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Text 20"/>
          <p:cNvSpPr/>
          <p:nvPr/>
        </p:nvSpPr>
        <p:spPr>
          <a:xfrm>
            <a:off x="777240" y="476388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6" name="Text 21"/>
          <p:cNvSpPr/>
          <p:nvPr/>
        </p:nvSpPr>
        <p:spPr>
          <a:xfrm>
            <a:off x="777240" y="497448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7" name="Text 22"/>
          <p:cNvSpPr/>
          <p:nvPr/>
        </p:nvSpPr>
        <p:spPr>
          <a:xfrm>
            <a:off x="777240" y="518472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 23"/>
          <p:cNvSpPr/>
          <p:nvPr/>
        </p:nvSpPr>
        <p:spPr>
          <a:xfrm>
            <a:off x="777240" y="539496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 24"/>
          <p:cNvSpPr/>
          <p:nvPr/>
        </p:nvSpPr>
        <p:spPr>
          <a:xfrm>
            <a:off x="777240" y="560520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 25"/>
          <p:cNvSpPr/>
          <p:nvPr/>
        </p:nvSpPr>
        <p:spPr>
          <a:xfrm>
            <a:off x="777240" y="581544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Shape 26"/>
          <p:cNvSpPr/>
          <p:nvPr/>
        </p:nvSpPr>
        <p:spPr>
          <a:xfrm>
            <a:off x="8092440" y="1691640"/>
            <a:ext cx="3518640" cy="45702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Text 27"/>
          <p:cNvSpPr/>
          <p:nvPr/>
        </p:nvSpPr>
        <p:spPr>
          <a:xfrm>
            <a:off x="8275320" y="1783080"/>
            <a:ext cx="3198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3" name="Shape 28"/>
          <p:cNvSpPr/>
          <p:nvPr/>
        </p:nvSpPr>
        <p:spPr>
          <a:xfrm>
            <a:off x="8275320" y="2240280"/>
            <a:ext cx="409680" cy="409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4" name="Text 29"/>
          <p:cNvSpPr/>
          <p:nvPr/>
        </p:nvSpPr>
        <p:spPr>
          <a:xfrm>
            <a:off x="8275320" y="2204280"/>
            <a:ext cx="40968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 30"/>
          <p:cNvSpPr/>
          <p:nvPr/>
        </p:nvSpPr>
        <p:spPr>
          <a:xfrm>
            <a:off x="8778240" y="219456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Shape 31"/>
          <p:cNvSpPr/>
          <p:nvPr/>
        </p:nvSpPr>
        <p:spPr>
          <a:xfrm>
            <a:off x="8275320" y="2880360"/>
            <a:ext cx="409680" cy="409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7" name="Text 32"/>
          <p:cNvSpPr/>
          <p:nvPr/>
        </p:nvSpPr>
        <p:spPr>
          <a:xfrm>
            <a:off x="8275320" y="2808360"/>
            <a:ext cx="409680" cy="54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8" name="Text 33"/>
          <p:cNvSpPr/>
          <p:nvPr/>
        </p:nvSpPr>
        <p:spPr>
          <a:xfrm>
            <a:off x="8778240" y="283464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Shape 34"/>
          <p:cNvSpPr/>
          <p:nvPr/>
        </p:nvSpPr>
        <p:spPr>
          <a:xfrm>
            <a:off x="8275320" y="3520440"/>
            <a:ext cx="409680" cy="409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 35"/>
          <p:cNvSpPr/>
          <p:nvPr/>
        </p:nvSpPr>
        <p:spPr>
          <a:xfrm>
            <a:off x="8275320" y="3520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 36"/>
          <p:cNvSpPr/>
          <p:nvPr/>
        </p:nvSpPr>
        <p:spPr>
          <a:xfrm>
            <a:off x="8778240" y="347472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Shape 37"/>
          <p:cNvSpPr/>
          <p:nvPr/>
        </p:nvSpPr>
        <p:spPr>
          <a:xfrm>
            <a:off x="8275320" y="4160520"/>
            <a:ext cx="409680" cy="4096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 38"/>
          <p:cNvSpPr/>
          <p:nvPr/>
        </p:nvSpPr>
        <p:spPr>
          <a:xfrm>
            <a:off x="8275320" y="416052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 39"/>
          <p:cNvSpPr/>
          <p:nvPr/>
        </p:nvSpPr>
        <p:spPr>
          <a:xfrm>
            <a:off x="8778240" y="411480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Shape 40"/>
          <p:cNvSpPr/>
          <p:nvPr/>
        </p:nvSpPr>
        <p:spPr>
          <a:xfrm>
            <a:off x="8275320" y="4800600"/>
            <a:ext cx="409680" cy="409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 41"/>
          <p:cNvSpPr/>
          <p:nvPr/>
        </p:nvSpPr>
        <p:spPr>
          <a:xfrm>
            <a:off x="8275320" y="480060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 42"/>
          <p:cNvSpPr/>
          <p:nvPr/>
        </p:nvSpPr>
        <p:spPr>
          <a:xfrm>
            <a:off x="8778240" y="475488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Shape 43"/>
          <p:cNvSpPr/>
          <p:nvPr/>
        </p:nvSpPr>
        <p:spPr>
          <a:xfrm>
            <a:off x="8275320" y="5440680"/>
            <a:ext cx="409680" cy="4096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 44"/>
          <p:cNvSpPr/>
          <p:nvPr/>
        </p:nvSpPr>
        <p:spPr>
          <a:xfrm>
            <a:off x="8275320" y="5224680"/>
            <a:ext cx="409680" cy="83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 45"/>
          <p:cNvSpPr/>
          <p:nvPr/>
        </p:nvSpPr>
        <p:spPr>
          <a:xfrm>
            <a:off x="8778240" y="539496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2" name="Text 4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 4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7" name="Shape 3"/>
          <p:cNvSpPr/>
          <p:nvPr/>
        </p:nvSpPr>
        <p:spPr>
          <a:xfrm>
            <a:off x="548640" y="1691640"/>
            <a:ext cx="5530320" cy="45702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8" name="Text 4"/>
          <p:cNvSpPr/>
          <p:nvPr/>
        </p:nvSpPr>
        <p:spPr>
          <a:xfrm>
            <a:off x="731520" y="1783080"/>
            <a:ext cx="5027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5"/>
          <p:cNvSpPr/>
          <p:nvPr/>
        </p:nvSpPr>
        <p:spPr>
          <a:xfrm>
            <a:off x="777240" y="2194560"/>
            <a:ext cx="363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Text 6"/>
          <p:cNvSpPr/>
          <p:nvPr/>
        </p:nvSpPr>
        <p:spPr>
          <a:xfrm>
            <a:off x="1188720" y="219456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1" name="Text 7"/>
          <p:cNvSpPr/>
          <p:nvPr/>
        </p:nvSpPr>
        <p:spPr>
          <a:xfrm>
            <a:off x="777240" y="2743200"/>
            <a:ext cx="363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2" name="Text 8"/>
          <p:cNvSpPr/>
          <p:nvPr/>
        </p:nvSpPr>
        <p:spPr>
          <a:xfrm>
            <a:off x="1188720" y="274320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Text 9"/>
          <p:cNvSpPr/>
          <p:nvPr/>
        </p:nvSpPr>
        <p:spPr>
          <a:xfrm>
            <a:off x="777240" y="3291840"/>
            <a:ext cx="363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4" name="Text 10"/>
          <p:cNvSpPr/>
          <p:nvPr/>
        </p:nvSpPr>
        <p:spPr>
          <a:xfrm>
            <a:off x="1188720" y="329184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Text 11"/>
          <p:cNvSpPr/>
          <p:nvPr/>
        </p:nvSpPr>
        <p:spPr>
          <a:xfrm>
            <a:off x="777240" y="3840480"/>
            <a:ext cx="363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6" name="Text 12"/>
          <p:cNvSpPr/>
          <p:nvPr/>
        </p:nvSpPr>
        <p:spPr>
          <a:xfrm>
            <a:off x="1188720" y="38404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Text 13"/>
          <p:cNvSpPr/>
          <p:nvPr/>
        </p:nvSpPr>
        <p:spPr>
          <a:xfrm>
            <a:off x="777240" y="4389120"/>
            <a:ext cx="363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8" name="Text 14"/>
          <p:cNvSpPr/>
          <p:nvPr/>
        </p:nvSpPr>
        <p:spPr>
          <a:xfrm>
            <a:off x="1188720" y="438912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Text 15"/>
          <p:cNvSpPr/>
          <p:nvPr/>
        </p:nvSpPr>
        <p:spPr>
          <a:xfrm>
            <a:off x="777240" y="4937760"/>
            <a:ext cx="363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0" name="Text 16"/>
          <p:cNvSpPr/>
          <p:nvPr/>
        </p:nvSpPr>
        <p:spPr>
          <a:xfrm>
            <a:off x="1188720" y="493776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Text 17"/>
          <p:cNvSpPr/>
          <p:nvPr/>
        </p:nvSpPr>
        <p:spPr>
          <a:xfrm>
            <a:off x="777240" y="5486400"/>
            <a:ext cx="363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2" name="Text 18"/>
          <p:cNvSpPr/>
          <p:nvPr/>
        </p:nvSpPr>
        <p:spPr>
          <a:xfrm>
            <a:off x="1188720" y="548640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Shape 19"/>
          <p:cNvSpPr/>
          <p:nvPr/>
        </p:nvSpPr>
        <p:spPr>
          <a:xfrm>
            <a:off x="6263640" y="1691640"/>
            <a:ext cx="5530320" cy="45702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4" name="Text 20"/>
          <p:cNvSpPr/>
          <p:nvPr/>
        </p:nvSpPr>
        <p:spPr>
          <a:xfrm>
            <a:off x="6446520" y="1783080"/>
            <a:ext cx="5027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5" name="Text 21"/>
          <p:cNvSpPr/>
          <p:nvPr/>
        </p:nvSpPr>
        <p:spPr>
          <a:xfrm>
            <a:off x="6446520" y="2194560"/>
            <a:ext cx="5027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Text 22"/>
          <p:cNvSpPr/>
          <p:nvPr/>
        </p:nvSpPr>
        <p:spPr>
          <a:xfrm>
            <a:off x="6446520" y="2468880"/>
            <a:ext cx="52102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publiés. Aucun traitement marketing ;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aucune donnée sensible au sens 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7" name="Text 23"/>
          <p:cNvSpPr/>
          <p:nvPr/>
        </p:nvSpPr>
        <p:spPr>
          <a:xfrm>
            <a:off x="6446520" y="3108960"/>
            <a:ext cx="5027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de la personne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4"/>
          <p:cNvSpPr/>
          <p:nvPr/>
        </p:nvSpPr>
        <p:spPr>
          <a:xfrm>
            <a:off x="6446520" y="338328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5"/>
          <p:cNvSpPr/>
          <p:nvPr/>
        </p:nvSpPr>
        <p:spPr>
          <a:xfrm>
            <a:off x="10058400" y="3410640"/>
            <a:ext cx="1369800" cy="25416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6"/>
          <p:cNvSpPr/>
          <p:nvPr/>
        </p:nvSpPr>
        <p:spPr>
          <a:xfrm>
            <a:off x="10058400" y="3410640"/>
            <a:ext cx="13698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Text 27"/>
          <p:cNvSpPr/>
          <p:nvPr/>
        </p:nvSpPr>
        <p:spPr>
          <a:xfrm>
            <a:off x="6446520" y="374904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2" name="Shape 28"/>
          <p:cNvSpPr/>
          <p:nvPr/>
        </p:nvSpPr>
        <p:spPr>
          <a:xfrm>
            <a:off x="10058400" y="3776400"/>
            <a:ext cx="1369800" cy="25416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3" name="Text 29"/>
          <p:cNvSpPr/>
          <p:nvPr/>
        </p:nvSpPr>
        <p:spPr>
          <a:xfrm>
            <a:off x="10058400" y="3776400"/>
            <a:ext cx="13698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Text 30"/>
          <p:cNvSpPr/>
          <p:nvPr/>
        </p:nvSpPr>
        <p:spPr>
          <a:xfrm>
            <a:off x="6446520" y="411480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5" name="Shape 31"/>
          <p:cNvSpPr/>
          <p:nvPr/>
        </p:nvSpPr>
        <p:spPr>
          <a:xfrm>
            <a:off x="10058400" y="4142160"/>
            <a:ext cx="1369800" cy="25416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6" name="Text 32"/>
          <p:cNvSpPr/>
          <p:nvPr/>
        </p:nvSpPr>
        <p:spPr>
          <a:xfrm>
            <a:off x="10058400" y="4142160"/>
            <a:ext cx="13698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7" name="Text 33"/>
          <p:cNvSpPr/>
          <p:nvPr/>
        </p:nvSpPr>
        <p:spPr>
          <a:xfrm>
            <a:off x="6446520" y="448056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Shape 34"/>
          <p:cNvSpPr/>
          <p:nvPr/>
        </p:nvSpPr>
        <p:spPr>
          <a:xfrm>
            <a:off x="10058400" y="4507920"/>
            <a:ext cx="1369800" cy="25416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9" name="Text 35"/>
          <p:cNvSpPr/>
          <p:nvPr/>
        </p:nvSpPr>
        <p:spPr>
          <a:xfrm>
            <a:off x="10058400" y="4507920"/>
            <a:ext cx="13698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0" name="Text 36"/>
          <p:cNvSpPr/>
          <p:nvPr/>
        </p:nvSpPr>
        <p:spPr>
          <a:xfrm>
            <a:off x="6446520" y="484632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1" name="Shape 37"/>
          <p:cNvSpPr/>
          <p:nvPr/>
        </p:nvSpPr>
        <p:spPr>
          <a:xfrm>
            <a:off x="10058400" y="4873680"/>
            <a:ext cx="1369800" cy="25416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2" name="Text 38"/>
          <p:cNvSpPr/>
          <p:nvPr/>
        </p:nvSpPr>
        <p:spPr>
          <a:xfrm>
            <a:off x="10058400" y="4873680"/>
            <a:ext cx="13698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9"/>
          <p:cNvSpPr/>
          <p:nvPr/>
        </p:nvSpPr>
        <p:spPr>
          <a:xfrm>
            <a:off x="6446520" y="5349240"/>
            <a:ext cx="5210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5" name="Text 40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Text 41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Rectangle 1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45000" rIns="35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TextBox 2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DÉVEL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OPPE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MENT ·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9" name="TextBox 3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Rectangle 4"/>
          <p:cNvSpPr/>
          <p:nvPr/>
        </p:nvSpPr>
        <p:spPr>
          <a:xfrm>
            <a:off x="548640" y="1691640"/>
            <a:ext cx="7313400" cy="4570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1" name="Oval 5"/>
          <p:cNvSpPr/>
          <p:nvPr/>
        </p:nvSpPr>
        <p:spPr>
          <a:xfrm>
            <a:off x="777240" y="1874520"/>
            <a:ext cx="135360" cy="13536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680" tIns="45000" rIns="67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2" name="Oval 6"/>
          <p:cNvSpPr/>
          <p:nvPr/>
        </p:nvSpPr>
        <p:spPr>
          <a:xfrm>
            <a:off x="960120" y="1874520"/>
            <a:ext cx="135360" cy="13536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680" tIns="45000" rIns="67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Oval 7"/>
          <p:cNvSpPr/>
          <p:nvPr/>
        </p:nvSpPr>
        <p:spPr>
          <a:xfrm>
            <a:off x="1143000" y="1874520"/>
            <a:ext cx="135360" cy="13536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680" tIns="45000" rIns="67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TextBox 8"/>
          <p:cNvSpPr/>
          <p:nvPr/>
        </p:nvSpPr>
        <p:spPr>
          <a:xfrm>
            <a:off x="1371600" y="1783080"/>
            <a:ext cx="63990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5" name="TextBox 9"/>
          <p:cNvSpPr/>
          <p:nvPr/>
        </p:nvSpPr>
        <p:spPr>
          <a:xfrm>
            <a:off x="777240" y="224028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Box 10"/>
          <p:cNvSpPr/>
          <p:nvPr/>
        </p:nvSpPr>
        <p:spPr>
          <a:xfrm>
            <a:off x="777240" y="244152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Box 12"/>
          <p:cNvSpPr/>
          <p:nvPr/>
        </p:nvSpPr>
        <p:spPr>
          <a:xfrm>
            <a:off x="777240" y="264276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TextBox 13"/>
          <p:cNvSpPr/>
          <p:nvPr/>
        </p:nvSpPr>
        <p:spPr>
          <a:xfrm>
            <a:off x="777240" y="284364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9" name="TextBox 14"/>
          <p:cNvSpPr/>
          <p:nvPr/>
        </p:nvSpPr>
        <p:spPr>
          <a:xfrm>
            <a:off x="777240" y="304488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(!userId) return respondError('Unauthorized',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0" name="TextBox 16"/>
          <p:cNvSpPr/>
          <p:nvPr/>
        </p:nvSpPr>
        <p:spPr>
          <a:xfrm>
            <a:off x="777240" y="324612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1" name="TextBox 18"/>
          <p:cNvSpPr/>
          <p:nvPr/>
        </p:nvSpPr>
        <p:spPr>
          <a:xfrm>
            <a:off x="777240" y="344736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Box 19"/>
          <p:cNvSpPr/>
          <p:nvPr/>
        </p:nvSpPr>
        <p:spPr>
          <a:xfrm>
            <a:off x="777240" y="364860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Box 21"/>
          <p:cNvSpPr/>
          <p:nvPr/>
        </p:nvSpPr>
        <p:spPr>
          <a:xfrm>
            <a:off x="777240" y="384948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TextBox 22"/>
          <p:cNvSpPr/>
          <p:nvPr/>
        </p:nvSpPr>
        <p:spPr>
          <a:xfrm>
            <a:off x="777240" y="405072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5" name="TextBox 23"/>
          <p:cNvSpPr/>
          <p:nvPr/>
        </p:nvSpPr>
        <p:spPr>
          <a:xfrm>
            <a:off x="777240" y="425196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6" name="TextBox 24"/>
          <p:cNvSpPr/>
          <p:nvPr/>
        </p:nvSpPr>
        <p:spPr>
          <a:xfrm>
            <a:off x="777240" y="445320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7" name="TextBox 25"/>
          <p:cNvSpPr/>
          <p:nvPr/>
        </p:nvSpPr>
        <p:spPr>
          <a:xfrm>
            <a:off x="777240" y="465444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Box 26"/>
          <p:cNvSpPr/>
          <p:nvPr/>
        </p:nvSpPr>
        <p:spPr>
          <a:xfrm>
            <a:off x="777240" y="485532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Box 27"/>
          <p:cNvSpPr/>
          <p:nvPr/>
        </p:nvSpPr>
        <p:spPr>
          <a:xfrm>
            <a:off x="777240" y="505656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TextBox 28"/>
          <p:cNvSpPr/>
          <p:nvPr/>
        </p:nvSpPr>
        <p:spPr>
          <a:xfrm>
            <a:off x="777240" y="525780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1" name="TextBox 29"/>
          <p:cNvSpPr/>
          <p:nvPr/>
        </p:nvSpPr>
        <p:spPr>
          <a:xfrm>
            <a:off x="777240" y="545904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2" name="TextBox 31"/>
          <p:cNvSpPr/>
          <p:nvPr/>
        </p:nvSpPr>
        <p:spPr>
          <a:xfrm>
            <a:off x="777240" y="566028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3" name="TextBox 32"/>
          <p:cNvSpPr/>
          <p:nvPr/>
        </p:nvSpPr>
        <p:spPr>
          <a:xfrm>
            <a:off x="777240" y="586116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Box 33"/>
          <p:cNvSpPr/>
          <p:nvPr/>
        </p:nvSpPr>
        <p:spPr>
          <a:xfrm>
            <a:off x="777240" y="606240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Rectangle 34"/>
          <p:cNvSpPr/>
          <p:nvPr/>
        </p:nvSpPr>
        <p:spPr>
          <a:xfrm>
            <a:off x="8092440" y="1691640"/>
            <a:ext cx="3518640" cy="45702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6" name="TextBox 35"/>
          <p:cNvSpPr/>
          <p:nvPr/>
        </p:nvSpPr>
        <p:spPr>
          <a:xfrm>
            <a:off x="8275320" y="1783080"/>
            <a:ext cx="3152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7" name="Oval 36"/>
          <p:cNvSpPr/>
          <p:nvPr/>
        </p:nvSpPr>
        <p:spPr>
          <a:xfrm>
            <a:off x="8275320" y="2240280"/>
            <a:ext cx="409680" cy="4096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TextBox 37"/>
          <p:cNvSpPr/>
          <p:nvPr/>
        </p:nvSpPr>
        <p:spPr>
          <a:xfrm>
            <a:off x="8275320" y="22402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9" name="TextBox 38"/>
          <p:cNvSpPr/>
          <p:nvPr/>
        </p:nvSpPr>
        <p:spPr>
          <a:xfrm>
            <a:off x="8778240" y="219456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Oval 39"/>
          <p:cNvSpPr/>
          <p:nvPr/>
        </p:nvSpPr>
        <p:spPr>
          <a:xfrm>
            <a:off x="8275320" y="2880360"/>
            <a:ext cx="409680" cy="4096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1" name="TextBox 40"/>
          <p:cNvSpPr/>
          <p:nvPr/>
        </p:nvSpPr>
        <p:spPr>
          <a:xfrm>
            <a:off x="8275320" y="288036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TextBox 41"/>
          <p:cNvSpPr/>
          <p:nvPr/>
        </p:nvSpPr>
        <p:spPr>
          <a:xfrm>
            <a:off x="8778240" y="283464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3" name="Oval 42"/>
          <p:cNvSpPr/>
          <p:nvPr/>
        </p:nvSpPr>
        <p:spPr>
          <a:xfrm>
            <a:off x="8275320" y="3520440"/>
            <a:ext cx="409680" cy="4096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TextBox 43"/>
          <p:cNvSpPr/>
          <p:nvPr/>
        </p:nvSpPr>
        <p:spPr>
          <a:xfrm>
            <a:off x="8275320" y="3520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5" name="TextBox 44"/>
          <p:cNvSpPr/>
          <p:nvPr/>
        </p:nvSpPr>
        <p:spPr>
          <a:xfrm>
            <a:off x="8778240" y="347472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Oval 45"/>
          <p:cNvSpPr/>
          <p:nvPr/>
        </p:nvSpPr>
        <p:spPr>
          <a:xfrm>
            <a:off x="8275320" y="4160520"/>
            <a:ext cx="409680" cy="4096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7" name="TextBox 46"/>
          <p:cNvSpPr/>
          <p:nvPr/>
        </p:nvSpPr>
        <p:spPr>
          <a:xfrm>
            <a:off x="8275320" y="416052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TextBox 47"/>
          <p:cNvSpPr/>
          <p:nvPr/>
        </p:nvSpPr>
        <p:spPr>
          <a:xfrm>
            <a:off x="8778240" y="411480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9" name="Oval 48"/>
          <p:cNvSpPr/>
          <p:nvPr/>
        </p:nvSpPr>
        <p:spPr>
          <a:xfrm>
            <a:off x="8275320" y="4800600"/>
            <a:ext cx="409680" cy="4096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TextBox 49"/>
          <p:cNvSpPr/>
          <p:nvPr/>
        </p:nvSpPr>
        <p:spPr>
          <a:xfrm>
            <a:off x="8275320" y="480060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1" name="TextBox 50"/>
          <p:cNvSpPr/>
          <p:nvPr/>
        </p:nvSpPr>
        <p:spPr>
          <a:xfrm>
            <a:off x="8778240" y="475488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Box 51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Box 52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Rectangle 1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45000" rIns="35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6" name="TextBox 2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Box 3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Rectangle 4"/>
          <p:cNvSpPr/>
          <p:nvPr/>
        </p:nvSpPr>
        <p:spPr>
          <a:xfrm>
            <a:off x="548640" y="1691640"/>
            <a:ext cx="5347440" cy="4570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9" name="Rectangle 5"/>
          <p:cNvSpPr/>
          <p:nvPr/>
        </p:nvSpPr>
        <p:spPr>
          <a:xfrm>
            <a:off x="548640" y="1691640"/>
            <a:ext cx="5347440" cy="3639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0" name="TextBox 6"/>
          <p:cNvSpPr/>
          <p:nvPr/>
        </p:nvSpPr>
        <p:spPr>
          <a:xfrm>
            <a:off x="685800" y="1755720"/>
            <a:ext cx="5027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Box 7"/>
          <p:cNvSpPr/>
          <p:nvPr/>
        </p:nvSpPr>
        <p:spPr>
          <a:xfrm>
            <a:off x="731520" y="224028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2" name="TextBox 8"/>
          <p:cNvSpPr/>
          <p:nvPr/>
        </p:nvSpPr>
        <p:spPr>
          <a:xfrm>
            <a:off x="731520" y="251460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3" name="TextBox 9"/>
          <p:cNvSpPr/>
          <p:nvPr/>
        </p:nvSpPr>
        <p:spPr>
          <a:xfrm>
            <a:off x="731520" y="278892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Box 10"/>
          <p:cNvSpPr/>
          <p:nvPr/>
        </p:nvSpPr>
        <p:spPr>
          <a:xfrm>
            <a:off x="731520" y="306324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5" name="TextBox 11"/>
          <p:cNvSpPr/>
          <p:nvPr/>
        </p:nvSpPr>
        <p:spPr>
          <a:xfrm>
            <a:off x="731520" y="333756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6" name="TextBox 12"/>
          <p:cNvSpPr/>
          <p:nvPr/>
        </p:nvSpPr>
        <p:spPr>
          <a:xfrm>
            <a:off x="731520" y="361188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13"/>
          <p:cNvSpPr/>
          <p:nvPr/>
        </p:nvSpPr>
        <p:spPr>
          <a:xfrm>
            <a:off x="731520" y="388620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WHERE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email =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'$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{email}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TextBox 14"/>
          <p:cNvSpPr/>
          <p:nvPr/>
        </p:nvSpPr>
        <p:spPr>
          <a:xfrm>
            <a:off x="731520" y="416052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9" name="TextBox 15"/>
          <p:cNvSpPr/>
          <p:nvPr/>
        </p:nvSpPr>
        <p:spPr>
          <a:xfrm>
            <a:off x="731520" y="443484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0" name="TextBox 16"/>
          <p:cNvSpPr/>
          <p:nvPr/>
        </p:nvSpPr>
        <p:spPr>
          <a:xfrm>
            <a:off x="731520" y="470916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17"/>
          <p:cNvSpPr/>
          <p:nvPr/>
        </p:nvSpPr>
        <p:spPr>
          <a:xfrm>
            <a:off x="731520" y="498348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18"/>
          <p:cNvSpPr/>
          <p:nvPr/>
        </p:nvSpPr>
        <p:spPr>
          <a:xfrm>
            <a:off x="731520" y="525780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19"/>
          <p:cNvSpPr/>
          <p:nvPr/>
        </p:nvSpPr>
        <p:spPr>
          <a:xfrm>
            <a:off x="731520" y="553212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20"/>
          <p:cNvSpPr/>
          <p:nvPr/>
        </p:nvSpPr>
        <p:spPr>
          <a:xfrm>
            <a:off x="6080760" y="1691640"/>
            <a:ext cx="5347440" cy="4570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21"/>
          <p:cNvSpPr/>
          <p:nvPr/>
        </p:nvSpPr>
        <p:spPr>
          <a:xfrm>
            <a:off x="6080760" y="1691640"/>
            <a:ext cx="5347440" cy="363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22"/>
          <p:cNvSpPr/>
          <p:nvPr/>
        </p:nvSpPr>
        <p:spPr>
          <a:xfrm>
            <a:off x="6217920" y="1755720"/>
            <a:ext cx="5027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23"/>
          <p:cNvSpPr/>
          <p:nvPr/>
        </p:nvSpPr>
        <p:spPr>
          <a:xfrm>
            <a:off x="6263640" y="224028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pattern utilisé partout dans le 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24"/>
          <p:cNvSpPr/>
          <p:nvPr/>
        </p:nvSpPr>
        <p:spPr>
          <a:xfrm>
            <a:off x="6263640" y="251460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25"/>
          <p:cNvSpPr/>
          <p:nvPr/>
        </p:nvSpPr>
        <p:spPr>
          <a:xfrm>
            <a:off x="6263640" y="278892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email =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req.bod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y.email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TextBox 26"/>
          <p:cNvSpPr/>
          <p:nvPr/>
        </p:nvSpPr>
        <p:spPr>
          <a:xfrm>
            <a:off x="6263640" y="306324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1" name="TextBox 27"/>
          <p:cNvSpPr/>
          <p:nvPr/>
        </p:nvSpPr>
        <p:spPr>
          <a:xfrm>
            <a:off x="6263640" y="333756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2" name="TextBox 28"/>
          <p:cNvSpPr/>
          <p:nvPr/>
        </p:nvSpPr>
        <p:spPr>
          <a:xfrm>
            <a:off x="6263640" y="361188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29"/>
          <p:cNvSpPr/>
          <p:nvPr/>
        </p:nvSpPr>
        <p:spPr>
          <a:xfrm>
            <a:off x="6263640" y="388620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30"/>
          <p:cNvSpPr/>
          <p:nvPr/>
        </p:nvSpPr>
        <p:spPr>
          <a:xfrm>
            <a:off x="6263640" y="416052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31"/>
          <p:cNvSpPr/>
          <p:nvPr/>
        </p:nvSpPr>
        <p:spPr>
          <a:xfrm>
            <a:off x="6263640" y="443484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envoie au 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TextBox 32"/>
          <p:cNvSpPr/>
          <p:nvPr/>
        </p:nvSpPr>
        <p:spPr>
          <a:xfrm>
            <a:off x="6263640" y="470916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7" name="TextBox 33"/>
          <p:cNvSpPr/>
          <p:nvPr/>
        </p:nvSpPr>
        <p:spPr>
          <a:xfrm>
            <a:off x="6263640" y="498348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8" name="TextBox 34"/>
          <p:cNvSpPr/>
          <p:nvPr/>
        </p:nvSpPr>
        <p:spPr>
          <a:xfrm>
            <a:off x="6263640" y="525780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35"/>
          <p:cNvSpPr/>
          <p:nvPr/>
        </p:nvSpPr>
        <p:spPr>
          <a:xfrm>
            <a:off x="6263640" y="553212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36"/>
          <p:cNvSpPr/>
          <p:nvPr/>
        </p:nvSpPr>
        <p:spPr>
          <a:xfrm>
            <a:off x="6263640" y="580644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37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TextBox 38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Rectangle 1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45000" rIns="35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5" name="TextBox 2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Rectangle 4"/>
          <p:cNvSpPr/>
          <p:nvPr/>
        </p:nvSpPr>
        <p:spPr>
          <a:xfrm>
            <a:off x="548640" y="1691640"/>
            <a:ext cx="7313400" cy="8668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8" name="Rectangle 5"/>
          <p:cNvSpPr/>
          <p:nvPr/>
        </p:nvSpPr>
        <p:spPr>
          <a:xfrm>
            <a:off x="548640" y="1691640"/>
            <a:ext cx="108000" cy="8668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000" tIns="45000" rIns="54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TextBox 6"/>
          <p:cNvSpPr/>
          <p:nvPr/>
        </p:nvSpPr>
        <p:spPr>
          <a:xfrm>
            <a:off x="822960" y="1783080"/>
            <a:ext cx="455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0" name="TextBox 7"/>
          <p:cNvSpPr/>
          <p:nvPr/>
        </p:nvSpPr>
        <p:spPr>
          <a:xfrm>
            <a:off x="1417320" y="1783080"/>
            <a:ext cx="2284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8"/>
          <p:cNvSpPr/>
          <p:nvPr/>
        </p:nvSpPr>
        <p:spPr>
          <a:xfrm>
            <a:off x="1417320" y="2057400"/>
            <a:ext cx="5027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9"/>
          <p:cNvSpPr/>
          <p:nvPr/>
        </p:nvSpPr>
        <p:spPr>
          <a:xfrm>
            <a:off x="3749040" y="2194560"/>
            <a:ext cx="402156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10"/>
          <p:cNvSpPr/>
          <p:nvPr/>
        </p:nvSpPr>
        <p:spPr>
          <a:xfrm>
            <a:off x="548640" y="2743200"/>
            <a:ext cx="7313400" cy="8668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Rectangle 11"/>
          <p:cNvSpPr/>
          <p:nvPr/>
        </p:nvSpPr>
        <p:spPr>
          <a:xfrm>
            <a:off x="548640" y="2743200"/>
            <a:ext cx="108000" cy="8668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000" tIns="45000" rIns="54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TextBox 12"/>
          <p:cNvSpPr/>
          <p:nvPr/>
        </p:nvSpPr>
        <p:spPr>
          <a:xfrm>
            <a:off x="822960" y="2834640"/>
            <a:ext cx="455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6" name="TextBox 13"/>
          <p:cNvSpPr/>
          <p:nvPr/>
        </p:nvSpPr>
        <p:spPr>
          <a:xfrm>
            <a:off x="1417320" y="2834640"/>
            <a:ext cx="2284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7" name="TextBox 14"/>
          <p:cNvSpPr/>
          <p:nvPr/>
        </p:nvSpPr>
        <p:spPr>
          <a:xfrm>
            <a:off x="1417320" y="3108960"/>
            <a:ext cx="5027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15"/>
          <p:cNvSpPr/>
          <p:nvPr/>
        </p:nvSpPr>
        <p:spPr>
          <a:xfrm>
            <a:off x="3749040" y="3246120"/>
            <a:ext cx="402156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Rectangle 16"/>
          <p:cNvSpPr/>
          <p:nvPr/>
        </p:nvSpPr>
        <p:spPr>
          <a:xfrm>
            <a:off x="548640" y="3794760"/>
            <a:ext cx="7313400" cy="8668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0" name="Rectangle 17"/>
          <p:cNvSpPr/>
          <p:nvPr/>
        </p:nvSpPr>
        <p:spPr>
          <a:xfrm>
            <a:off x="548640" y="3794760"/>
            <a:ext cx="108000" cy="8668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000" tIns="45000" rIns="54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1" name="TextBox 18"/>
          <p:cNvSpPr/>
          <p:nvPr/>
        </p:nvSpPr>
        <p:spPr>
          <a:xfrm>
            <a:off x="822960" y="3886200"/>
            <a:ext cx="455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19"/>
          <p:cNvSpPr/>
          <p:nvPr/>
        </p:nvSpPr>
        <p:spPr>
          <a:xfrm>
            <a:off x="1417320" y="3886200"/>
            <a:ext cx="2284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20"/>
          <p:cNvSpPr/>
          <p:nvPr/>
        </p:nvSpPr>
        <p:spPr>
          <a:xfrm>
            <a:off x="1417320" y="4160520"/>
            <a:ext cx="5027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21"/>
          <p:cNvSpPr/>
          <p:nvPr/>
        </p:nvSpPr>
        <p:spPr>
          <a:xfrm>
            <a:off x="3749040" y="4297680"/>
            <a:ext cx="402156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Rectangle 22"/>
          <p:cNvSpPr/>
          <p:nvPr/>
        </p:nvSpPr>
        <p:spPr>
          <a:xfrm>
            <a:off x="548640" y="4846320"/>
            <a:ext cx="7313400" cy="8668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6" name="Rectangle 23"/>
          <p:cNvSpPr/>
          <p:nvPr/>
        </p:nvSpPr>
        <p:spPr>
          <a:xfrm>
            <a:off x="548640" y="4846320"/>
            <a:ext cx="108000" cy="8668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000" tIns="45000" rIns="54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24"/>
          <p:cNvSpPr/>
          <p:nvPr/>
        </p:nvSpPr>
        <p:spPr>
          <a:xfrm>
            <a:off x="822960" y="4937760"/>
            <a:ext cx="455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TextBox 25"/>
          <p:cNvSpPr/>
          <p:nvPr/>
        </p:nvSpPr>
        <p:spPr>
          <a:xfrm>
            <a:off x="1417320" y="4937760"/>
            <a:ext cx="2284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9" name="TextBox 26"/>
          <p:cNvSpPr/>
          <p:nvPr/>
        </p:nvSpPr>
        <p:spPr>
          <a:xfrm>
            <a:off x="1417320" y="5212080"/>
            <a:ext cx="5027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27"/>
          <p:cNvSpPr/>
          <p:nvPr/>
        </p:nvSpPr>
        <p:spPr>
          <a:xfrm>
            <a:off x="3749040" y="5349240"/>
            <a:ext cx="402156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Rectangle 28"/>
          <p:cNvSpPr/>
          <p:nvPr/>
        </p:nvSpPr>
        <p:spPr>
          <a:xfrm>
            <a:off x="8092440" y="1691640"/>
            <a:ext cx="3518640" cy="45702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29"/>
          <p:cNvSpPr/>
          <p:nvPr/>
        </p:nvSpPr>
        <p:spPr>
          <a:xfrm>
            <a:off x="8275320" y="1783080"/>
            <a:ext cx="3152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Oval 30"/>
          <p:cNvSpPr/>
          <p:nvPr/>
        </p:nvSpPr>
        <p:spPr>
          <a:xfrm>
            <a:off x="8275320" y="2240280"/>
            <a:ext cx="409680" cy="4096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4" name="TextBox 31"/>
          <p:cNvSpPr/>
          <p:nvPr/>
        </p:nvSpPr>
        <p:spPr>
          <a:xfrm>
            <a:off x="8275320" y="22402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5" name="TextBox 32"/>
          <p:cNvSpPr/>
          <p:nvPr/>
        </p:nvSpPr>
        <p:spPr>
          <a:xfrm>
            <a:off x="8814240" y="230256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1=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1--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en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vo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Oval 33"/>
          <p:cNvSpPr/>
          <p:nvPr/>
        </p:nvSpPr>
        <p:spPr>
          <a:xfrm>
            <a:off x="8275320" y="2880360"/>
            <a:ext cx="409680" cy="4096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7" name="TextBox 34"/>
          <p:cNvSpPr/>
          <p:nvPr/>
        </p:nvSpPr>
        <p:spPr>
          <a:xfrm>
            <a:off x="8275320" y="288036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35"/>
          <p:cNvSpPr/>
          <p:nvPr/>
        </p:nvSpPr>
        <p:spPr>
          <a:xfrm>
            <a:off x="8814240" y="297864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9" name="Oval 36"/>
          <p:cNvSpPr/>
          <p:nvPr/>
        </p:nvSpPr>
        <p:spPr>
          <a:xfrm>
            <a:off x="8275320" y="3520440"/>
            <a:ext cx="409680" cy="4096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0" name="TextBox 37"/>
          <p:cNvSpPr/>
          <p:nvPr/>
        </p:nvSpPr>
        <p:spPr>
          <a:xfrm>
            <a:off x="8275320" y="3520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1" name="TextBox 38"/>
          <p:cNvSpPr/>
          <p:nvPr/>
        </p:nvSpPr>
        <p:spPr>
          <a:xfrm>
            <a:off x="8814240" y="358272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Oval 39"/>
          <p:cNvSpPr/>
          <p:nvPr/>
        </p:nvSpPr>
        <p:spPr>
          <a:xfrm>
            <a:off x="8275320" y="4160520"/>
            <a:ext cx="409680" cy="4096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3" name="TextBox 40"/>
          <p:cNvSpPr/>
          <p:nvPr/>
        </p:nvSpPr>
        <p:spPr>
          <a:xfrm>
            <a:off x="8275320" y="416052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4" name="TextBox 41"/>
          <p:cNvSpPr/>
          <p:nvPr/>
        </p:nvSpPr>
        <p:spPr>
          <a:xfrm>
            <a:off x="8814240" y="422280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5" name="Oval 42"/>
          <p:cNvSpPr/>
          <p:nvPr/>
        </p:nvSpPr>
        <p:spPr>
          <a:xfrm>
            <a:off x="8275320" y="4800600"/>
            <a:ext cx="409680" cy="4096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TextBox 43"/>
          <p:cNvSpPr/>
          <p:nvPr/>
        </p:nvSpPr>
        <p:spPr>
          <a:xfrm>
            <a:off x="8275320" y="480060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7" name="TextBox 44"/>
          <p:cNvSpPr/>
          <p:nvPr/>
        </p:nvSpPr>
        <p:spPr>
          <a:xfrm>
            <a:off x="8814240" y="489888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45"/>
          <p:cNvSpPr/>
          <p:nvPr/>
        </p:nvSpPr>
        <p:spPr>
          <a:xfrm>
            <a:off x="548640" y="59893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Top 10 —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A03:2021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Injection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·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neutralis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ée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structurel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lement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par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4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4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9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2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5" name="Shape 3"/>
          <p:cNvSpPr/>
          <p:nvPr/>
        </p:nvSpPr>
        <p:spPr>
          <a:xfrm>
            <a:off x="4000680" y="1828800"/>
            <a:ext cx="1232640" cy="91260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6" name="Text 4"/>
          <p:cNvSpPr/>
          <p:nvPr/>
        </p:nvSpPr>
        <p:spPr>
          <a:xfrm>
            <a:off x="4000680" y="1828800"/>
            <a:ext cx="12326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Shape 5"/>
          <p:cNvSpPr/>
          <p:nvPr/>
        </p:nvSpPr>
        <p:spPr>
          <a:xfrm>
            <a:off x="3383280" y="2743200"/>
            <a:ext cx="2467080" cy="127836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8" name="Text 6"/>
          <p:cNvSpPr/>
          <p:nvPr/>
        </p:nvSpPr>
        <p:spPr>
          <a:xfrm>
            <a:off x="3383280" y="2743200"/>
            <a:ext cx="2467080" cy="127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Shape 7"/>
          <p:cNvSpPr/>
          <p:nvPr/>
        </p:nvSpPr>
        <p:spPr>
          <a:xfrm>
            <a:off x="2560320" y="4023360"/>
            <a:ext cx="4113000" cy="146124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0" name="Text 8"/>
          <p:cNvSpPr/>
          <p:nvPr/>
        </p:nvSpPr>
        <p:spPr>
          <a:xfrm>
            <a:off x="2560320" y="4023360"/>
            <a:ext cx="411300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Shape 9"/>
          <p:cNvSpPr/>
          <p:nvPr/>
        </p:nvSpPr>
        <p:spPr>
          <a:xfrm>
            <a:off x="7315200" y="1783080"/>
            <a:ext cx="4478760" cy="447876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2" name="Text 10"/>
          <p:cNvSpPr/>
          <p:nvPr/>
        </p:nvSpPr>
        <p:spPr>
          <a:xfrm>
            <a:off x="7498080" y="1874520"/>
            <a:ext cx="41130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Shape 11"/>
          <p:cNvSpPr/>
          <p:nvPr/>
        </p:nvSpPr>
        <p:spPr>
          <a:xfrm>
            <a:off x="7498080" y="2331720"/>
            <a:ext cx="89640" cy="82116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4" name="Text 12"/>
          <p:cNvSpPr/>
          <p:nvPr/>
        </p:nvSpPr>
        <p:spPr>
          <a:xfrm>
            <a:off x="7680960" y="233172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Shape 13"/>
          <p:cNvSpPr/>
          <p:nvPr/>
        </p:nvSpPr>
        <p:spPr>
          <a:xfrm>
            <a:off x="10469880" y="2377440"/>
            <a:ext cx="1141200" cy="27252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6" name="Text 14"/>
          <p:cNvSpPr/>
          <p:nvPr/>
        </p:nvSpPr>
        <p:spPr>
          <a:xfrm>
            <a:off x="10469880" y="2377440"/>
            <a:ext cx="1141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 15"/>
          <p:cNvSpPr/>
          <p:nvPr/>
        </p:nvSpPr>
        <p:spPr>
          <a:xfrm>
            <a:off x="7680960" y="2697480"/>
            <a:ext cx="39301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Shape 16"/>
          <p:cNvSpPr/>
          <p:nvPr/>
        </p:nvSpPr>
        <p:spPr>
          <a:xfrm>
            <a:off x="7498080" y="3246120"/>
            <a:ext cx="89640" cy="82116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9" name="Text 17"/>
          <p:cNvSpPr/>
          <p:nvPr/>
        </p:nvSpPr>
        <p:spPr>
          <a:xfrm>
            <a:off x="7680960" y="324612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Shape 18"/>
          <p:cNvSpPr/>
          <p:nvPr/>
        </p:nvSpPr>
        <p:spPr>
          <a:xfrm>
            <a:off x="10469880" y="3291840"/>
            <a:ext cx="1141200" cy="27252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 19"/>
          <p:cNvSpPr/>
          <p:nvPr/>
        </p:nvSpPr>
        <p:spPr>
          <a:xfrm>
            <a:off x="10469880" y="3291840"/>
            <a:ext cx="1141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Text 20"/>
          <p:cNvSpPr/>
          <p:nvPr/>
        </p:nvSpPr>
        <p:spPr>
          <a:xfrm>
            <a:off x="7680960" y="3611880"/>
            <a:ext cx="39301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/api/*  (auth, posts, 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3" name="Shape 21"/>
          <p:cNvSpPr/>
          <p:nvPr/>
        </p:nvSpPr>
        <p:spPr>
          <a:xfrm>
            <a:off x="7498080" y="4160520"/>
            <a:ext cx="89640" cy="8211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4" name="Text 22"/>
          <p:cNvSpPr/>
          <p:nvPr/>
        </p:nvSpPr>
        <p:spPr>
          <a:xfrm>
            <a:off x="7680960" y="416052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Shape 23"/>
          <p:cNvSpPr/>
          <p:nvPr/>
        </p:nvSpPr>
        <p:spPr>
          <a:xfrm>
            <a:off x="10469880" y="4206240"/>
            <a:ext cx="1141200" cy="2725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 24"/>
          <p:cNvSpPr/>
          <p:nvPr/>
        </p:nvSpPr>
        <p:spPr>
          <a:xfrm>
            <a:off x="10469880" y="4206240"/>
            <a:ext cx="1141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 25"/>
          <p:cNvSpPr/>
          <p:nvPr/>
        </p:nvSpPr>
        <p:spPr>
          <a:xfrm>
            <a:off x="7680960" y="4526280"/>
            <a:ext cx="39301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Shape 26"/>
          <p:cNvSpPr/>
          <p:nvPr/>
        </p:nvSpPr>
        <p:spPr>
          <a:xfrm>
            <a:off x="7498080" y="5074920"/>
            <a:ext cx="89640" cy="8211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 27"/>
          <p:cNvSpPr/>
          <p:nvPr/>
        </p:nvSpPr>
        <p:spPr>
          <a:xfrm>
            <a:off x="7680960" y="507492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Shape 28"/>
          <p:cNvSpPr/>
          <p:nvPr/>
        </p:nvSpPr>
        <p:spPr>
          <a:xfrm>
            <a:off x="10469880" y="5120640"/>
            <a:ext cx="1141200" cy="2725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1" name="Text 29"/>
          <p:cNvSpPr/>
          <p:nvPr/>
        </p:nvSpPr>
        <p:spPr>
          <a:xfrm>
            <a:off x="10469880" y="5120640"/>
            <a:ext cx="1141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2" name="Text 30"/>
          <p:cNvSpPr/>
          <p:nvPr/>
        </p:nvSpPr>
        <p:spPr>
          <a:xfrm>
            <a:off x="7680960" y="5440680"/>
            <a:ext cx="39301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TypeScri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pt strict,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generat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Shape 31"/>
          <p:cNvSpPr/>
          <p:nvPr/>
        </p:nvSpPr>
        <p:spPr>
          <a:xfrm>
            <a:off x="548640" y="5577840"/>
            <a:ext cx="11062440" cy="68400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4" name="Text 32"/>
          <p:cNvSpPr/>
          <p:nvPr/>
        </p:nvSpPr>
        <p:spPr>
          <a:xfrm>
            <a:off x="777240" y="5623560"/>
            <a:ext cx="1060524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2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6" name="Text 33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Text 34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8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Pipeline CI/CD GitHub Actions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1" name="Shape 3"/>
          <p:cNvSpPr/>
          <p:nvPr/>
        </p:nvSpPr>
        <p:spPr>
          <a:xfrm>
            <a:off x="434520" y="2194560"/>
            <a:ext cx="1369800" cy="21927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2" name="Shape 4"/>
          <p:cNvSpPr/>
          <p:nvPr/>
        </p:nvSpPr>
        <p:spPr>
          <a:xfrm>
            <a:off x="800280" y="2423160"/>
            <a:ext cx="638280" cy="63828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3" name="Text 5"/>
          <p:cNvSpPr/>
          <p:nvPr/>
        </p:nvSpPr>
        <p:spPr>
          <a:xfrm>
            <a:off x="800280" y="2315160"/>
            <a:ext cx="638280" cy="80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4" name="Text 6"/>
          <p:cNvSpPr/>
          <p:nvPr/>
        </p:nvSpPr>
        <p:spPr>
          <a:xfrm>
            <a:off x="480240" y="3154680"/>
            <a:ext cx="127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 7"/>
          <p:cNvSpPr/>
          <p:nvPr/>
        </p:nvSpPr>
        <p:spPr>
          <a:xfrm>
            <a:off x="480240" y="3520440"/>
            <a:ext cx="12783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Shape 8"/>
          <p:cNvSpPr/>
          <p:nvPr/>
        </p:nvSpPr>
        <p:spPr>
          <a:xfrm>
            <a:off x="18057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Shape 9"/>
          <p:cNvSpPr/>
          <p:nvPr/>
        </p:nvSpPr>
        <p:spPr>
          <a:xfrm>
            <a:off x="1851840" y="2194560"/>
            <a:ext cx="1369800" cy="21927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Shape 10"/>
          <p:cNvSpPr/>
          <p:nvPr/>
        </p:nvSpPr>
        <p:spPr>
          <a:xfrm>
            <a:off x="2217600" y="2423160"/>
            <a:ext cx="638280" cy="6382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9" name="Text 11"/>
          <p:cNvSpPr/>
          <p:nvPr/>
        </p:nvSpPr>
        <p:spPr>
          <a:xfrm>
            <a:off x="2217600" y="2351160"/>
            <a:ext cx="638280" cy="71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 12"/>
          <p:cNvSpPr/>
          <p:nvPr/>
        </p:nvSpPr>
        <p:spPr>
          <a:xfrm>
            <a:off x="1897560" y="3154680"/>
            <a:ext cx="127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Text 13"/>
          <p:cNvSpPr/>
          <p:nvPr/>
        </p:nvSpPr>
        <p:spPr>
          <a:xfrm>
            <a:off x="1897560" y="3520440"/>
            <a:ext cx="12783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actions/checkout · setup-bun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2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3" name="Shape 15"/>
          <p:cNvSpPr/>
          <p:nvPr/>
        </p:nvSpPr>
        <p:spPr>
          <a:xfrm>
            <a:off x="3269160" y="2194560"/>
            <a:ext cx="1369800" cy="21927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4" name="Shape 16"/>
          <p:cNvSpPr/>
          <p:nvPr/>
        </p:nvSpPr>
        <p:spPr>
          <a:xfrm>
            <a:off x="3634920" y="2423160"/>
            <a:ext cx="638280" cy="6382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5" name="Text 17"/>
          <p:cNvSpPr/>
          <p:nvPr/>
        </p:nvSpPr>
        <p:spPr>
          <a:xfrm>
            <a:off x="3634920" y="2315160"/>
            <a:ext cx="638280" cy="77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 18"/>
          <p:cNvSpPr/>
          <p:nvPr/>
        </p:nvSpPr>
        <p:spPr>
          <a:xfrm>
            <a:off x="3314880" y="3154680"/>
            <a:ext cx="127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 19"/>
          <p:cNvSpPr/>
          <p:nvPr/>
        </p:nvSpPr>
        <p:spPr>
          <a:xfrm>
            <a:off x="3314880" y="3520440"/>
            <a:ext cx="12783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9" name="Shape 21"/>
          <p:cNvSpPr/>
          <p:nvPr/>
        </p:nvSpPr>
        <p:spPr>
          <a:xfrm>
            <a:off x="4686480" y="2194560"/>
            <a:ext cx="1369800" cy="21927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0" name="Shape 22"/>
          <p:cNvSpPr/>
          <p:nvPr/>
        </p:nvSpPr>
        <p:spPr>
          <a:xfrm>
            <a:off x="5052240" y="2423160"/>
            <a:ext cx="638280" cy="6382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Text 23"/>
          <p:cNvSpPr/>
          <p:nvPr/>
        </p:nvSpPr>
        <p:spPr>
          <a:xfrm>
            <a:off x="5052240" y="2315160"/>
            <a:ext cx="638280" cy="80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2" name="Text 24"/>
          <p:cNvSpPr/>
          <p:nvPr/>
        </p:nvSpPr>
        <p:spPr>
          <a:xfrm>
            <a:off x="4732200" y="3154680"/>
            <a:ext cx="127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 25"/>
          <p:cNvSpPr/>
          <p:nvPr/>
        </p:nvSpPr>
        <p:spPr>
          <a:xfrm>
            <a:off x="4732200" y="3520440"/>
            <a:ext cx="12783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5" name="Shape 27"/>
          <p:cNvSpPr/>
          <p:nvPr/>
        </p:nvSpPr>
        <p:spPr>
          <a:xfrm>
            <a:off x="6103800" y="2194560"/>
            <a:ext cx="1369800" cy="21927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Shape 28"/>
          <p:cNvSpPr/>
          <p:nvPr/>
        </p:nvSpPr>
        <p:spPr>
          <a:xfrm>
            <a:off x="6469560" y="2423160"/>
            <a:ext cx="638280" cy="6382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7" name="Text 29"/>
          <p:cNvSpPr/>
          <p:nvPr/>
        </p:nvSpPr>
        <p:spPr>
          <a:xfrm>
            <a:off x="6469560" y="2351160"/>
            <a:ext cx="638280" cy="73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 30"/>
          <p:cNvSpPr/>
          <p:nvPr/>
        </p:nvSpPr>
        <p:spPr>
          <a:xfrm>
            <a:off x="6149520" y="3154680"/>
            <a:ext cx="127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 31"/>
          <p:cNvSpPr/>
          <p:nvPr/>
        </p:nvSpPr>
        <p:spPr>
          <a:xfrm>
            <a:off x="6149520" y="3520440"/>
            <a:ext cx="12783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1" name="Shape 33"/>
          <p:cNvSpPr/>
          <p:nvPr/>
        </p:nvSpPr>
        <p:spPr>
          <a:xfrm>
            <a:off x="7521120" y="2194560"/>
            <a:ext cx="1369800" cy="21927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2" name="Shape 34"/>
          <p:cNvSpPr/>
          <p:nvPr/>
        </p:nvSpPr>
        <p:spPr>
          <a:xfrm>
            <a:off x="7886880" y="2423160"/>
            <a:ext cx="638280" cy="63828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3" name="Text 35"/>
          <p:cNvSpPr/>
          <p:nvPr/>
        </p:nvSpPr>
        <p:spPr>
          <a:xfrm>
            <a:off x="7886880" y="2423160"/>
            <a:ext cx="638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Text 36"/>
          <p:cNvSpPr/>
          <p:nvPr/>
        </p:nvSpPr>
        <p:spPr>
          <a:xfrm>
            <a:off x="7566840" y="3154680"/>
            <a:ext cx="127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5" name="Text 37"/>
          <p:cNvSpPr/>
          <p:nvPr/>
        </p:nvSpPr>
        <p:spPr>
          <a:xfrm>
            <a:off x="7566840" y="3520440"/>
            <a:ext cx="12783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6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7" name="Shape 39"/>
          <p:cNvSpPr/>
          <p:nvPr/>
        </p:nvSpPr>
        <p:spPr>
          <a:xfrm>
            <a:off x="8938440" y="2194560"/>
            <a:ext cx="1369800" cy="21927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8" name="Shape 40"/>
          <p:cNvSpPr/>
          <p:nvPr/>
        </p:nvSpPr>
        <p:spPr>
          <a:xfrm>
            <a:off x="9304200" y="2423160"/>
            <a:ext cx="638280" cy="63828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9" name="Text 41"/>
          <p:cNvSpPr/>
          <p:nvPr/>
        </p:nvSpPr>
        <p:spPr>
          <a:xfrm>
            <a:off x="9304200" y="2351160"/>
            <a:ext cx="638280" cy="73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0" name="Text 42"/>
          <p:cNvSpPr/>
          <p:nvPr/>
        </p:nvSpPr>
        <p:spPr>
          <a:xfrm>
            <a:off x="8984160" y="3154680"/>
            <a:ext cx="127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 43"/>
          <p:cNvSpPr/>
          <p:nvPr/>
        </p:nvSpPr>
        <p:spPr>
          <a:xfrm>
            <a:off x="8984160" y="3520440"/>
            <a:ext cx="12783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3" name="Shape 45"/>
          <p:cNvSpPr/>
          <p:nvPr/>
        </p:nvSpPr>
        <p:spPr>
          <a:xfrm>
            <a:off x="10355760" y="2194560"/>
            <a:ext cx="1369800" cy="21927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4" name="Shape 46"/>
          <p:cNvSpPr/>
          <p:nvPr/>
        </p:nvSpPr>
        <p:spPr>
          <a:xfrm>
            <a:off x="10721520" y="2423160"/>
            <a:ext cx="638280" cy="6382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5" name="Text 47"/>
          <p:cNvSpPr/>
          <p:nvPr/>
        </p:nvSpPr>
        <p:spPr>
          <a:xfrm>
            <a:off x="10721520" y="2351160"/>
            <a:ext cx="638280" cy="73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 48"/>
          <p:cNvSpPr/>
          <p:nvPr/>
        </p:nvSpPr>
        <p:spPr>
          <a:xfrm>
            <a:off x="10401480" y="3154680"/>
            <a:ext cx="127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 49"/>
          <p:cNvSpPr/>
          <p:nvPr/>
        </p:nvSpPr>
        <p:spPr>
          <a:xfrm>
            <a:off x="10401480" y="3520440"/>
            <a:ext cx="12783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Shape 50"/>
          <p:cNvSpPr/>
          <p:nvPr/>
        </p:nvSpPr>
        <p:spPr>
          <a:xfrm>
            <a:off x="548640" y="4754880"/>
            <a:ext cx="11062440" cy="155268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9" name="Text 51"/>
          <p:cNvSpPr/>
          <p:nvPr/>
        </p:nvSpPr>
        <p:spPr>
          <a:xfrm>
            <a:off x="731520" y="4846320"/>
            <a:ext cx="548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0" name="Text 52"/>
          <p:cNvSpPr/>
          <p:nvPr/>
        </p:nvSpPr>
        <p:spPr>
          <a:xfrm>
            <a:off x="731520" y="5120640"/>
            <a:ext cx="106966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1" name="Text 53"/>
          <p:cNvSpPr/>
          <p:nvPr/>
        </p:nvSpPr>
        <p:spPr>
          <a:xfrm>
            <a:off x="731520" y="5312520"/>
            <a:ext cx="106966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on: [push, pull_request]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54"/>
          <p:cNvSpPr/>
          <p:nvPr/>
        </p:nvSpPr>
        <p:spPr>
          <a:xfrm>
            <a:off x="731520" y="5504760"/>
            <a:ext cx="106966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Text 55"/>
          <p:cNvSpPr/>
          <p:nvPr/>
        </p:nvSpPr>
        <p:spPr>
          <a:xfrm>
            <a:off x="731520" y="5696640"/>
            <a:ext cx="106966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4" name="Text 56"/>
          <p:cNvSpPr/>
          <p:nvPr/>
        </p:nvSpPr>
        <p:spPr>
          <a:xfrm>
            <a:off x="731520" y="5888880"/>
            <a:ext cx="106966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5" name="Text 57"/>
          <p:cNvSpPr/>
          <p:nvPr/>
        </p:nvSpPr>
        <p:spPr>
          <a:xfrm>
            <a:off x="731520" y="6080760"/>
            <a:ext cx="106966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steps: [checkout, setup-bun, install, prisma:generate, lint, test, build]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7" name="Text 58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8" name="Text 59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Rectangle 1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45000" rIns="35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0" name="TextBox 2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Box 3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Rectangle 4"/>
          <p:cNvSpPr/>
          <p:nvPr/>
        </p:nvSpPr>
        <p:spPr>
          <a:xfrm>
            <a:off x="548640" y="2011680"/>
            <a:ext cx="1506960" cy="1186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3" name="Rectangle 5"/>
          <p:cNvSpPr/>
          <p:nvPr/>
        </p:nvSpPr>
        <p:spPr>
          <a:xfrm>
            <a:off x="548640" y="2011680"/>
            <a:ext cx="1506960" cy="712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4" name="TextBox 6"/>
          <p:cNvSpPr/>
          <p:nvPr/>
        </p:nvSpPr>
        <p:spPr>
          <a:xfrm>
            <a:off x="548640" y="2194560"/>
            <a:ext cx="15069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Box 7"/>
          <p:cNvSpPr/>
          <p:nvPr/>
        </p:nvSpPr>
        <p:spPr>
          <a:xfrm>
            <a:off x="548640" y="2743200"/>
            <a:ext cx="15069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Box 8"/>
          <p:cNvSpPr/>
          <p:nvPr/>
        </p:nvSpPr>
        <p:spPr>
          <a:xfrm>
            <a:off x="548640" y="2971800"/>
            <a:ext cx="15069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Box 9"/>
          <p:cNvSpPr/>
          <p:nvPr/>
        </p:nvSpPr>
        <p:spPr>
          <a:xfrm>
            <a:off x="2075760" y="2514600"/>
            <a:ext cx="181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Rectangle 10"/>
          <p:cNvSpPr/>
          <p:nvPr/>
        </p:nvSpPr>
        <p:spPr>
          <a:xfrm>
            <a:off x="2194560" y="2011680"/>
            <a:ext cx="1506960" cy="1186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9" name="Rectangle 11"/>
          <p:cNvSpPr/>
          <p:nvPr/>
        </p:nvSpPr>
        <p:spPr>
          <a:xfrm>
            <a:off x="2194560" y="2011680"/>
            <a:ext cx="1506960" cy="71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0" name="TextBox 12"/>
          <p:cNvSpPr/>
          <p:nvPr/>
        </p:nvSpPr>
        <p:spPr>
          <a:xfrm>
            <a:off x="2194560" y="2194560"/>
            <a:ext cx="15069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Box 13"/>
          <p:cNvSpPr/>
          <p:nvPr/>
        </p:nvSpPr>
        <p:spPr>
          <a:xfrm>
            <a:off x="2194560" y="2743200"/>
            <a:ext cx="15069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Box 14"/>
          <p:cNvSpPr/>
          <p:nvPr/>
        </p:nvSpPr>
        <p:spPr>
          <a:xfrm>
            <a:off x="2194560" y="2971800"/>
            <a:ext cx="15069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ci.yml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Box 15"/>
          <p:cNvSpPr/>
          <p:nvPr/>
        </p:nvSpPr>
        <p:spPr>
          <a:xfrm>
            <a:off x="3721680" y="2514600"/>
            <a:ext cx="181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Rectangle 16"/>
          <p:cNvSpPr/>
          <p:nvPr/>
        </p:nvSpPr>
        <p:spPr>
          <a:xfrm>
            <a:off x="3840480" y="2011680"/>
            <a:ext cx="1506960" cy="1186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5" name="Rectangle 17"/>
          <p:cNvSpPr/>
          <p:nvPr/>
        </p:nvSpPr>
        <p:spPr>
          <a:xfrm>
            <a:off x="3840480" y="2011680"/>
            <a:ext cx="1506960" cy="71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6" name="TextBox 18"/>
          <p:cNvSpPr/>
          <p:nvPr/>
        </p:nvSpPr>
        <p:spPr>
          <a:xfrm>
            <a:off x="3840480" y="2194560"/>
            <a:ext cx="15069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Box 19"/>
          <p:cNvSpPr/>
          <p:nvPr/>
        </p:nvSpPr>
        <p:spPr>
          <a:xfrm>
            <a:off x="3840480" y="2743200"/>
            <a:ext cx="15069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Box 20"/>
          <p:cNvSpPr/>
          <p:nvPr/>
        </p:nvSpPr>
        <p:spPr>
          <a:xfrm>
            <a:off x="3840480" y="2971800"/>
            <a:ext cx="15069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Box 21"/>
          <p:cNvSpPr/>
          <p:nvPr/>
        </p:nvSpPr>
        <p:spPr>
          <a:xfrm>
            <a:off x="5367600" y="2514600"/>
            <a:ext cx="181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Rectangle 22"/>
          <p:cNvSpPr/>
          <p:nvPr/>
        </p:nvSpPr>
        <p:spPr>
          <a:xfrm>
            <a:off x="5486400" y="2011680"/>
            <a:ext cx="1506960" cy="1186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1" name="Rectangle 23"/>
          <p:cNvSpPr/>
          <p:nvPr/>
        </p:nvSpPr>
        <p:spPr>
          <a:xfrm>
            <a:off x="5486400" y="2011680"/>
            <a:ext cx="1506960" cy="71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Box 24"/>
          <p:cNvSpPr/>
          <p:nvPr/>
        </p:nvSpPr>
        <p:spPr>
          <a:xfrm>
            <a:off x="5486400" y="2194560"/>
            <a:ext cx="15069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TextBox 25"/>
          <p:cNvSpPr/>
          <p:nvPr/>
        </p:nvSpPr>
        <p:spPr>
          <a:xfrm>
            <a:off x="5486400" y="2743200"/>
            <a:ext cx="15069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4" name="TextBox 26"/>
          <p:cNvSpPr/>
          <p:nvPr/>
        </p:nvSpPr>
        <p:spPr>
          <a:xfrm>
            <a:off x="5486400" y="2971800"/>
            <a:ext cx="15069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Box 27"/>
          <p:cNvSpPr/>
          <p:nvPr/>
        </p:nvSpPr>
        <p:spPr>
          <a:xfrm>
            <a:off x="7013520" y="2514600"/>
            <a:ext cx="181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Rectangle 28"/>
          <p:cNvSpPr/>
          <p:nvPr/>
        </p:nvSpPr>
        <p:spPr>
          <a:xfrm>
            <a:off x="7132320" y="2011680"/>
            <a:ext cx="1506960" cy="1186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Rectangle 29"/>
          <p:cNvSpPr/>
          <p:nvPr/>
        </p:nvSpPr>
        <p:spPr>
          <a:xfrm>
            <a:off x="7132320" y="2011680"/>
            <a:ext cx="1506960" cy="7128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8" name="TextBox 30"/>
          <p:cNvSpPr/>
          <p:nvPr/>
        </p:nvSpPr>
        <p:spPr>
          <a:xfrm>
            <a:off x="7132320" y="2194560"/>
            <a:ext cx="15069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TextBox 31"/>
          <p:cNvSpPr/>
          <p:nvPr/>
        </p:nvSpPr>
        <p:spPr>
          <a:xfrm>
            <a:off x="7132320" y="2743200"/>
            <a:ext cx="15069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0" name="TextBox 32"/>
          <p:cNvSpPr/>
          <p:nvPr/>
        </p:nvSpPr>
        <p:spPr>
          <a:xfrm>
            <a:off x="7132320" y="2971800"/>
            <a:ext cx="15069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Box 33"/>
          <p:cNvSpPr/>
          <p:nvPr/>
        </p:nvSpPr>
        <p:spPr>
          <a:xfrm>
            <a:off x="8659440" y="2514600"/>
            <a:ext cx="181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Rectangle 34"/>
          <p:cNvSpPr/>
          <p:nvPr/>
        </p:nvSpPr>
        <p:spPr>
          <a:xfrm>
            <a:off x="8778240" y="2011680"/>
            <a:ext cx="1506960" cy="1186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Rectangle 35"/>
          <p:cNvSpPr/>
          <p:nvPr/>
        </p:nvSpPr>
        <p:spPr>
          <a:xfrm>
            <a:off x="8778240" y="2011680"/>
            <a:ext cx="1506960" cy="71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4" name="TextBox 36"/>
          <p:cNvSpPr/>
          <p:nvPr/>
        </p:nvSpPr>
        <p:spPr>
          <a:xfrm>
            <a:off x="8778240" y="2194560"/>
            <a:ext cx="15069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TextBox 37"/>
          <p:cNvSpPr/>
          <p:nvPr/>
        </p:nvSpPr>
        <p:spPr>
          <a:xfrm>
            <a:off x="8778240" y="2743200"/>
            <a:ext cx="15069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6" name="TextBox 38"/>
          <p:cNvSpPr/>
          <p:nvPr/>
        </p:nvSpPr>
        <p:spPr>
          <a:xfrm>
            <a:off x="8778240" y="2971800"/>
            <a:ext cx="15069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Rectangle 39"/>
          <p:cNvSpPr/>
          <p:nvPr/>
        </p:nvSpPr>
        <p:spPr>
          <a:xfrm>
            <a:off x="548640" y="3749040"/>
            <a:ext cx="6856200" cy="24670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8" name="Oval 40"/>
          <p:cNvSpPr/>
          <p:nvPr/>
        </p:nvSpPr>
        <p:spPr>
          <a:xfrm>
            <a:off x="777240" y="3931920"/>
            <a:ext cx="135360" cy="13536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680" tIns="45000" rIns="67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Oval 41"/>
          <p:cNvSpPr/>
          <p:nvPr/>
        </p:nvSpPr>
        <p:spPr>
          <a:xfrm>
            <a:off x="960120" y="3931920"/>
            <a:ext cx="135360" cy="13536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680" tIns="45000" rIns="67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0" name="Oval 42"/>
          <p:cNvSpPr/>
          <p:nvPr/>
        </p:nvSpPr>
        <p:spPr>
          <a:xfrm>
            <a:off x="1143000" y="3931920"/>
            <a:ext cx="135360" cy="13536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680" tIns="45000" rIns="67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1" name="TextBox 43"/>
          <p:cNvSpPr/>
          <p:nvPr/>
        </p:nvSpPr>
        <p:spPr>
          <a:xfrm>
            <a:off x="1371600" y="3840480"/>
            <a:ext cx="5941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 — déclencheurs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2" name="TextBox 44"/>
          <p:cNvSpPr/>
          <p:nvPr/>
        </p:nvSpPr>
        <p:spPr>
          <a:xfrm>
            <a:off x="777240" y="4297680"/>
            <a:ext cx="6399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Box 45"/>
          <p:cNvSpPr/>
          <p:nvPr/>
        </p:nvSpPr>
        <p:spPr>
          <a:xfrm>
            <a:off x="777240" y="4498920"/>
            <a:ext cx="6399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4" name="TextBox 46"/>
          <p:cNvSpPr/>
          <p:nvPr/>
        </p:nvSpPr>
        <p:spPr>
          <a:xfrm>
            <a:off x="777240" y="4700160"/>
            <a:ext cx="6399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Box 47"/>
          <p:cNvSpPr/>
          <p:nvPr/>
        </p:nvSpPr>
        <p:spPr>
          <a:xfrm>
            <a:off x="777240" y="4901040"/>
            <a:ext cx="6399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TextBox 48"/>
          <p:cNvSpPr/>
          <p:nvPr/>
        </p:nvSpPr>
        <p:spPr>
          <a:xfrm>
            <a:off x="777240" y="5102280"/>
            <a:ext cx="6399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[main]              # auto-deploy sur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7" name="TextBox 49"/>
          <p:cNvSpPr/>
          <p:nvPr/>
        </p:nvSpPr>
        <p:spPr>
          <a:xfrm>
            <a:off x="777240" y="5303520"/>
            <a:ext cx="6399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                   # check sur PR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8" name="TextBox 50"/>
          <p:cNvSpPr/>
          <p:nvPr/>
        </p:nvSpPr>
        <p:spPr>
          <a:xfrm>
            <a:off x="777240" y="5504760"/>
            <a:ext cx="6399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9" name="TextBox 51"/>
          <p:cNvSpPr/>
          <p:nvPr/>
        </p:nvSpPr>
        <p:spPr>
          <a:xfrm>
            <a:off x="777240" y="5706000"/>
            <a:ext cx="6399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              # bouton manuel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0" name="Rectangle 52"/>
          <p:cNvSpPr/>
          <p:nvPr/>
        </p:nvSpPr>
        <p:spPr>
          <a:xfrm>
            <a:off x="8092440" y="3749040"/>
            <a:ext cx="3518640" cy="24670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Box 53"/>
          <p:cNvSpPr/>
          <p:nvPr/>
        </p:nvSpPr>
        <p:spPr>
          <a:xfrm>
            <a:off x="8275320" y="3840480"/>
            <a:ext cx="3152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Oval 54"/>
          <p:cNvSpPr/>
          <p:nvPr/>
        </p:nvSpPr>
        <p:spPr>
          <a:xfrm>
            <a:off x="8275320" y="4297680"/>
            <a:ext cx="409680" cy="4096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3" name="TextBox 55"/>
          <p:cNvSpPr/>
          <p:nvPr/>
        </p:nvSpPr>
        <p:spPr>
          <a:xfrm>
            <a:off x="8275320" y="42976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Box 56"/>
          <p:cNvSpPr/>
          <p:nvPr/>
        </p:nvSpPr>
        <p:spPr>
          <a:xfrm>
            <a:off x="8814240" y="4359960"/>
            <a:ext cx="264996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commit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→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Oval 57"/>
          <p:cNvSpPr/>
          <p:nvPr/>
        </p:nvSpPr>
        <p:spPr>
          <a:xfrm>
            <a:off x="8275320" y="4937760"/>
            <a:ext cx="409680" cy="4096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6" name="TextBox 58"/>
          <p:cNvSpPr/>
          <p:nvPr/>
        </p:nvSpPr>
        <p:spPr>
          <a:xfrm>
            <a:off x="8275320" y="493776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Box 59"/>
          <p:cNvSpPr/>
          <p:nvPr/>
        </p:nvSpPr>
        <p:spPr>
          <a:xfrm>
            <a:off x="8814240" y="500004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Oval 60"/>
          <p:cNvSpPr/>
          <p:nvPr/>
        </p:nvSpPr>
        <p:spPr>
          <a:xfrm>
            <a:off x="8275320" y="5577840"/>
            <a:ext cx="409680" cy="40968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9" name="TextBox 61"/>
          <p:cNvSpPr/>
          <p:nvPr/>
        </p:nvSpPr>
        <p:spPr>
          <a:xfrm>
            <a:off x="8275320" y="55778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Box 62"/>
          <p:cNvSpPr/>
          <p:nvPr/>
        </p:nvSpPr>
        <p:spPr>
          <a:xfrm>
            <a:off x="8814240" y="567612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Box 63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Box 64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5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Rectangle 1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45000" rIns="35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5" name="TextBox 2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Box 3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GitHub Actions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Rectangle 4"/>
          <p:cNvSpPr/>
          <p:nvPr/>
        </p:nvSpPr>
        <p:spPr>
          <a:xfrm>
            <a:off x="548640" y="1691640"/>
            <a:ext cx="7313400" cy="4570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8" name="Oval 5"/>
          <p:cNvSpPr/>
          <p:nvPr/>
        </p:nvSpPr>
        <p:spPr>
          <a:xfrm>
            <a:off x="777240" y="1874520"/>
            <a:ext cx="135360" cy="13536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680" tIns="45000" rIns="67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9" name="Oval 6"/>
          <p:cNvSpPr/>
          <p:nvPr/>
        </p:nvSpPr>
        <p:spPr>
          <a:xfrm>
            <a:off x="960120" y="1874520"/>
            <a:ext cx="135360" cy="13536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680" tIns="45000" rIns="67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0" name="Oval 7"/>
          <p:cNvSpPr/>
          <p:nvPr/>
        </p:nvSpPr>
        <p:spPr>
          <a:xfrm>
            <a:off x="1143000" y="1874520"/>
            <a:ext cx="135360" cy="13536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680" tIns="45000" rIns="67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1" name="TextBox 8"/>
          <p:cNvSpPr/>
          <p:nvPr/>
        </p:nvSpPr>
        <p:spPr>
          <a:xfrm>
            <a:off x="1371600" y="1783080"/>
            <a:ext cx="63990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Box 9"/>
          <p:cNvSpPr/>
          <p:nvPr/>
        </p:nvSpPr>
        <p:spPr>
          <a:xfrm>
            <a:off x="777240" y="219456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Box 11"/>
          <p:cNvSpPr/>
          <p:nvPr/>
        </p:nvSpPr>
        <p:spPr>
          <a:xfrm>
            <a:off x="777240" y="237744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TextBox 12"/>
          <p:cNvSpPr/>
          <p:nvPr/>
        </p:nvSpPr>
        <p:spPr>
          <a:xfrm>
            <a:off x="777240" y="256032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push:        { branches: [main]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5" name="TextBox 13"/>
          <p:cNvSpPr/>
          <p:nvPr/>
        </p:nvSpPr>
        <p:spPr>
          <a:xfrm>
            <a:off x="777240" y="274320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TextBox 15"/>
          <p:cNvSpPr/>
          <p:nvPr/>
        </p:nvSpPr>
        <p:spPr>
          <a:xfrm>
            <a:off x="777240" y="292608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7" name="TextBox 16"/>
          <p:cNvSpPr/>
          <p:nvPr/>
        </p:nvSpPr>
        <p:spPr>
          <a:xfrm>
            <a:off x="777240" y="310896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Box 17"/>
          <p:cNvSpPr/>
          <p:nvPr/>
        </p:nvSpPr>
        <p:spPr>
          <a:xfrm>
            <a:off x="777240" y="329184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TextBox 18"/>
          <p:cNvSpPr/>
          <p:nvPr/>
        </p:nvSpPr>
        <p:spPr>
          <a:xfrm>
            <a:off x="777240" y="347472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timeout-minutes: 10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0" name="TextBox 20"/>
          <p:cNvSpPr/>
          <p:nvPr/>
        </p:nvSpPr>
        <p:spPr>
          <a:xfrm>
            <a:off x="777240" y="365760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  steps: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Box 21"/>
          <p:cNvSpPr/>
          <p:nvPr/>
        </p:nvSpPr>
        <p:spPr>
          <a:xfrm>
            <a:off x="777240" y="384048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actions/checkout@v4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TextBox 23"/>
          <p:cNvSpPr/>
          <p:nvPr/>
        </p:nvSpPr>
        <p:spPr>
          <a:xfrm>
            <a:off x="777240" y="402336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oven-sh/setup-bun@v1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3" name="TextBox 24"/>
          <p:cNvSpPr/>
          <p:nvPr/>
        </p:nvSpPr>
        <p:spPr>
          <a:xfrm>
            <a:off x="777240" y="420624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  with: { bun-version: '1'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Box 26"/>
          <p:cNvSpPr/>
          <p:nvPr/>
        </p:nvSpPr>
        <p:spPr>
          <a:xfrm>
            <a:off x="777240" y="438912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Install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TextBox 27"/>
          <p:cNvSpPr/>
          <p:nvPr/>
        </p:nvSpPr>
        <p:spPr>
          <a:xfrm>
            <a:off x="777240" y="457200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install --frozen-</a:t>
            </a: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6" name="TextBox 29"/>
          <p:cNvSpPr/>
          <p:nvPr/>
        </p:nvSpPr>
        <p:spPr>
          <a:xfrm>
            <a:off x="777240" y="475488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Box 30"/>
          <p:cNvSpPr/>
          <p:nvPr/>
        </p:nvSpPr>
        <p:spPr>
          <a:xfrm>
            <a:off x="777240" y="493776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bunx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TextBox 32"/>
          <p:cNvSpPr/>
          <p:nvPr/>
        </p:nvSpPr>
        <p:spPr>
          <a:xfrm>
            <a:off x="777240" y="512064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9" name="TextBox 33"/>
          <p:cNvSpPr/>
          <p:nvPr/>
        </p:nvSpPr>
        <p:spPr>
          <a:xfrm>
            <a:off x="777240" y="530352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Box 35"/>
          <p:cNvSpPr/>
          <p:nvPr/>
        </p:nvSpPr>
        <p:spPr>
          <a:xfrm>
            <a:off x="777240" y="548640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Tests d'intégration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TextBox 36"/>
          <p:cNvSpPr/>
          <p:nvPr/>
        </p:nvSpPr>
        <p:spPr>
          <a:xfrm>
            <a:off x="777240" y="566928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2" name="TextBox 38"/>
          <p:cNvSpPr/>
          <p:nvPr/>
        </p:nvSpPr>
        <p:spPr>
          <a:xfrm>
            <a:off x="777240" y="585216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Build 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Box 39"/>
          <p:cNvSpPr/>
          <p:nvPr/>
        </p:nvSpPr>
        <p:spPr>
          <a:xfrm>
            <a:off x="777240" y="603504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4" name="Rectangle 40"/>
          <p:cNvSpPr/>
          <p:nvPr/>
        </p:nvSpPr>
        <p:spPr>
          <a:xfrm>
            <a:off x="8092440" y="1691640"/>
            <a:ext cx="3518640" cy="45702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5" name="TextBox 41"/>
          <p:cNvSpPr/>
          <p:nvPr/>
        </p:nvSpPr>
        <p:spPr>
          <a:xfrm>
            <a:off x="8275320" y="1783080"/>
            <a:ext cx="3152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Que fait chaque étape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Oval 42"/>
          <p:cNvSpPr/>
          <p:nvPr/>
        </p:nvSpPr>
        <p:spPr>
          <a:xfrm>
            <a:off x="8275320" y="2240280"/>
            <a:ext cx="409680" cy="4096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7" name="TextBox 43"/>
          <p:cNvSpPr/>
          <p:nvPr/>
        </p:nvSpPr>
        <p:spPr>
          <a:xfrm>
            <a:off x="8275320" y="22402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Box 44"/>
          <p:cNvSpPr/>
          <p:nvPr/>
        </p:nvSpPr>
        <p:spPr>
          <a:xfrm>
            <a:off x="8814240" y="2302560"/>
            <a:ext cx="264996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checkout : clone le repo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Oval 45"/>
          <p:cNvSpPr/>
          <p:nvPr/>
        </p:nvSpPr>
        <p:spPr>
          <a:xfrm>
            <a:off x="8275320" y="2880360"/>
            <a:ext cx="409680" cy="4096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TextBox 46"/>
          <p:cNvSpPr/>
          <p:nvPr/>
        </p:nvSpPr>
        <p:spPr>
          <a:xfrm>
            <a:off x="8275320" y="288036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1" name="TextBox 47"/>
          <p:cNvSpPr/>
          <p:nvPr/>
        </p:nvSpPr>
        <p:spPr>
          <a:xfrm>
            <a:off x="8814240" y="294264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setup-bun : runtime CI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2" name="Oval 48"/>
          <p:cNvSpPr/>
          <p:nvPr/>
        </p:nvSpPr>
        <p:spPr>
          <a:xfrm>
            <a:off x="8275320" y="3520440"/>
            <a:ext cx="409680" cy="4096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3" name="TextBox 49"/>
          <p:cNvSpPr/>
          <p:nvPr/>
        </p:nvSpPr>
        <p:spPr>
          <a:xfrm>
            <a:off x="8275320" y="3520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4" name="TextBox 50"/>
          <p:cNvSpPr/>
          <p:nvPr/>
        </p:nvSpPr>
        <p:spPr>
          <a:xfrm>
            <a:off x="8814240" y="358272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install : deps lockées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Oval 51"/>
          <p:cNvSpPr/>
          <p:nvPr/>
        </p:nvSpPr>
        <p:spPr>
          <a:xfrm>
            <a:off x="8275320" y="4160520"/>
            <a:ext cx="409680" cy="4096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6" name="TextBox 52"/>
          <p:cNvSpPr/>
          <p:nvPr/>
        </p:nvSpPr>
        <p:spPr>
          <a:xfrm>
            <a:off x="8275320" y="416052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TextBox 53"/>
          <p:cNvSpPr/>
          <p:nvPr/>
        </p:nvSpPr>
        <p:spPr>
          <a:xfrm>
            <a:off x="8814240" y="422280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generate : types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8" name="Oval 54"/>
          <p:cNvSpPr/>
          <p:nvPr/>
        </p:nvSpPr>
        <p:spPr>
          <a:xfrm>
            <a:off x="8275320" y="4800600"/>
            <a:ext cx="409680" cy="4096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9" name="TextBox 55"/>
          <p:cNvSpPr/>
          <p:nvPr/>
        </p:nvSpPr>
        <p:spPr>
          <a:xfrm>
            <a:off x="8275320" y="480060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Box 56"/>
          <p:cNvSpPr/>
          <p:nvPr/>
        </p:nvSpPr>
        <p:spPr>
          <a:xfrm>
            <a:off x="8814240" y="486288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: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Oval 57"/>
          <p:cNvSpPr/>
          <p:nvPr/>
        </p:nvSpPr>
        <p:spPr>
          <a:xfrm>
            <a:off x="8275320" y="5440680"/>
            <a:ext cx="409680" cy="40968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Box 58"/>
          <p:cNvSpPr/>
          <p:nvPr/>
        </p:nvSpPr>
        <p:spPr>
          <a:xfrm>
            <a:off x="8275320" y="54406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Box 59"/>
          <p:cNvSpPr/>
          <p:nvPr/>
        </p:nvSpPr>
        <p:spPr>
          <a:xfrm>
            <a:off x="8814240" y="553896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: artefact .next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Box 60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TextBox 61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0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7" name="Rectangle 1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45000" rIns="35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Box 2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TextBox 3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Triggers : 3 façons de déclencher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0" name="Rectangle 4"/>
          <p:cNvSpPr/>
          <p:nvPr/>
        </p:nvSpPr>
        <p:spPr>
          <a:xfrm>
            <a:off x="548640" y="1691640"/>
            <a:ext cx="3655800" cy="4570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1" name="Rectangle 5"/>
          <p:cNvSpPr/>
          <p:nvPr/>
        </p:nvSpPr>
        <p:spPr>
          <a:xfrm>
            <a:off x="548640" y="1691640"/>
            <a:ext cx="3655800" cy="896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2" name="TextBox 6"/>
          <p:cNvSpPr/>
          <p:nvPr/>
        </p:nvSpPr>
        <p:spPr>
          <a:xfrm>
            <a:off x="731520" y="1965960"/>
            <a:ext cx="7297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TextBox 7"/>
          <p:cNvSpPr/>
          <p:nvPr/>
        </p:nvSpPr>
        <p:spPr>
          <a:xfrm>
            <a:off x="1508760" y="1965960"/>
            <a:ext cx="251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push sur main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4" name="TextBox 8"/>
          <p:cNvSpPr/>
          <p:nvPr/>
        </p:nvSpPr>
        <p:spPr>
          <a:xfrm>
            <a:off x="1508760" y="2331720"/>
            <a:ext cx="2512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Merge d'une PR sur main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Rectangle 9"/>
          <p:cNvSpPr/>
          <p:nvPr/>
        </p:nvSpPr>
        <p:spPr>
          <a:xfrm>
            <a:off x="731520" y="2788920"/>
            <a:ext cx="3290040" cy="4554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6" name="TextBox 10"/>
          <p:cNvSpPr/>
          <p:nvPr/>
        </p:nvSpPr>
        <p:spPr>
          <a:xfrm>
            <a:off x="822960" y="2853000"/>
            <a:ext cx="3107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complet + auto-deploy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TextBox 11"/>
          <p:cNvSpPr/>
          <p:nvPr/>
        </p:nvSpPr>
        <p:spPr>
          <a:xfrm>
            <a:off x="777240" y="352044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8" name="TextBox 12"/>
          <p:cNvSpPr/>
          <p:nvPr/>
        </p:nvSpPr>
        <p:spPr>
          <a:xfrm>
            <a:off x="777240" y="377640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Box 13"/>
          <p:cNvSpPr/>
          <p:nvPr/>
        </p:nvSpPr>
        <p:spPr>
          <a:xfrm>
            <a:off x="777240" y="403236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Box 14"/>
          <p:cNvSpPr/>
          <p:nvPr/>
        </p:nvSpPr>
        <p:spPr>
          <a:xfrm>
            <a:off x="777240" y="428868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-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TextBox 15"/>
          <p:cNvSpPr/>
          <p:nvPr/>
        </p:nvSpPr>
        <p:spPr>
          <a:xfrm>
            <a:off x="731520" y="498348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2" name="TextBox 16"/>
          <p:cNvSpPr/>
          <p:nvPr/>
        </p:nvSpPr>
        <p:spPr>
          <a:xfrm>
            <a:off x="731520" y="534924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Déploiement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3" name="TextBox 17"/>
          <p:cNvSpPr/>
          <p:nvPr/>
        </p:nvSpPr>
        <p:spPr>
          <a:xfrm>
            <a:off x="731520" y="562356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en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4" name="Rectangle 18"/>
          <p:cNvSpPr/>
          <p:nvPr/>
        </p:nvSpPr>
        <p:spPr>
          <a:xfrm>
            <a:off x="4343400" y="1691640"/>
            <a:ext cx="3655800" cy="4570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5" name="Rectangle 19"/>
          <p:cNvSpPr/>
          <p:nvPr/>
        </p:nvSpPr>
        <p:spPr>
          <a:xfrm>
            <a:off x="4343400" y="1691640"/>
            <a:ext cx="3655800" cy="89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Box 20"/>
          <p:cNvSpPr/>
          <p:nvPr/>
        </p:nvSpPr>
        <p:spPr>
          <a:xfrm>
            <a:off x="4526280" y="1965960"/>
            <a:ext cx="7297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⊕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Box 21"/>
          <p:cNvSpPr/>
          <p:nvPr/>
        </p:nvSpPr>
        <p:spPr>
          <a:xfrm>
            <a:off x="5303520" y="1965960"/>
            <a:ext cx="251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pull_request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Box 22"/>
          <p:cNvSpPr/>
          <p:nvPr/>
        </p:nvSpPr>
        <p:spPr>
          <a:xfrm>
            <a:off x="5303520" y="2331720"/>
            <a:ext cx="2512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Ouverture / update d'une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Rectangle 23"/>
          <p:cNvSpPr/>
          <p:nvPr/>
        </p:nvSpPr>
        <p:spPr>
          <a:xfrm>
            <a:off x="4526280" y="2788920"/>
            <a:ext cx="3290040" cy="4554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Box 24"/>
          <p:cNvSpPr/>
          <p:nvPr/>
        </p:nvSpPr>
        <p:spPr>
          <a:xfrm>
            <a:off x="4617720" y="2853000"/>
            <a:ext cx="3107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+ Preview Vercel + Neon branch isolée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Box 25"/>
          <p:cNvSpPr/>
          <p:nvPr/>
        </p:nvSpPr>
        <p:spPr>
          <a:xfrm>
            <a:off x="4572000" y="352044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Box 26"/>
          <p:cNvSpPr/>
          <p:nvPr/>
        </p:nvSpPr>
        <p:spPr>
          <a:xfrm>
            <a:off x="4572000" y="377640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TextBox 27"/>
          <p:cNvSpPr/>
          <p:nvPr/>
        </p:nvSpPr>
        <p:spPr>
          <a:xfrm>
            <a:off x="4572000" y="403236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4" name="TextBox 28"/>
          <p:cNvSpPr/>
          <p:nvPr/>
        </p:nvSpPr>
        <p:spPr>
          <a:xfrm>
            <a:off x="4572000" y="428868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types: [opened, synchronize]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Box 29"/>
          <p:cNvSpPr/>
          <p:nvPr/>
        </p:nvSpPr>
        <p:spPr>
          <a:xfrm>
            <a:off x="4526280" y="498348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Box 30"/>
          <p:cNvSpPr/>
          <p:nvPr/>
        </p:nvSpPr>
        <p:spPr>
          <a:xfrm>
            <a:off x="4526280" y="534924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Status check obligatoire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TextBox 31"/>
          <p:cNvSpPr/>
          <p:nvPr/>
        </p:nvSpPr>
        <p:spPr>
          <a:xfrm>
            <a:off x="4526280" y="562356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8" name="Rectangle 32"/>
          <p:cNvSpPr/>
          <p:nvPr/>
        </p:nvSpPr>
        <p:spPr>
          <a:xfrm>
            <a:off x="8138160" y="1691640"/>
            <a:ext cx="3655800" cy="4570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9" name="Rectangle 33"/>
          <p:cNvSpPr/>
          <p:nvPr/>
        </p:nvSpPr>
        <p:spPr>
          <a:xfrm>
            <a:off x="8138160" y="1691640"/>
            <a:ext cx="3655800" cy="8964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0" name="TextBox 34"/>
          <p:cNvSpPr/>
          <p:nvPr/>
        </p:nvSpPr>
        <p:spPr>
          <a:xfrm>
            <a:off x="8321040" y="1965960"/>
            <a:ext cx="7297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Box 35"/>
          <p:cNvSpPr/>
          <p:nvPr/>
        </p:nvSpPr>
        <p:spPr>
          <a:xfrm>
            <a:off x="9098280" y="1965960"/>
            <a:ext cx="251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workflow_dispatch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2" name="TextBox 36"/>
          <p:cNvSpPr/>
          <p:nvPr/>
        </p:nvSpPr>
        <p:spPr>
          <a:xfrm>
            <a:off x="9098280" y="2331720"/>
            <a:ext cx="2512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Bouton manuel dans GitHub 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Rectangle 37"/>
          <p:cNvSpPr/>
          <p:nvPr/>
        </p:nvSpPr>
        <p:spPr>
          <a:xfrm>
            <a:off x="8321040" y="2788920"/>
            <a:ext cx="3290040" cy="4554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4" name="TextBox 38"/>
          <p:cNvSpPr/>
          <p:nvPr/>
        </p:nvSpPr>
        <p:spPr>
          <a:xfrm>
            <a:off x="8412480" y="2853000"/>
            <a:ext cx="3107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Rejeu d'un déploiement, debug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5" name="TextBox 39"/>
          <p:cNvSpPr/>
          <p:nvPr/>
        </p:nvSpPr>
        <p:spPr>
          <a:xfrm>
            <a:off x="8366760" y="352044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6" name="TextBox 40"/>
          <p:cNvSpPr/>
          <p:nvPr/>
        </p:nvSpPr>
        <p:spPr>
          <a:xfrm>
            <a:off x="8366760" y="377640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Box 41"/>
          <p:cNvSpPr/>
          <p:nvPr/>
        </p:nvSpPr>
        <p:spPr>
          <a:xfrm>
            <a:off x="8366760" y="403236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inputs: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Box 42"/>
          <p:cNvSpPr/>
          <p:nvPr/>
        </p:nvSpPr>
        <p:spPr>
          <a:xfrm>
            <a:off x="8366760" y="428868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env: { type: choice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Box 43"/>
          <p:cNvSpPr/>
          <p:nvPr/>
        </p:nvSpPr>
        <p:spPr>
          <a:xfrm>
            <a:off x="8321040" y="498348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Box 44"/>
          <p:cNvSpPr/>
          <p:nvPr/>
        </p:nvSpPr>
        <p:spPr>
          <a:xfrm>
            <a:off x="8321040" y="534924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Lancement manuel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Box 45"/>
          <p:cNvSpPr/>
          <p:nvPr/>
        </p:nvSpPr>
        <p:spPr>
          <a:xfrm>
            <a:off x="8321040" y="562356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pour rebuild d'urgence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Box 4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Box 4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8" name="Shape 3"/>
          <p:cNvSpPr/>
          <p:nvPr/>
        </p:nvSpPr>
        <p:spPr>
          <a:xfrm>
            <a:off x="548640" y="1691640"/>
            <a:ext cx="7313400" cy="45702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9" name="Shape 4"/>
          <p:cNvSpPr/>
          <p:nvPr/>
        </p:nvSpPr>
        <p:spPr>
          <a:xfrm>
            <a:off x="777240" y="1874520"/>
            <a:ext cx="135360" cy="1353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0" name="Shape 5"/>
          <p:cNvSpPr/>
          <p:nvPr/>
        </p:nvSpPr>
        <p:spPr>
          <a:xfrm>
            <a:off x="960120" y="1874520"/>
            <a:ext cx="135360" cy="1353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1" name="Shape 6"/>
          <p:cNvSpPr/>
          <p:nvPr/>
        </p:nvSpPr>
        <p:spPr>
          <a:xfrm>
            <a:off x="1143000" y="1874520"/>
            <a:ext cx="135360" cy="1353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2" name="Text 7"/>
          <p:cNvSpPr/>
          <p:nvPr/>
        </p:nvSpPr>
        <p:spPr>
          <a:xfrm>
            <a:off x="1371600" y="1783080"/>
            <a:ext cx="5484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8"/>
          <p:cNvSpPr/>
          <p:nvPr/>
        </p:nvSpPr>
        <p:spPr>
          <a:xfrm>
            <a:off x="777240" y="224028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9"/>
          <p:cNvSpPr/>
          <p:nvPr/>
        </p:nvSpPr>
        <p:spPr>
          <a:xfrm>
            <a:off x="777240" y="241416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Text 10"/>
          <p:cNvSpPr/>
          <p:nvPr/>
        </p:nvSpPr>
        <p:spPr>
          <a:xfrm>
            <a:off x="777240" y="258768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6" name="Text 11"/>
          <p:cNvSpPr/>
          <p:nvPr/>
        </p:nvSpPr>
        <p:spPr>
          <a:xfrm>
            <a:off x="777240" y="276156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Text 12"/>
          <p:cNvSpPr/>
          <p:nvPr/>
        </p:nvSpPr>
        <p:spPr>
          <a:xfrm>
            <a:off x="777240" y="293508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8" name="Text 13"/>
          <p:cNvSpPr/>
          <p:nvPr/>
        </p:nvSpPr>
        <p:spPr>
          <a:xfrm>
            <a:off x="777240" y="310896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14"/>
          <p:cNvSpPr/>
          <p:nvPr/>
        </p:nvSpPr>
        <p:spPr>
          <a:xfrm>
            <a:off x="777240" y="328284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15"/>
          <p:cNvSpPr/>
          <p:nvPr/>
        </p:nvSpPr>
        <p:spPr>
          <a:xfrm>
            <a:off x="777240" y="345636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Text 16"/>
          <p:cNvSpPr/>
          <p:nvPr/>
        </p:nvSpPr>
        <p:spPr>
          <a:xfrm>
            <a:off x="777240" y="363024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2" name="Text 17"/>
          <p:cNvSpPr/>
          <p:nvPr/>
        </p:nvSpPr>
        <p:spPr>
          <a:xfrm>
            <a:off x="777240" y="380376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18"/>
          <p:cNvSpPr/>
          <p:nvPr/>
        </p:nvSpPr>
        <p:spPr>
          <a:xfrm>
            <a:off x="777240" y="397764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19"/>
          <p:cNvSpPr/>
          <p:nvPr/>
        </p:nvSpPr>
        <p:spPr>
          <a:xfrm>
            <a:off x="777240" y="415152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Text 20"/>
          <p:cNvSpPr/>
          <p:nvPr/>
        </p:nvSpPr>
        <p:spPr>
          <a:xfrm>
            <a:off x="777240" y="432504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6" name="Text 21"/>
          <p:cNvSpPr/>
          <p:nvPr/>
        </p:nvSpPr>
        <p:spPr>
          <a:xfrm>
            <a:off x="777240" y="449892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22"/>
          <p:cNvSpPr/>
          <p:nvPr/>
        </p:nvSpPr>
        <p:spPr>
          <a:xfrm>
            <a:off x="777240" y="467244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23"/>
          <p:cNvSpPr/>
          <p:nvPr/>
        </p:nvSpPr>
        <p:spPr>
          <a:xfrm>
            <a:off x="777240" y="484632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Text 24"/>
          <p:cNvSpPr/>
          <p:nvPr/>
        </p:nvSpPr>
        <p:spPr>
          <a:xfrm>
            <a:off x="777240" y="502020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0" name="Text 25"/>
          <p:cNvSpPr/>
          <p:nvPr/>
        </p:nvSpPr>
        <p:spPr>
          <a:xfrm>
            <a:off x="777240" y="519372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from=builder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/app/.next ./.nex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26"/>
          <p:cNvSpPr/>
          <p:nvPr/>
        </p:nvSpPr>
        <p:spPr>
          <a:xfrm>
            <a:off x="777240" y="536760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--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from=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build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er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/app/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node_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modul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es ./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node_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modul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27"/>
          <p:cNvSpPr/>
          <p:nvPr/>
        </p:nvSpPr>
        <p:spPr>
          <a:xfrm>
            <a:off x="777240" y="554112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Text 28"/>
          <p:cNvSpPr/>
          <p:nvPr/>
        </p:nvSpPr>
        <p:spPr>
          <a:xfrm>
            <a:off x="777240" y="571500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4" name="Text 29"/>
          <p:cNvSpPr/>
          <p:nvPr/>
        </p:nvSpPr>
        <p:spPr>
          <a:xfrm>
            <a:off x="777240" y="588888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Shape 30"/>
          <p:cNvSpPr/>
          <p:nvPr/>
        </p:nvSpPr>
        <p:spPr>
          <a:xfrm>
            <a:off x="8092440" y="1691640"/>
            <a:ext cx="3518640" cy="45702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6" name="Text 31"/>
          <p:cNvSpPr/>
          <p:nvPr/>
        </p:nvSpPr>
        <p:spPr>
          <a:xfrm>
            <a:off x="8275320" y="1783080"/>
            <a:ext cx="3198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7" name="Shape 32"/>
          <p:cNvSpPr/>
          <p:nvPr/>
        </p:nvSpPr>
        <p:spPr>
          <a:xfrm>
            <a:off x="8275320" y="2240280"/>
            <a:ext cx="409680" cy="409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8" name="Text 33"/>
          <p:cNvSpPr/>
          <p:nvPr/>
        </p:nvSpPr>
        <p:spPr>
          <a:xfrm>
            <a:off x="8275320" y="22402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34"/>
          <p:cNvSpPr/>
          <p:nvPr/>
        </p:nvSpPr>
        <p:spPr>
          <a:xfrm>
            <a:off x="8814240" y="219456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0" name="Shape 35"/>
          <p:cNvSpPr/>
          <p:nvPr/>
        </p:nvSpPr>
        <p:spPr>
          <a:xfrm>
            <a:off x="8275320" y="2880360"/>
            <a:ext cx="409680" cy="4096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1" name="Text 36"/>
          <p:cNvSpPr/>
          <p:nvPr/>
        </p:nvSpPr>
        <p:spPr>
          <a:xfrm>
            <a:off x="8275320" y="288036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Text 37"/>
          <p:cNvSpPr/>
          <p:nvPr/>
        </p:nvSpPr>
        <p:spPr>
          <a:xfrm>
            <a:off x="8814240" y="283464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3" name="Shape 38"/>
          <p:cNvSpPr/>
          <p:nvPr/>
        </p:nvSpPr>
        <p:spPr>
          <a:xfrm>
            <a:off x="8275320" y="3520440"/>
            <a:ext cx="409680" cy="409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39"/>
          <p:cNvSpPr/>
          <p:nvPr/>
        </p:nvSpPr>
        <p:spPr>
          <a:xfrm>
            <a:off x="8275320" y="3520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40"/>
          <p:cNvSpPr/>
          <p:nvPr/>
        </p:nvSpPr>
        <p:spPr>
          <a:xfrm>
            <a:off x="8814240" y="347472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41"/>
          <p:cNvSpPr/>
          <p:nvPr/>
        </p:nvSpPr>
        <p:spPr>
          <a:xfrm>
            <a:off x="8275320" y="4160520"/>
            <a:ext cx="409680" cy="409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42"/>
          <p:cNvSpPr/>
          <p:nvPr/>
        </p:nvSpPr>
        <p:spPr>
          <a:xfrm>
            <a:off x="8275320" y="416052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43"/>
          <p:cNvSpPr/>
          <p:nvPr/>
        </p:nvSpPr>
        <p:spPr>
          <a:xfrm>
            <a:off x="8814240" y="411480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44"/>
          <p:cNvSpPr/>
          <p:nvPr/>
        </p:nvSpPr>
        <p:spPr>
          <a:xfrm>
            <a:off x="8275320" y="4800600"/>
            <a:ext cx="409680" cy="4096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45"/>
          <p:cNvSpPr/>
          <p:nvPr/>
        </p:nvSpPr>
        <p:spPr>
          <a:xfrm>
            <a:off x="8275320" y="480060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46"/>
          <p:cNvSpPr/>
          <p:nvPr/>
        </p:nvSpPr>
        <p:spPr>
          <a:xfrm>
            <a:off x="8814240" y="475488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47"/>
          <p:cNvSpPr/>
          <p:nvPr/>
        </p:nvSpPr>
        <p:spPr>
          <a:xfrm>
            <a:off x="8275320" y="5440680"/>
            <a:ext cx="409680" cy="409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48"/>
          <p:cNvSpPr/>
          <p:nvPr/>
        </p:nvSpPr>
        <p:spPr>
          <a:xfrm>
            <a:off x="8275320" y="54406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49"/>
          <p:cNvSpPr/>
          <p:nvPr/>
        </p:nvSpPr>
        <p:spPr>
          <a:xfrm>
            <a:off x="8814240" y="539496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0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6" name="Text 50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7" name="Text 51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8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9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0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1" name="Shape 3"/>
          <p:cNvSpPr/>
          <p:nvPr/>
        </p:nvSpPr>
        <p:spPr>
          <a:xfrm>
            <a:off x="548640" y="1691640"/>
            <a:ext cx="7313400" cy="45702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2" name="Shape 4"/>
          <p:cNvSpPr/>
          <p:nvPr/>
        </p:nvSpPr>
        <p:spPr>
          <a:xfrm>
            <a:off x="777240" y="1874520"/>
            <a:ext cx="135360" cy="1353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3" name="Shape 5"/>
          <p:cNvSpPr/>
          <p:nvPr/>
        </p:nvSpPr>
        <p:spPr>
          <a:xfrm>
            <a:off x="960120" y="1874520"/>
            <a:ext cx="135360" cy="1353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4" name="Shape 6"/>
          <p:cNvSpPr/>
          <p:nvPr/>
        </p:nvSpPr>
        <p:spPr>
          <a:xfrm>
            <a:off x="1143000" y="1874520"/>
            <a:ext cx="135360" cy="1353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5" name="Text 7"/>
          <p:cNvSpPr/>
          <p:nvPr/>
        </p:nvSpPr>
        <p:spPr>
          <a:xfrm>
            <a:off x="1371600" y="1783080"/>
            <a:ext cx="5484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Text 8"/>
          <p:cNvSpPr/>
          <p:nvPr/>
        </p:nvSpPr>
        <p:spPr>
          <a:xfrm>
            <a:off x="777240" y="224028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7" name="Text 9"/>
          <p:cNvSpPr/>
          <p:nvPr/>
        </p:nvSpPr>
        <p:spPr>
          <a:xfrm>
            <a:off x="777240" y="241416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8" name="Text 10"/>
          <p:cNvSpPr/>
          <p:nvPr/>
        </p:nvSpPr>
        <p:spPr>
          <a:xfrm>
            <a:off x="777240" y="258768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11"/>
          <p:cNvSpPr/>
          <p:nvPr/>
        </p:nvSpPr>
        <p:spPr>
          <a:xfrm>
            <a:off x="777240" y="276156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12"/>
          <p:cNvSpPr/>
          <p:nvPr/>
        </p:nvSpPr>
        <p:spPr>
          <a:xfrm>
            <a:off x="777240" y="293508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Text 13"/>
          <p:cNvSpPr/>
          <p:nvPr/>
        </p:nvSpPr>
        <p:spPr>
          <a:xfrm>
            <a:off x="777240" y="310896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2" name="Text 14"/>
          <p:cNvSpPr/>
          <p:nvPr/>
        </p:nvSpPr>
        <p:spPr>
          <a:xfrm>
            <a:off x="777240" y="328284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postgresql://postgres:postgres@db:5432/social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15"/>
          <p:cNvSpPr/>
          <p:nvPr/>
        </p:nvSpPr>
        <p:spPr>
          <a:xfrm>
            <a:off x="777240" y="345636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REDIS_URL: Upstash Redis REST (UPSTASH_REDIS_REST_URL)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6"/>
          <p:cNvSpPr/>
          <p:nvPr/>
        </p:nvSpPr>
        <p:spPr>
          <a:xfrm>
            <a:off x="777240" y="363024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Text 17"/>
          <p:cNvSpPr/>
          <p:nvPr/>
        </p:nvSpPr>
        <p:spPr>
          <a:xfrm>
            <a:off x="777240" y="380376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depends_on: [db, redis]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6" name="Text 18"/>
          <p:cNvSpPr/>
          <p:nvPr/>
        </p:nvSpPr>
        <p:spPr>
          <a:xfrm>
            <a:off x="777240" y="397764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7" name="Text 19"/>
          <p:cNvSpPr/>
          <p:nvPr/>
        </p:nvSpPr>
        <p:spPr>
          <a:xfrm>
            <a:off x="777240" y="415152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db: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20"/>
          <p:cNvSpPr/>
          <p:nvPr/>
        </p:nvSpPr>
        <p:spPr>
          <a:xfrm>
            <a:off x="777240" y="432504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postgres:16-alpine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Text 21"/>
          <p:cNvSpPr/>
          <p:nvPr/>
        </p:nvSpPr>
        <p:spPr>
          <a:xfrm>
            <a:off x="777240" y="449892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["5432:5432"]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0" name="Text 22"/>
          <p:cNvSpPr/>
          <p:nvPr/>
        </p:nvSpPr>
        <p:spPr>
          <a:xfrm>
            <a:off x="777240" y="467244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1" name="Text 23"/>
          <p:cNvSpPr/>
          <p:nvPr/>
        </p:nvSpPr>
        <p:spPr>
          <a:xfrm>
            <a:off x="777240" y="484632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POSTGRES_DB: social-network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24"/>
          <p:cNvSpPr/>
          <p:nvPr/>
        </p:nvSpPr>
        <p:spPr>
          <a:xfrm>
            <a:off x="777240" y="502020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POSTGRES_USER: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Text 25"/>
          <p:cNvSpPr/>
          <p:nvPr/>
        </p:nvSpPr>
        <p:spPr>
          <a:xfrm>
            <a:off x="777240" y="519372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POSTGRES_PASSWORD: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4" name="Text 26"/>
          <p:cNvSpPr/>
          <p:nvPr/>
        </p:nvSpPr>
        <p:spPr>
          <a:xfrm>
            <a:off x="777240" y="536760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5" name="Text 27"/>
          <p:cNvSpPr/>
          <p:nvPr/>
        </p:nvSpPr>
        <p:spPr>
          <a:xfrm>
            <a:off x="777240" y="554112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redis: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8"/>
          <p:cNvSpPr/>
          <p:nvPr/>
        </p:nvSpPr>
        <p:spPr>
          <a:xfrm>
            <a:off x="777240" y="571500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redis:7-alpine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Text 29"/>
          <p:cNvSpPr/>
          <p:nvPr/>
        </p:nvSpPr>
        <p:spPr>
          <a:xfrm>
            <a:off x="777240" y="588888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["6379:6379"]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8" name="Shape 30"/>
          <p:cNvSpPr/>
          <p:nvPr/>
        </p:nvSpPr>
        <p:spPr>
          <a:xfrm>
            <a:off x="8128440" y="1691640"/>
            <a:ext cx="3518640" cy="45702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31"/>
          <p:cNvSpPr/>
          <p:nvPr/>
        </p:nvSpPr>
        <p:spPr>
          <a:xfrm>
            <a:off x="8275320" y="1783080"/>
            <a:ext cx="3198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Shape 32"/>
          <p:cNvSpPr/>
          <p:nvPr/>
        </p:nvSpPr>
        <p:spPr>
          <a:xfrm>
            <a:off x="8275320" y="2240280"/>
            <a:ext cx="409680" cy="409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1" name="Text 33"/>
          <p:cNvSpPr/>
          <p:nvPr/>
        </p:nvSpPr>
        <p:spPr>
          <a:xfrm>
            <a:off x="8275320" y="22402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Text 34"/>
          <p:cNvSpPr/>
          <p:nvPr/>
        </p:nvSpPr>
        <p:spPr>
          <a:xfrm>
            <a:off x="8814240" y="219456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3" name="Shape 35"/>
          <p:cNvSpPr/>
          <p:nvPr/>
        </p:nvSpPr>
        <p:spPr>
          <a:xfrm>
            <a:off x="8275320" y="2880360"/>
            <a:ext cx="409680" cy="409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4" name="Text 36"/>
          <p:cNvSpPr/>
          <p:nvPr/>
        </p:nvSpPr>
        <p:spPr>
          <a:xfrm>
            <a:off x="8275320" y="288036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5" name="Text 37"/>
          <p:cNvSpPr/>
          <p:nvPr/>
        </p:nvSpPr>
        <p:spPr>
          <a:xfrm>
            <a:off x="8814240" y="283464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DB + Redis + App orchestrés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8"/>
          <p:cNvSpPr/>
          <p:nvPr/>
        </p:nvSpPr>
        <p:spPr>
          <a:xfrm>
            <a:off x="8275320" y="3520440"/>
            <a:ext cx="409680" cy="4096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9"/>
          <p:cNvSpPr/>
          <p:nvPr/>
        </p:nvSpPr>
        <p:spPr>
          <a:xfrm>
            <a:off x="8275320" y="3520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Text 40"/>
          <p:cNvSpPr/>
          <p:nvPr/>
        </p:nvSpPr>
        <p:spPr>
          <a:xfrm>
            <a:off x="8814240" y="347472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9" name="Shape 41"/>
          <p:cNvSpPr/>
          <p:nvPr/>
        </p:nvSpPr>
        <p:spPr>
          <a:xfrm>
            <a:off x="8275320" y="4160520"/>
            <a:ext cx="409680" cy="409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0" name="Text 42"/>
          <p:cNvSpPr/>
          <p:nvPr/>
        </p:nvSpPr>
        <p:spPr>
          <a:xfrm>
            <a:off x="8275320" y="416052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1" name="Text 43"/>
          <p:cNvSpPr/>
          <p:nvPr/>
        </p:nvSpPr>
        <p:spPr>
          <a:xfrm>
            <a:off x="8814240" y="411480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Shape 44"/>
          <p:cNvSpPr/>
          <p:nvPr/>
        </p:nvSpPr>
        <p:spPr>
          <a:xfrm>
            <a:off x="8275320" y="4800600"/>
            <a:ext cx="409680" cy="409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3" name="Text 45"/>
          <p:cNvSpPr/>
          <p:nvPr/>
        </p:nvSpPr>
        <p:spPr>
          <a:xfrm>
            <a:off x="8275320" y="480060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46"/>
          <p:cNvSpPr/>
          <p:nvPr/>
        </p:nvSpPr>
        <p:spPr>
          <a:xfrm>
            <a:off x="8814240" y="475488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47"/>
          <p:cNvSpPr/>
          <p:nvPr/>
        </p:nvSpPr>
        <p:spPr>
          <a:xfrm>
            <a:off x="8275320" y="5440680"/>
            <a:ext cx="409680" cy="4096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Text 48"/>
          <p:cNvSpPr/>
          <p:nvPr/>
        </p:nvSpPr>
        <p:spPr>
          <a:xfrm>
            <a:off x="8275320" y="54406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7" name="Text 49"/>
          <p:cNvSpPr/>
          <p:nvPr/>
        </p:nvSpPr>
        <p:spPr>
          <a:xfrm>
            <a:off x="8814240" y="539496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9" name="Text 50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Text 51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1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4" name="Shape 3"/>
          <p:cNvSpPr/>
          <p:nvPr/>
        </p:nvSpPr>
        <p:spPr>
          <a:xfrm>
            <a:off x="480240" y="1691640"/>
            <a:ext cx="3701520" cy="42044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4"/>
          <p:cNvSpPr/>
          <p:nvPr/>
        </p:nvSpPr>
        <p:spPr>
          <a:xfrm>
            <a:off x="480240" y="1691640"/>
            <a:ext cx="3701520" cy="4554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5"/>
          <p:cNvSpPr/>
          <p:nvPr/>
        </p:nvSpPr>
        <p:spPr>
          <a:xfrm>
            <a:off x="480240" y="1691640"/>
            <a:ext cx="3701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Shape 6"/>
          <p:cNvSpPr/>
          <p:nvPr/>
        </p:nvSpPr>
        <p:spPr>
          <a:xfrm>
            <a:off x="708840" y="2331720"/>
            <a:ext cx="546840" cy="5468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8" name="Text 7"/>
          <p:cNvSpPr/>
          <p:nvPr/>
        </p:nvSpPr>
        <p:spPr>
          <a:xfrm>
            <a:off x="708840" y="2331720"/>
            <a:ext cx="5468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9" name="Text 8"/>
          <p:cNvSpPr/>
          <p:nvPr/>
        </p:nvSpPr>
        <p:spPr>
          <a:xfrm>
            <a:off x="1348920" y="2331720"/>
            <a:ext cx="2695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0" name="Text 9"/>
          <p:cNvSpPr/>
          <p:nvPr/>
        </p:nvSpPr>
        <p:spPr>
          <a:xfrm>
            <a:off x="1348920" y="2651760"/>
            <a:ext cx="26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 + Redis + 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Shape 10"/>
          <p:cNvSpPr/>
          <p:nvPr/>
        </p:nvSpPr>
        <p:spPr>
          <a:xfrm>
            <a:off x="708840" y="3474720"/>
            <a:ext cx="546840" cy="5468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2" name="Text 11"/>
          <p:cNvSpPr/>
          <p:nvPr/>
        </p:nvSpPr>
        <p:spPr>
          <a:xfrm>
            <a:off x="708840" y="3474720"/>
            <a:ext cx="5468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3" name="Text 12"/>
          <p:cNvSpPr/>
          <p:nvPr/>
        </p:nvSpPr>
        <p:spPr>
          <a:xfrm>
            <a:off x="1348920" y="3474720"/>
            <a:ext cx="2695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4" name="Text 13"/>
          <p:cNvSpPr/>
          <p:nvPr/>
        </p:nvSpPr>
        <p:spPr>
          <a:xfrm>
            <a:off x="1348920" y="3794760"/>
            <a:ext cx="26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Shape 14"/>
          <p:cNvSpPr/>
          <p:nvPr/>
        </p:nvSpPr>
        <p:spPr>
          <a:xfrm>
            <a:off x="708840" y="4617720"/>
            <a:ext cx="546840" cy="5468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6" name="Text 15"/>
          <p:cNvSpPr/>
          <p:nvPr/>
        </p:nvSpPr>
        <p:spPr>
          <a:xfrm>
            <a:off x="708840" y="4617720"/>
            <a:ext cx="5468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7" name="Text 16"/>
          <p:cNvSpPr/>
          <p:nvPr/>
        </p:nvSpPr>
        <p:spPr>
          <a:xfrm>
            <a:off x="1348920" y="4617720"/>
            <a:ext cx="2695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8" name="Text 17"/>
          <p:cNvSpPr/>
          <p:nvPr/>
        </p:nvSpPr>
        <p:spPr>
          <a:xfrm>
            <a:off x="1348920" y="4937760"/>
            <a:ext cx="26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0" name="Shape 19"/>
          <p:cNvSpPr/>
          <p:nvPr/>
        </p:nvSpPr>
        <p:spPr>
          <a:xfrm>
            <a:off x="4229280" y="1691640"/>
            <a:ext cx="3701520" cy="42044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1" name="Shape 20"/>
          <p:cNvSpPr/>
          <p:nvPr/>
        </p:nvSpPr>
        <p:spPr>
          <a:xfrm>
            <a:off x="4229280" y="1691640"/>
            <a:ext cx="3701520" cy="4554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1"/>
          <p:cNvSpPr/>
          <p:nvPr/>
        </p:nvSpPr>
        <p:spPr>
          <a:xfrm>
            <a:off x="4229280" y="1691640"/>
            <a:ext cx="3701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22"/>
          <p:cNvSpPr/>
          <p:nvPr/>
        </p:nvSpPr>
        <p:spPr>
          <a:xfrm>
            <a:off x="4457880" y="2331720"/>
            <a:ext cx="546840" cy="5468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23"/>
          <p:cNvSpPr/>
          <p:nvPr/>
        </p:nvSpPr>
        <p:spPr>
          <a:xfrm>
            <a:off x="4457880" y="2259720"/>
            <a:ext cx="54684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Text 24"/>
          <p:cNvSpPr/>
          <p:nvPr/>
        </p:nvSpPr>
        <p:spPr>
          <a:xfrm>
            <a:off x="5097960" y="2331720"/>
            <a:ext cx="2695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6" name="Text 25"/>
          <p:cNvSpPr/>
          <p:nvPr/>
        </p:nvSpPr>
        <p:spPr>
          <a:xfrm>
            <a:off x="5097960" y="2651760"/>
            <a:ext cx="26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26"/>
          <p:cNvSpPr/>
          <p:nvPr/>
        </p:nvSpPr>
        <p:spPr>
          <a:xfrm>
            <a:off x="4457880" y="3474720"/>
            <a:ext cx="546840" cy="5468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27"/>
          <p:cNvSpPr/>
          <p:nvPr/>
        </p:nvSpPr>
        <p:spPr>
          <a:xfrm>
            <a:off x="4457880" y="3474720"/>
            <a:ext cx="5468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9" name="Text 28"/>
          <p:cNvSpPr/>
          <p:nvPr/>
        </p:nvSpPr>
        <p:spPr>
          <a:xfrm>
            <a:off x="5097960" y="3474720"/>
            <a:ext cx="2695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0" name="Text 29"/>
          <p:cNvSpPr/>
          <p:nvPr/>
        </p:nvSpPr>
        <p:spPr>
          <a:xfrm>
            <a:off x="5097960" y="3794760"/>
            <a:ext cx="26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Shape 30"/>
          <p:cNvSpPr/>
          <p:nvPr/>
        </p:nvSpPr>
        <p:spPr>
          <a:xfrm>
            <a:off x="4457880" y="4617720"/>
            <a:ext cx="546840" cy="5468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2" name="Text 31"/>
          <p:cNvSpPr/>
          <p:nvPr/>
        </p:nvSpPr>
        <p:spPr>
          <a:xfrm>
            <a:off x="4457880" y="4617720"/>
            <a:ext cx="5468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32"/>
          <p:cNvSpPr/>
          <p:nvPr/>
        </p:nvSpPr>
        <p:spPr>
          <a:xfrm>
            <a:off x="5097960" y="4617720"/>
            <a:ext cx="2695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Text 33"/>
          <p:cNvSpPr/>
          <p:nvPr/>
        </p:nvSpPr>
        <p:spPr>
          <a:xfrm>
            <a:off x="5097960" y="4937760"/>
            <a:ext cx="26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5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Shape 35"/>
          <p:cNvSpPr/>
          <p:nvPr/>
        </p:nvSpPr>
        <p:spPr>
          <a:xfrm>
            <a:off x="7978320" y="1691640"/>
            <a:ext cx="3701520" cy="42044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7" name="Shape 36"/>
          <p:cNvSpPr/>
          <p:nvPr/>
        </p:nvSpPr>
        <p:spPr>
          <a:xfrm>
            <a:off x="7978320" y="1691640"/>
            <a:ext cx="3701520" cy="4554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8" name="Text 37"/>
          <p:cNvSpPr/>
          <p:nvPr/>
        </p:nvSpPr>
        <p:spPr>
          <a:xfrm>
            <a:off x="7978320" y="1691640"/>
            <a:ext cx="3701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38"/>
          <p:cNvSpPr/>
          <p:nvPr/>
        </p:nvSpPr>
        <p:spPr>
          <a:xfrm>
            <a:off x="8206920" y="2331720"/>
            <a:ext cx="546840" cy="5468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39"/>
          <p:cNvSpPr/>
          <p:nvPr/>
        </p:nvSpPr>
        <p:spPr>
          <a:xfrm>
            <a:off x="8206920" y="2259720"/>
            <a:ext cx="546840" cy="6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40"/>
          <p:cNvSpPr/>
          <p:nvPr/>
        </p:nvSpPr>
        <p:spPr>
          <a:xfrm>
            <a:off x="8847000" y="2331720"/>
            <a:ext cx="2695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41"/>
          <p:cNvSpPr/>
          <p:nvPr/>
        </p:nvSpPr>
        <p:spPr>
          <a:xfrm>
            <a:off x="8847000" y="2651760"/>
            <a:ext cx="26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42"/>
          <p:cNvSpPr/>
          <p:nvPr/>
        </p:nvSpPr>
        <p:spPr>
          <a:xfrm>
            <a:off x="8206920" y="3474720"/>
            <a:ext cx="546840" cy="5468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Text 43"/>
          <p:cNvSpPr/>
          <p:nvPr/>
        </p:nvSpPr>
        <p:spPr>
          <a:xfrm>
            <a:off x="8206920" y="3402720"/>
            <a:ext cx="546840" cy="6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5" name="Text 44"/>
          <p:cNvSpPr/>
          <p:nvPr/>
        </p:nvSpPr>
        <p:spPr>
          <a:xfrm>
            <a:off x="8847000" y="3474720"/>
            <a:ext cx="2695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45"/>
          <p:cNvSpPr/>
          <p:nvPr/>
        </p:nvSpPr>
        <p:spPr>
          <a:xfrm>
            <a:off x="8847000" y="3794760"/>
            <a:ext cx="26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46"/>
          <p:cNvSpPr/>
          <p:nvPr/>
        </p:nvSpPr>
        <p:spPr>
          <a:xfrm>
            <a:off x="8206920" y="4617720"/>
            <a:ext cx="546840" cy="5468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Text 47"/>
          <p:cNvSpPr/>
          <p:nvPr/>
        </p:nvSpPr>
        <p:spPr>
          <a:xfrm>
            <a:off x="8206920" y="4617720"/>
            <a:ext cx="5468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9" name="Text 48"/>
          <p:cNvSpPr/>
          <p:nvPr/>
        </p:nvSpPr>
        <p:spPr>
          <a:xfrm>
            <a:off x="8847000" y="4617720"/>
            <a:ext cx="2695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49"/>
          <p:cNvSpPr/>
          <p:nvPr/>
        </p:nvSpPr>
        <p:spPr>
          <a:xfrm>
            <a:off x="8847000" y="4937760"/>
            <a:ext cx="26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50"/>
          <p:cNvSpPr/>
          <p:nvPr/>
        </p:nvSpPr>
        <p:spPr>
          <a:xfrm>
            <a:off x="548640" y="6035040"/>
            <a:ext cx="11062440" cy="27252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Text 51"/>
          <p:cNvSpPr/>
          <p:nvPr/>
        </p:nvSpPr>
        <p:spPr>
          <a:xfrm>
            <a:off x="777240" y="6035040"/>
            <a:ext cx="10605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4" name="Text 52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Text 53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6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7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9" name="Shape 3"/>
          <p:cNvSpPr/>
          <p:nvPr/>
        </p:nvSpPr>
        <p:spPr>
          <a:xfrm>
            <a:off x="548640" y="1691640"/>
            <a:ext cx="5530320" cy="45702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0" name="Text 4"/>
          <p:cNvSpPr/>
          <p:nvPr/>
        </p:nvSpPr>
        <p:spPr>
          <a:xfrm>
            <a:off x="731520" y="1783080"/>
            <a:ext cx="5027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1" name="Text 5"/>
          <p:cNvSpPr/>
          <p:nvPr/>
        </p:nvSpPr>
        <p:spPr>
          <a:xfrm>
            <a:off x="777240" y="2240280"/>
            <a:ext cx="455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Text 6"/>
          <p:cNvSpPr/>
          <p:nvPr/>
        </p:nvSpPr>
        <p:spPr>
          <a:xfrm>
            <a:off x="1280160" y="224028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3" name="Text 7"/>
          <p:cNvSpPr/>
          <p:nvPr/>
        </p:nvSpPr>
        <p:spPr>
          <a:xfrm>
            <a:off x="1280160" y="2514600"/>
            <a:ext cx="4570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Text 8"/>
          <p:cNvSpPr/>
          <p:nvPr/>
        </p:nvSpPr>
        <p:spPr>
          <a:xfrm>
            <a:off x="777240" y="2880360"/>
            <a:ext cx="455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5" name="Text 9"/>
          <p:cNvSpPr/>
          <p:nvPr/>
        </p:nvSpPr>
        <p:spPr>
          <a:xfrm>
            <a:off x="1280160" y="288036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Text 10"/>
          <p:cNvSpPr/>
          <p:nvPr/>
        </p:nvSpPr>
        <p:spPr>
          <a:xfrm>
            <a:off x="1280160" y="3154680"/>
            <a:ext cx="4570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7" name="Text 11"/>
          <p:cNvSpPr/>
          <p:nvPr/>
        </p:nvSpPr>
        <p:spPr>
          <a:xfrm>
            <a:off x="777240" y="3520440"/>
            <a:ext cx="455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8" name="Text 12"/>
          <p:cNvSpPr/>
          <p:nvPr/>
        </p:nvSpPr>
        <p:spPr>
          <a:xfrm>
            <a:off x="1280160" y="352044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9" name="Text 13"/>
          <p:cNvSpPr/>
          <p:nvPr/>
        </p:nvSpPr>
        <p:spPr>
          <a:xfrm>
            <a:off x="1280160" y="3794760"/>
            <a:ext cx="4570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14"/>
          <p:cNvSpPr/>
          <p:nvPr/>
        </p:nvSpPr>
        <p:spPr>
          <a:xfrm>
            <a:off x="777240" y="4160520"/>
            <a:ext cx="455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1" name="Text 15"/>
          <p:cNvSpPr/>
          <p:nvPr/>
        </p:nvSpPr>
        <p:spPr>
          <a:xfrm>
            <a:off x="1280160" y="416052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6"/>
          <p:cNvSpPr/>
          <p:nvPr/>
        </p:nvSpPr>
        <p:spPr>
          <a:xfrm>
            <a:off x="1280160" y="4434840"/>
            <a:ext cx="4570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Text 17"/>
          <p:cNvSpPr/>
          <p:nvPr/>
        </p:nvSpPr>
        <p:spPr>
          <a:xfrm>
            <a:off x="777240" y="4800600"/>
            <a:ext cx="455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4" name="Text 18"/>
          <p:cNvSpPr/>
          <p:nvPr/>
        </p:nvSpPr>
        <p:spPr>
          <a:xfrm>
            <a:off x="1280160" y="480060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5" name="Text 19"/>
          <p:cNvSpPr/>
          <p:nvPr/>
        </p:nvSpPr>
        <p:spPr>
          <a:xfrm>
            <a:off x="1280160" y="5074920"/>
            <a:ext cx="4570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20"/>
          <p:cNvSpPr/>
          <p:nvPr/>
        </p:nvSpPr>
        <p:spPr>
          <a:xfrm>
            <a:off x="777240" y="5440680"/>
            <a:ext cx="455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21"/>
          <p:cNvSpPr/>
          <p:nvPr/>
        </p:nvSpPr>
        <p:spPr>
          <a:xfrm>
            <a:off x="1280160" y="544068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Text 22"/>
          <p:cNvSpPr/>
          <p:nvPr/>
        </p:nvSpPr>
        <p:spPr>
          <a:xfrm>
            <a:off x="1280160" y="5715000"/>
            <a:ext cx="4570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9" name="Shape 23"/>
          <p:cNvSpPr/>
          <p:nvPr/>
        </p:nvSpPr>
        <p:spPr>
          <a:xfrm>
            <a:off x="6263640" y="1691640"/>
            <a:ext cx="5530320" cy="45702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0" name="Text 24"/>
          <p:cNvSpPr/>
          <p:nvPr/>
        </p:nvSpPr>
        <p:spPr>
          <a:xfrm>
            <a:off x="6446520" y="1783080"/>
            <a:ext cx="5027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Shape 25"/>
          <p:cNvSpPr/>
          <p:nvPr/>
        </p:nvSpPr>
        <p:spPr>
          <a:xfrm>
            <a:off x="6446520" y="2240280"/>
            <a:ext cx="501120" cy="5011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2" name="Text 26"/>
          <p:cNvSpPr/>
          <p:nvPr/>
        </p:nvSpPr>
        <p:spPr>
          <a:xfrm>
            <a:off x="6446520" y="2240280"/>
            <a:ext cx="501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3" name="Text 27"/>
          <p:cNvSpPr/>
          <p:nvPr/>
        </p:nvSpPr>
        <p:spPr>
          <a:xfrm>
            <a:off x="7040880" y="224028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4" name="Text 28"/>
          <p:cNvSpPr/>
          <p:nvPr/>
        </p:nvSpPr>
        <p:spPr>
          <a:xfrm>
            <a:off x="7040880" y="2514600"/>
            <a:ext cx="4570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Shape 29"/>
          <p:cNvSpPr/>
          <p:nvPr/>
        </p:nvSpPr>
        <p:spPr>
          <a:xfrm>
            <a:off x="6446520" y="3017520"/>
            <a:ext cx="501120" cy="5011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6" name="Text 30"/>
          <p:cNvSpPr/>
          <p:nvPr/>
        </p:nvSpPr>
        <p:spPr>
          <a:xfrm>
            <a:off x="6446520" y="3017520"/>
            <a:ext cx="501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7" name="Text 31"/>
          <p:cNvSpPr/>
          <p:nvPr/>
        </p:nvSpPr>
        <p:spPr>
          <a:xfrm>
            <a:off x="7040880" y="301752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8" name="Text 32"/>
          <p:cNvSpPr/>
          <p:nvPr/>
        </p:nvSpPr>
        <p:spPr>
          <a:xfrm>
            <a:off x="7040880" y="3291840"/>
            <a:ext cx="4570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Shape 33"/>
          <p:cNvSpPr/>
          <p:nvPr/>
        </p:nvSpPr>
        <p:spPr>
          <a:xfrm>
            <a:off x="6446520" y="3794760"/>
            <a:ext cx="501120" cy="5011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0" name="Text 34"/>
          <p:cNvSpPr/>
          <p:nvPr/>
        </p:nvSpPr>
        <p:spPr>
          <a:xfrm>
            <a:off x="6446520" y="3794760"/>
            <a:ext cx="501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1" name="Text 35"/>
          <p:cNvSpPr/>
          <p:nvPr/>
        </p:nvSpPr>
        <p:spPr>
          <a:xfrm>
            <a:off x="7040880" y="379476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2" name="Text 36"/>
          <p:cNvSpPr/>
          <p:nvPr/>
        </p:nvSpPr>
        <p:spPr>
          <a:xfrm>
            <a:off x="7040880" y="4069080"/>
            <a:ext cx="4570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Shape 37"/>
          <p:cNvSpPr/>
          <p:nvPr/>
        </p:nvSpPr>
        <p:spPr>
          <a:xfrm>
            <a:off x="6446520" y="4572000"/>
            <a:ext cx="501120" cy="5011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4" name="Text 38"/>
          <p:cNvSpPr/>
          <p:nvPr/>
        </p:nvSpPr>
        <p:spPr>
          <a:xfrm>
            <a:off x="6446520" y="4572000"/>
            <a:ext cx="501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5" name="Text 39"/>
          <p:cNvSpPr/>
          <p:nvPr/>
        </p:nvSpPr>
        <p:spPr>
          <a:xfrm>
            <a:off x="7040880" y="457200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6" name="Text 40"/>
          <p:cNvSpPr/>
          <p:nvPr/>
        </p:nvSpPr>
        <p:spPr>
          <a:xfrm>
            <a:off x="7040880" y="4846320"/>
            <a:ext cx="4570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Shape 41"/>
          <p:cNvSpPr/>
          <p:nvPr/>
        </p:nvSpPr>
        <p:spPr>
          <a:xfrm>
            <a:off x="6446520" y="5349240"/>
            <a:ext cx="501120" cy="5011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8" name="Text 42"/>
          <p:cNvSpPr/>
          <p:nvPr/>
        </p:nvSpPr>
        <p:spPr>
          <a:xfrm>
            <a:off x="6446520" y="5349240"/>
            <a:ext cx="501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Text 43"/>
          <p:cNvSpPr/>
          <p:nvPr/>
        </p:nvSpPr>
        <p:spPr>
          <a:xfrm>
            <a:off x="7040880" y="534924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0" name="Text 44"/>
          <p:cNvSpPr/>
          <p:nvPr/>
        </p:nvSpPr>
        <p:spPr>
          <a:xfrm>
            <a:off x="7040880" y="5623560"/>
            <a:ext cx="4570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2" name="Text 4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Text 4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4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6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7" name="Shape 3"/>
          <p:cNvSpPr/>
          <p:nvPr/>
        </p:nvSpPr>
        <p:spPr>
          <a:xfrm>
            <a:off x="548640" y="1691640"/>
            <a:ext cx="2695680" cy="16441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8" name="Text 4"/>
          <p:cNvSpPr/>
          <p:nvPr/>
        </p:nvSpPr>
        <p:spPr>
          <a:xfrm>
            <a:off x="548640" y="1783080"/>
            <a:ext cx="26956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5"/>
          <p:cNvSpPr/>
          <p:nvPr/>
        </p:nvSpPr>
        <p:spPr>
          <a:xfrm>
            <a:off x="548640" y="2697480"/>
            <a:ext cx="26956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0" name="Shape 6"/>
          <p:cNvSpPr/>
          <p:nvPr/>
        </p:nvSpPr>
        <p:spPr>
          <a:xfrm>
            <a:off x="3383280" y="1691640"/>
            <a:ext cx="2695680" cy="16441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1" name="Text 7"/>
          <p:cNvSpPr/>
          <p:nvPr/>
        </p:nvSpPr>
        <p:spPr>
          <a:xfrm>
            <a:off x="3383280" y="1783080"/>
            <a:ext cx="26956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Text 8"/>
          <p:cNvSpPr/>
          <p:nvPr/>
        </p:nvSpPr>
        <p:spPr>
          <a:xfrm>
            <a:off x="3383280" y="2697480"/>
            <a:ext cx="26956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3" name="Shape 9"/>
          <p:cNvSpPr/>
          <p:nvPr/>
        </p:nvSpPr>
        <p:spPr>
          <a:xfrm>
            <a:off x="6217920" y="1691640"/>
            <a:ext cx="2695680" cy="16441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Text 10"/>
          <p:cNvSpPr/>
          <p:nvPr/>
        </p:nvSpPr>
        <p:spPr>
          <a:xfrm>
            <a:off x="6217920" y="1783080"/>
            <a:ext cx="26956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5" name="Text 11"/>
          <p:cNvSpPr/>
          <p:nvPr/>
        </p:nvSpPr>
        <p:spPr>
          <a:xfrm>
            <a:off x="6217920" y="2697480"/>
            <a:ext cx="26956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Shape 12"/>
          <p:cNvSpPr/>
          <p:nvPr/>
        </p:nvSpPr>
        <p:spPr>
          <a:xfrm>
            <a:off x="9052560" y="1691640"/>
            <a:ext cx="2695680" cy="16441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7" name="Text 13"/>
          <p:cNvSpPr/>
          <p:nvPr/>
        </p:nvSpPr>
        <p:spPr>
          <a:xfrm>
            <a:off x="9052560" y="1783080"/>
            <a:ext cx="26956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Text 14"/>
          <p:cNvSpPr/>
          <p:nvPr/>
        </p:nvSpPr>
        <p:spPr>
          <a:xfrm>
            <a:off x="9052560" y="2697480"/>
            <a:ext cx="26956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9" name="Text 15"/>
          <p:cNvSpPr/>
          <p:nvPr/>
        </p:nvSpPr>
        <p:spPr>
          <a:xfrm>
            <a:off x="548640" y="3611880"/>
            <a:ext cx="1097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0" name="Shape 16"/>
          <p:cNvSpPr/>
          <p:nvPr/>
        </p:nvSpPr>
        <p:spPr>
          <a:xfrm>
            <a:off x="548640" y="3977640"/>
            <a:ext cx="5530320" cy="232992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381" name="Chart 0"/>
          <p:cNvGraphicFramePr/>
          <p:nvPr/>
        </p:nvGraphicFramePr>
        <p:xfrm>
          <a:off x="640080" y="4069080"/>
          <a:ext cx="5347440" cy="2147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382" name="Shape 17"/>
          <p:cNvSpPr/>
          <p:nvPr/>
        </p:nvSpPr>
        <p:spPr>
          <a:xfrm>
            <a:off x="6263640" y="3977640"/>
            <a:ext cx="5530320" cy="232992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3" name="Text 18"/>
          <p:cNvSpPr/>
          <p:nvPr/>
        </p:nvSpPr>
        <p:spPr>
          <a:xfrm>
            <a:off x="6400800" y="4069080"/>
            <a:ext cx="5347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84" name="Chart 1"/>
          <p:cNvGraphicFramePr/>
          <p:nvPr/>
        </p:nvGraphicFramePr>
        <p:xfrm>
          <a:off x="6400800" y="4343400"/>
          <a:ext cx="5210280" cy="1872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385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6" name="Text 19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20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8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9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0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1" name="Shape 3"/>
          <p:cNvSpPr/>
          <p:nvPr/>
        </p:nvSpPr>
        <p:spPr>
          <a:xfrm>
            <a:off x="548640" y="1691640"/>
            <a:ext cx="3655800" cy="155268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2" name="Text 4"/>
          <p:cNvSpPr/>
          <p:nvPr/>
        </p:nvSpPr>
        <p:spPr>
          <a:xfrm>
            <a:off x="548640" y="1691640"/>
            <a:ext cx="36558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3" name="Text 5"/>
          <p:cNvSpPr/>
          <p:nvPr/>
        </p:nvSpPr>
        <p:spPr>
          <a:xfrm>
            <a:off x="548640" y="2606040"/>
            <a:ext cx="365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4" name="Text 6"/>
          <p:cNvSpPr/>
          <p:nvPr/>
        </p:nvSpPr>
        <p:spPr>
          <a:xfrm>
            <a:off x="548640" y="288036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Shape 7"/>
          <p:cNvSpPr/>
          <p:nvPr/>
        </p:nvSpPr>
        <p:spPr>
          <a:xfrm>
            <a:off x="4389120" y="1691640"/>
            <a:ext cx="7221960" cy="15526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6" name="Text 8"/>
          <p:cNvSpPr/>
          <p:nvPr/>
        </p:nvSpPr>
        <p:spPr>
          <a:xfrm>
            <a:off x="4572000" y="1783080"/>
            <a:ext cx="6856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9"/>
          <p:cNvSpPr/>
          <p:nvPr/>
        </p:nvSpPr>
        <p:spPr>
          <a:xfrm>
            <a:off x="4572000" y="2103120"/>
            <a:ext cx="68562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Text 10"/>
          <p:cNvSpPr/>
          <p:nvPr/>
        </p:nvSpPr>
        <p:spPr>
          <a:xfrm>
            <a:off x="548640" y="3383280"/>
            <a:ext cx="10971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9" name="Shape 11"/>
          <p:cNvSpPr/>
          <p:nvPr/>
        </p:nvSpPr>
        <p:spPr>
          <a:xfrm>
            <a:off x="548640" y="3703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Shape 12"/>
          <p:cNvSpPr/>
          <p:nvPr/>
        </p:nvSpPr>
        <p:spPr>
          <a:xfrm>
            <a:off x="548640" y="3703320"/>
            <a:ext cx="89640" cy="1049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1" name="Text 13"/>
          <p:cNvSpPr/>
          <p:nvPr/>
        </p:nvSpPr>
        <p:spPr>
          <a:xfrm>
            <a:off x="777240" y="3840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2" name="Text 14"/>
          <p:cNvSpPr/>
          <p:nvPr/>
        </p:nvSpPr>
        <p:spPr>
          <a:xfrm>
            <a:off x="777240" y="4160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15"/>
          <p:cNvSpPr/>
          <p:nvPr/>
        </p:nvSpPr>
        <p:spPr>
          <a:xfrm>
            <a:off x="6217920" y="3703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Shape 16"/>
          <p:cNvSpPr/>
          <p:nvPr/>
        </p:nvSpPr>
        <p:spPr>
          <a:xfrm>
            <a:off x="6217920" y="3703320"/>
            <a:ext cx="89640" cy="1049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5" name="Text 17"/>
          <p:cNvSpPr/>
          <p:nvPr/>
        </p:nvSpPr>
        <p:spPr>
          <a:xfrm>
            <a:off x="6446520" y="3840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6" name="Text 18"/>
          <p:cNvSpPr/>
          <p:nvPr/>
        </p:nvSpPr>
        <p:spPr>
          <a:xfrm>
            <a:off x="6446520" y="4160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9"/>
          <p:cNvSpPr/>
          <p:nvPr/>
        </p:nvSpPr>
        <p:spPr>
          <a:xfrm>
            <a:off x="548640" y="4846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Shape 20"/>
          <p:cNvSpPr/>
          <p:nvPr/>
        </p:nvSpPr>
        <p:spPr>
          <a:xfrm>
            <a:off x="548640" y="4846320"/>
            <a:ext cx="89640" cy="1049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9" name="Text 21"/>
          <p:cNvSpPr/>
          <p:nvPr/>
        </p:nvSpPr>
        <p:spPr>
          <a:xfrm>
            <a:off x="777240" y="4983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0" name="Text 22"/>
          <p:cNvSpPr/>
          <p:nvPr/>
        </p:nvSpPr>
        <p:spPr>
          <a:xfrm>
            <a:off x="777240" y="5303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23"/>
          <p:cNvSpPr/>
          <p:nvPr/>
        </p:nvSpPr>
        <p:spPr>
          <a:xfrm>
            <a:off x="6217920" y="4846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Shape 24"/>
          <p:cNvSpPr/>
          <p:nvPr/>
        </p:nvSpPr>
        <p:spPr>
          <a:xfrm>
            <a:off x="6217920" y="4846320"/>
            <a:ext cx="89640" cy="1049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3" name="Text 25"/>
          <p:cNvSpPr/>
          <p:nvPr/>
        </p:nvSpPr>
        <p:spPr>
          <a:xfrm>
            <a:off x="6446520" y="4983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4" name="Text 26"/>
          <p:cNvSpPr/>
          <p:nvPr/>
        </p:nvSpPr>
        <p:spPr>
          <a:xfrm>
            <a:off x="6446520" y="5303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Text 27"/>
          <p:cNvSpPr/>
          <p:nvPr/>
        </p:nvSpPr>
        <p:spPr>
          <a:xfrm>
            <a:off x="548640" y="598932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6" name="Shape 28"/>
          <p:cNvSpPr/>
          <p:nvPr/>
        </p:nvSpPr>
        <p:spPr>
          <a:xfrm>
            <a:off x="2743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7" name="Text 29"/>
          <p:cNvSpPr/>
          <p:nvPr/>
        </p:nvSpPr>
        <p:spPr>
          <a:xfrm>
            <a:off x="2743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8" name="Shape 30"/>
          <p:cNvSpPr/>
          <p:nvPr/>
        </p:nvSpPr>
        <p:spPr>
          <a:xfrm>
            <a:off x="5029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9" name="Text 31"/>
          <p:cNvSpPr/>
          <p:nvPr/>
        </p:nvSpPr>
        <p:spPr>
          <a:xfrm>
            <a:off x="5029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0" name="Shape 32"/>
          <p:cNvSpPr/>
          <p:nvPr/>
        </p:nvSpPr>
        <p:spPr>
          <a:xfrm>
            <a:off x="7315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1" name="Text 33"/>
          <p:cNvSpPr/>
          <p:nvPr/>
        </p:nvSpPr>
        <p:spPr>
          <a:xfrm>
            <a:off x="7315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2" name="Shape 34"/>
          <p:cNvSpPr/>
          <p:nvPr/>
        </p:nvSpPr>
        <p:spPr>
          <a:xfrm>
            <a:off x="9601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3" name="Text 35"/>
          <p:cNvSpPr/>
          <p:nvPr/>
        </p:nvSpPr>
        <p:spPr>
          <a:xfrm>
            <a:off x="9601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5" name="Text 3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6" name="Text 3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7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8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Shape 3"/>
          <p:cNvSpPr/>
          <p:nvPr/>
        </p:nvSpPr>
        <p:spPr>
          <a:xfrm>
            <a:off x="548640" y="1691640"/>
            <a:ext cx="3655800" cy="155268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1" name="Text 4"/>
          <p:cNvSpPr/>
          <p:nvPr/>
        </p:nvSpPr>
        <p:spPr>
          <a:xfrm>
            <a:off x="548640" y="1691640"/>
            <a:ext cx="36558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2" name="Text 5"/>
          <p:cNvSpPr/>
          <p:nvPr/>
        </p:nvSpPr>
        <p:spPr>
          <a:xfrm>
            <a:off x="548640" y="2606040"/>
            <a:ext cx="365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Text 6"/>
          <p:cNvSpPr/>
          <p:nvPr/>
        </p:nvSpPr>
        <p:spPr>
          <a:xfrm>
            <a:off x="548640" y="288036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4" name="Shape 7"/>
          <p:cNvSpPr/>
          <p:nvPr/>
        </p:nvSpPr>
        <p:spPr>
          <a:xfrm>
            <a:off x="4389120" y="1691640"/>
            <a:ext cx="7221960" cy="15526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5" name="Text 8"/>
          <p:cNvSpPr/>
          <p:nvPr/>
        </p:nvSpPr>
        <p:spPr>
          <a:xfrm>
            <a:off x="4572000" y="1783080"/>
            <a:ext cx="6856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6" name="Text 9"/>
          <p:cNvSpPr/>
          <p:nvPr/>
        </p:nvSpPr>
        <p:spPr>
          <a:xfrm>
            <a:off x="4572000" y="2103120"/>
            <a:ext cx="68562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10"/>
          <p:cNvSpPr/>
          <p:nvPr/>
        </p:nvSpPr>
        <p:spPr>
          <a:xfrm>
            <a:off x="548640" y="3383280"/>
            <a:ext cx="10971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8" name="Shape 11"/>
          <p:cNvSpPr/>
          <p:nvPr/>
        </p:nvSpPr>
        <p:spPr>
          <a:xfrm>
            <a:off x="548640" y="3703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9" name="Shape 12"/>
          <p:cNvSpPr/>
          <p:nvPr/>
        </p:nvSpPr>
        <p:spPr>
          <a:xfrm>
            <a:off x="548640" y="3703320"/>
            <a:ext cx="89640" cy="1049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0" name="Text 13"/>
          <p:cNvSpPr/>
          <p:nvPr/>
        </p:nvSpPr>
        <p:spPr>
          <a:xfrm>
            <a:off x="777240" y="3840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1" name="Text 14"/>
          <p:cNvSpPr/>
          <p:nvPr/>
        </p:nvSpPr>
        <p:spPr>
          <a:xfrm>
            <a:off x="777240" y="4160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43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2" name="Shape 15"/>
          <p:cNvSpPr/>
          <p:nvPr/>
        </p:nvSpPr>
        <p:spPr>
          <a:xfrm>
            <a:off x="6217920" y="3703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Shape 16"/>
          <p:cNvSpPr/>
          <p:nvPr/>
        </p:nvSpPr>
        <p:spPr>
          <a:xfrm>
            <a:off x="6217920" y="3703320"/>
            <a:ext cx="89640" cy="1049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4" name="Text 17"/>
          <p:cNvSpPr/>
          <p:nvPr/>
        </p:nvSpPr>
        <p:spPr>
          <a:xfrm>
            <a:off x="6446520" y="3840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5" name="Text 18"/>
          <p:cNvSpPr/>
          <p:nvPr/>
        </p:nvSpPr>
        <p:spPr>
          <a:xfrm>
            <a:off x="6446520" y="4160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19"/>
          <p:cNvSpPr/>
          <p:nvPr/>
        </p:nvSpPr>
        <p:spPr>
          <a:xfrm>
            <a:off x="548640" y="4846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Shape 20"/>
          <p:cNvSpPr/>
          <p:nvPr/>
        </p:nvSpPr>
        <p:spPr>
          <a:xfrm>
            <a:off x="548640" y="4846320"/>
            <a:ext cx="89640" cy="1049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8" name="Text 21"/>
          <p:cNvSpPr/>
          <p:nvPr/>
        </p:nvSpPr>
        <p:spPr>
          <a:xfrm>
            <a:off x="777240" y="4983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9" name="Text 22"/>
          <p:cNvSpPr/>
          <p:nvPr/>
        </p:nvSpPr>
        <p:spPr>
          <a:xfrm>
            <a:off x="777240" y="5303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23"/>
          <p:cNvSpPr/>
          <p:nvPr/>
        </p:nvSpPr>
        <p:spPr>
          <a:xfrm>
            <a:off x="6217920" y="4846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Shape 24"/>
          <p:cNvSpPr/>
          <p:nvPr/>
        </p:nvSpPr>
        <p:spPr>
          <a:xfrm>
            <a:off x="6217920" y="4846320"/>
            <a:ext cx="89640" cy="1049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2" name="Text 25"/>
          <p:cNvSpPr/>
          <p:nvPr/>
        </p:nvSpPr>
        <p:spPr>
          <a:xfrm>
            <a:off x="6446520" y="4983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3" name="Text 26"/>
          <p:cNvSpPr/>
          <p:nvPr/>
        </p:nvSpPr>
        <p:spPr>
          <a:xfrm>
            <a:off x="6446520" y="5303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4" name="Text 27"/>
          <p:cNvSpPr/>
          <p:nvPr/>
        </p:nvSpPr>
        <p:spPr>
          <a:xfrm>
            <a:off x="548640" y="598932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28"/>
          <p:cNvSpPr/>
          <p:nvPr/>
        </p:nvSpPr>
        <p:spPr>
          <a:xfrm>
            <a:off x="2743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29"/>
          <p:cNvSpPr/>
          <p:nvPr/>
        </p:nvSpPr>
        <p:spPr>
          <a:xfrm>
            <a:off x="2743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30"/>
          <p:cNvSpPr/>
          <p:nvPr/>
        </p:nvSpPr>
        <p:spPr>
          <a:xfrm>
            <a:off x="5029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31"/>
          <p:cNvSpPr/>
          <p:nvPr/>
        </p:nvSpPr>
        <p:spPr>
          <a:xfrm>
            <a:off x="5029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32"/>
          <p:cNvSpPr/>
          <p:nvPr/>
        </p:nvSpPr>
        <p:spPr>
          <a:xfrm>
            <a:off x="7315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33"/>
          <p:cNvSpPr/>
          <p:nvPr/>
        </p:nvSpPr>
        <p:spPr>
          <a:xfrm>
            <a:off x="7315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34"/>
          <p:cNvSpPr/>
          <p:nvPr/>
        </p:nvSpPr>
        <p:spPr>
          <a:xfrm>
            <a:off x="9601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35"/>
          <p:cNvSpPr/>
          <p:nvPr/>
        </p:nvSpPr>
        <p:spPr>
          <a:xfrm>
            <a:off x="9601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4" name="Text 3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5" name="Text 3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6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7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Shape 3"/>
          <p:cNvSpPr/>
          <p:nvPr/>
        </p:nvSpPr>
        <p:spPr>
          <a:xfrm>
            <a:off x="548640" y="1691640"/>
            <a:ext cx="3655800" cy="155268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0" name="Text 4"/>
          <p:cNvSpPr/>
          <p:nvPr/>
        </p:nvSpPr>
        <p:spPr>
          <a:xfrm>
            <a:off x="548640" y="1691640"/>
            <a:ext cx="36558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1" name="Text 5"/>
          <p:cNvSpPr/>
          <p:nvPr/>
        </p:nvSpPr>
        <p:spPr>
          <a:xfrm>
            <a:off x="548640" y="2606040"/>
            <a:ext cx="365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Text 6"/>
          <p:cNvSpPr/>
          <p:nvPr/>
        </p:nvSpPr>
        <p:spPr>
          <a:xfrm>
            <a:off x="548640" y="288036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3" name="Shape 7"/>
          <p:cNvSpPr/>
          <p:nvPr/>
        </p:nvSpPr>
        <p:spPr>
          <a:xfrm>
            <a:off x="4389120" y="1691640"/>
            <a:ext cx="7221960" cy="15526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4" name="Text 8"/>
          <p:cNvSpPr/>
          <p:nvPr/>
        </p:nvSpPr>
        <p:spPr>
          <a:xfrm>
            <a:off x="4572000" y="1783080"/>
            <a:ext cx="6856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5" name="Text 9"/>
          <p:cNvSpPr/>
          <p:nvPr/>
        </p:nvSpPr>
        <p:spPr>
          <a:xfrm>
            <a:off x="4572000" y="2103120"/>
            <a:ext cx="68562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10"/>
          <p:cNvSpPr/>
          <p:nvPr/>
        </p:nvSpPr>
        <p:spPr>
          <a:xfrm>
            <a:off x="548640" y="3383280"/>
            <a:ext cx="10971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7" name="Shape 11"/>
          <p:cNvSpPr/>
          <p:nvPr/>
        </p:nvSpPr>
        <p:spPr>
          <a:xfrm>
            <a:off x="548640" y="3703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8" name="Shape 12"/>
          <p:cNvSpPr/>
          <p:nvPr/>
        </p:nvSpPr>
        <p:spPr>
          <a:xfrm>
            <a:off x="548640" y="3703320"/>
            <a:ext cx="89640" cy="1049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9" name="Text 13"/>
          <p:cNvSpPr/>
          <p:nvPr/>
        </p:nvSpPr>
        <p:spPr>
          <a:xfrm>
            <a:off x="777240" y="3840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0" name="Text 14"/>
          <p:cNvSpPr/>
          <p:nvPr/>
        </p:nvSpPr>
        <p:spPr>
          <a:xfrm>
            <a:off x="777240" y="4160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1" name="Shape 15"/>
          <p:cNvSpPr/>
          <p:nvPr/>
        </p:nvSpPr>
        <p:spPr>
          <a:xfrm>
            <a:off x="6217920" y="3703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2" name="Shape 16"/>
          <p:cNvSpPr/>
          <p:nvPr/>
        </p:nvSpPr>
        <p:spPr>
          <a:xfrm>
            <a:off x="6217920" y="3703320"/>
            <a:ext cx="89640" cy="1049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3" name="Text 17"/>
          <p:cNvSpPr/>
          <p:nvPr/>
        </p:nvSpPr>
        <p:spPr>
          <a:xfrm>
            <a:off x="6446520" y="3840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4" name="Text 18"/>
          <p:cNvSpPr/>
          <p:nvPr/>
        </p:nvSpPr>
        <p:spPr>
          <a:xfrm>
            <a:off x="6446520" y="4160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5" name="Shape 19"/>
          <p:cNvSpPr/>
          <p:nvPr/>
        </p:nvSpPr>
        <p:spPr>
          <a:xfrm>
            <a:off x="548640" y="4846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6" name="Shape 20"/>
          <p:cNvSpPr/>
          <p:nvPr/>
        </p:nvSpPr>
        <p:spPr>
          <a:xfrm>
            <a:off x="548640" y="4846320"/>
            <a:ext cx="89640" cy="1049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7" name="Text 21"/>
          <p:cNvSpPr/>
          <p:nvPr/>
        </p:nvSpPr>
        <p:spPr>
          <a:xfrm>
            <a:off x="777240" y="4983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Text 22"/>
          <p:cNvSpPr/>
          <p:nvPr/>
        </p:nvSpPr>
        <p:spPr>
          <a:xfrm>
            <a:off x="777240" y="5303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9" name="Shape 23"/>
          <p:cNvSpPr/>
          <p:nvPr/>
        </p:nvSpPr>
        <p:spPr>
          <a:xfrm>
            <a:off x="6217920" y="4846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Shape 24"/>
          <p:cNvSpPr/>
          <p:nvPr/>
        </p:nvSpPr>
        <p:spPr>
          <a:xfrm>
            <a:off x="6217920" y="4846320"/>
            <a:ext cx="89640" cy="1049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1" name="Text 25"/>
          <p:cNvSpPr/>
          <p:nvPr/>
        </p:nvSpPr>
        <p:spPr>
          <a:xfrm>
            <a:off x="6446520" y="4983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26"/>
          <p:cNvSpPr/>
          <p:nvPr/>
        </p:nvSpPr>
        <p:spPr>
          <a:xfrm>
            <a:off x="6446520" y="5303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Text 27"/>
          <p:cNvSpPr/>
          <p:nvPr/>
        </p:nvSpPr>
        <p:spPr>
          <a:xfrm>
            <a:off x="548640" y="598932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4" name="Shape 28"/>
          <p:cNvSpPr/>
          <p:nvPr/>
        </p:nvSpPr>
        <p:spPr>
          <a:xfrm>
            <a:off x="2743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29"/>
          <p:cNvSpPr/>
          <p:nvPr/>
        </p:nvSpPr>
        <p:spPr>
          <a:xfrm>
            <a:off x="2743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Shape 30"/>
          <p:cNvSpPr/>
          <p:nvPr/>
        </p:nvSpPr>
        <p:spPr>
          <a:xfrm>
            <a:off x="5029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7" name="Text 31"/>
          <p:cNvSpPr/>
          <p:nvPr/>
        </p:nvSpPr>
        <p:spPr>
          <a:xfrm>
            <a:off x="5029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32"/>
          <p:cNvSpPr/>
          <p:nvPr/>
        </p:nvSpPr>
        <p:spPr>
          <a:xfrm>
            <a:off x="7315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Text 33"/>
          <p:cNvSpPr/>
          <p:nvPr/>
        </p:nvSpPr>
        <p:spPr>
          <a:xfrm>
            <a:off x="7315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0" name="Shape 34"/>
          <p:cNvSpPr/>
          <p:nvPr/>
        </p:nvSpPr>
        <p:spPr>
          <a:xfrm>
            <a:off x="9601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1" name="Text 35"/>
          <p:cNvSpPr/>
          <p:nvPr/>
        </p:nvSpPr>
        <p:spPr>
          <a:xfrm>
            <a:off x="9601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3" name="Text 3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4" name="Text 3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5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7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3"/>
          <p:cNvSpPr/>
          <p:nvPr/>
        </p:nvSpPr>
        <p:spPr>
          <a:xfrm>
            <a:off x="548640" y="1691640"/>
            <a:ext cx="3655800" cy="155268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4"/>
          <p:cNvSpPr/>
          <p:nvPr/>
        </p:nvSpPr>
        <p:spPr>
          <a:xfrm>
            <a:off x="548640" y="1691640"/>
            <a:ext cx="36558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5"/>
          <p:cNvSpPr/>
          <p:nvPr/>
        </p:nvSpPr>
        <p:spPr>
          <a:xfrm>
            <a:off x="548640" y="2606040"/>
            <a:ext cx="365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6"/>
          <p:cNvSpPr/>
          <p:nvPr/>
        </p:nvSpPr>
        <p:spPr>
          <a:xfrm>
            <a:off x="548640" y="288036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Shape 7"/>
          <p:cNvSpPr/>
          <p:nvPr/>
        </p:nvSpPr>
        <p:spPr>
          <a:xfrm>
            <a:off x="4389120" y="1691640"/>
            <a:ext cx="7221960" cy="15526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3" name="Text 8"/>
          <p:cNvSpPr/>
          <p:nvPr/>
        </p:nvSpPr>
        <p:spPr>
          <a:xfrm>
            <a:off x="4572000" y="1783080"/>
            <a:ext cx="6856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4" name="Text 9"/>
          <p:cNvSpPr/>
          <p:nvPr/>
        </p:nvSpPr>
        <p:spPr>
          <a:xfrm>
            <a:off x="4572000" y="2103120"/>
            <a:ext cx="68562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chaîne CI/CD complète, conteneuriser et déployer en environnement de production sécurisé.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5" name="Text 10"/>
          <p:cNvSpPr/>
          <p:nvPr/>
        </p:nvSpPr>
        <p:spPr>
          <a:xfrm>
            <a:off x="548640" y="3383280"/>
            <a:ext cx="10971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6" name="Shape 11"/>
          <p:cNvSpPr/>
          <p:nvPr/>
        </p:nvSpPr>
        <p:spPr>
          <a:xfrm>
            <a:off x="548640" y="3703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7" name="Shape 12"/>
          <p:cNvSpPr/>
          <p:nvPr/>
        </p:nvSpPr>
        <p:spPr>
          <a:xfrm>
            <a:off x="548640" y="3703320"/>
            <a:ext cx="89640" cy="1049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8" name="Text 13"/>
          <p:cNvSpPr/>
          <p:nvPr/>
        </p:nvSpPr>
        <p:spPr>
          <a:xfrm>
            <a:off x="777240" y="3840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9" name="Text 14"/>
          <p:cNvSpPr/>
          <p:nvPr/>
        </p:nvSpPr>
        <p:spPr>
          <a:xfrm>
            <a:off x="777240" y="4160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0" name="Shape 15"/>
          <p:cNvSpPr/>
          <p:nvPr/>
        </p:nvSpPr>
        <p:spPr>
          <a:xfrm>
            <a:off x="6217920" y="3703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1" name="Shape 16"/>
          <p:cNvSpPr/>
          <p:nvPr/>
        </p:nvSpPr>
        <p:spPr>
          <a:xfrm>
            <a:off x="6217920" y="3703320"/>
            <a:ext cx="89640" cy="1049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2" name="Text 17"/>
          <p:cNvSpPr/>
          <p:nvPr/>
        </p:nvSpPr>
        <p:spPr>
          <a:xfrm>
            <a:off x="6446520" y="3840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3" name="Text 18"/>
          <p:cNvSpPr/>
          <p:nvPr/>
        </p:nvSpPr>
        <p:spPr>
          <a:xfrm>
            <a:off x="6446520" y="4160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GitHub Actions : lint + test + build + deploy, secrets cloisonnés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4" name="Shape 19"/>
          <p:cNvSpPr/>
          <p:nvPr/>
        </p:nvSpPr>
        <p:spPr>
          <a:xfrm>
            <a:off x="548640" y="4846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5" name="Shape 20"/>
          <p:cNvSpPr/>
          <p:nvPr/>
        </p:nvSpPr>
        <p:spPr>
          <a:xfrm>
            <a:off x="548640" y="4846320"/>
            <a:ext cx="89640" cy="1049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6" name="Text 21"/>
          <p:cNvSpPr/>
          <p:nvPr/>
        </p:nvSpPr>
        <p:spPr>
          <a:xfrm>
            <a:off x="777240" y="4983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7" name="Text 22"/>
          <p:cNvSpPr/>
          <p:nvPr/>
        </p:nvSpPr>
        <p:spPr>
          <a:xfrm>
            <a:off x="777240" y="5303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8" name="Shape 23"/>
          <p:cNvSpPr/>
          <p:nvPr/>
        </p:nvSpPr>
        <p:spPr>
          <a:xfrm>
            <a:off x="6217920" y="4846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9" name="Shape 24"/>
          <p:cNvSpPr/>
          <p:nvPr/>
        </p:nvSpPr>
        <p:spPr>
          <a:xfrm>
            <a:off x="6217920" y="4846320"/>
            <a:ext cx="89640" cy="1049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0" name="Text 25"/>
          <p:cNvSpPr/>
          <p:nvPr/>
        </p:nvSpPr>
        <p:spPr>
          <a:xfrm>
            <a:off x="6446520" y="4983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1" name="Text 26"/>
          <p:cNvSpPr/>
          <p:nvPr/>
        </p:nvSpPr>
        <p:spPr>
          <a:xfrm>
            <a:off x="6446520" y="5303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2" name="Text 27"/>
          <p:cNvSpPr/>
          <p:nvPr/>
        </p:nvSpPr>
        <p:spPr>
          <a:xfrm>
            <a:off x="548640" y="598932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3" name="Shape 28"/>
          <p:cNvSpPr/>
          <p:nvPr/>
        </p:nvSpPr>
        <p:spPr>
          <a:xfrm>
            <a:off x="2743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4" name="Text 29"/>
          <p:cNvSpPr/>
          <p:nvPr/>
        </p:nvSpPr>
        <p:spPr>
          <a:xfrm>
            <a:off x="2743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5" name="Shape 30"/>
          <p:cNvSpPr/>
          <p:nvPr/>
        </p:nvSpPr>
        <p:spPr>
          <a:xfrm>
            <a:off x="5029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6" name="Text 31"/>
          <p:cNvSpPr/>
          <p:nvPr/>
        </p:nvSpPr>
        <p:spPr>
          <a:xfrm>
            <a:off x="5029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CI/CD GitHub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7" name="Shape 32"/>
          <p:cNvSpPr/>
          <p:nvPr/>
        </p:nvSpPr>
        <p:spPr>
          <a:xfrm>
            <a:off x="7315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8" name="Text 33"/>
          <p:cNvSpPr/>
          <p:nvPr/>
        </p:nvSpPr>
        <p:spPr>
          <a:xfrm>
            <a:off x="7315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9" name="Shape 34"/>
          <p:cNvSpPr/>
          <p:nvPr/>
        </p:nvSpPr>
        <p:spPr>
          <a:xfrm>
            <a:off x="9601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0" name="Text 35"/>
          <p:cNvSpPr/>
          <p:nvPr/>
        </p:nvSpPr>
        <p:spPr>
          <a:xfrm>
            <a:off x="9601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42" name="Text 3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3" name="Text 3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4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5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6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7" name="Shape 3"/>
          <p:cNvSpPr/>
          <p:nvPr/>
        </p:nvSpPr>
        <p:spPr>
          <a:xfrm>
            <a:off x="548640" y="1691640"/>
            <a:ext cx="5530320" cy="21927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8" name="Shape 4"/>
          <p:cNvSpPr/>
          <p:nvPr/>
        </p:nvSpPr>
        <p:spPr>
          <a:xfrm>
            <a:off x="777240" y="1920240"/>
            <a:ext cx="866880" cy="8668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9" name="Text 5"/>
          <p:cNvSpPr/>
          <p:nvPr/>
        </p:nvSpPr>
        <p:spPr>
          <a:xfrm>
            <a:off x="777240" y="1920240"/>
            <a:ext cx="86688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0" name="Text 6"/>
          <p:cNvSpPr/>
          <p:nvPr/>
        </p:nvSpPr>
        <p:spPr>
          <a:xfrm>
            <a:off x="1783080" y="1965960"/>
            <a:ext cx="4204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1" name="Text 7"/>
          <p:cNvSpPr/>
          <p:nvPr/>
        </p:nvSpPr>
        <p:spPr>
          <a:xfrm>
            <a:off x="777240" y="2880360"/>
            <a:ext cx="5164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2" name="Shape 8"/>
          <p:cNvSpPr/>
          <p:nvPr/>
        </p:nvSpPr>
        <p:spPr>
          <a:xfrm>
            <a:off x="6217920" y="1691640"/>
            <a:ext cx="5530320" cy="21927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3" name="Shape 9"/>
          <p:cNvSpPr/>
          <p:nvPr/>
        </p:nvSpPr>
        <p:spPr>
          <a:xfrm>
            <a:off x="6446520" y="1920240"/>
            <a:ext cx="866880" cy="8668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4" name="Text 10"/>
          <p:cNvSpPr/>
          <p:nvPr/>
        </p:nvSpPr>
        <p:spPr>
          <a:xfrm>
            <a:off x="6446520" y="1920240"/>
            <a:ext cx="86688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5" name="Text 11"/>
          <p:cNvSpPr/>
          <p:nvPr/>
        </p:nvSpPr>
        <p:spPr>
          <a:xfrm>
            <a:off x="7452360" y="1965960"/>
            <a:ext cx="4204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6" name="Text 12"/>
          <p:cNvSpPr/>
          <p:nvPr/>
        </p:nvSpPr>
        <p:spPr>
          <a:xfrm>
            <a:off x="6446520" y="2880360"/>
            <a:ext cx="5164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7" name="Shape 13"/>
          <p:cNvSpPr/>
          <p:nvPr/>
        </p:nvSpPr>
        <p:spPr>
          <a:xfrm>
            <a:off x="548640" y="4023360"/>
            <a:ext cx="5530320" cy="21927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8" name="Shape 14"/>
          <p:cNvSpPr/>
          <p:nvPr/>
        </p:nvSpPr>
        <p:spPr>
          <a:xfrm>
            <a:off x="777240" y="4251960"/>
            <a:ext cx="866880" cy="8668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9" name="Text 15"/>
          <p:cNvSpPr/>
          <p:nvPr/>
        </p:nvSpPr>
        <p:spPr>
          <a:xfrm>
            <a:off x="777240" y="4251960"/>
            <a:ext cx="86688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0" name="Text 16"/>
          <p:cNvSpPr/>
          <p:nvPr/>
        </p:nvSpPr>
        <p:spPr>
          <a:xfrm>
            <a:off x="1783080" y="4297680"/>
            <a:ext cx="4204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1" name="Text 17"/>
          <p:cNvSpPr/>
          <p:nvPr/>
        </p:nvSpPr>
        <p:spPr>
          <a:xfrm>
            <a:off x="777240" y="5212080"/>
            <a:ext cx="5164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2" name="Shape 18"/>
          <p:cNvSpPr/>
          <p:nvPr/>
        </p:nvSpPr>
        <p:spPr>
          <a:xfrm>
            <a:off x="6217920" y="4023360"/>
            <a:ext cx="5530320" cy="21927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3" name="Shape 19"/>
          <p:cNvSpPr/>
          <p:nvPr/>
        </p:nvSpPr>
        <p:spPr>
          <a:xfrm>
            <a:off x="6446520" y="4251960"/>
            <a:ext cx="866880" cy="8668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4" name="Text 20"/>
          <p:cNvSpPr/>
          <p:nvPr/>
        </p:nvSpPr>
        <p:spPr>
          <a:xfrm>
            <a:off x="6446520" y="4251960"/>
            <a:ext cx="86688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5" name="Text 21"/>
          <p:cNvSpPr/>
          <p:nvPr/>
        </p:nvSpPr>
        <p:spPr>
          <a:xfrm>
            <a:off x="7452360" y="4297680"/>
            <a:ext cx="4204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6" name="Text 22"/>
          <p:cNvSpPr/>
          <p:nvPr/>
        </p:nvSpPr>
        <p:spPr>
          <a:xfrm>
            <a:off x="6446520" y="5212080"/>
            <a:ext cx="5164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8" name="Text 23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9" name="Text 24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1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2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3" name="Shape 3"/>
          <p:cNvSpPr/>
          <p:nvPr/>
        </p:nvSpPr>
        <p:spPr>
          <a:xfrm>
            <a:off x="548640" y="1691640"/>
            <a:ext cx="5530320" cy="45702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4" name="Text 4"/>
          <p:cNvSpPr/>
          <p:nvPr/>
        </p:nvSpPr>
        <p:spPr>
          <a:xfrm>
            <a:off x="731520" y="1783080"/>
            <a:ext cx="5027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5" name="Shape 5"/>
          <p:cNvSpPr/>
          <p:nvPr/>
        </p:nvSpPr>
        <p:spPr>
          <a:xfrm>
            <a:off x="777240" y="235008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6" name="Text 6"/>
          <p:cNvSpPr/>
          <p:nvPr/>
        </p:nvSpPr>
        <p:spPr>
          <a:xfrm>
            <a:off x="1005840" y="22402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7" name="Shape 7"/>
          <p:cNvSpPr/>
          <p:nvPr/>
        </p:nvSpPr>
        <p:spPr>
          <a:xfrm>
            <a:off x="777240" y="280728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8" name="Text 8"/>
          <p:cNvSpPr/>
          <p:nvPr/>
        </p:nvSpPr>
        <p:spPr>
          <a:xfrm>
            <a:off x="1005840" y="26974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9" name="Shape 9"/>
          <p:cNvSpPr/>
          <p:nvPr/>
        </p:nvSpPr>
        <p:spPr>
          <a:xfrm>
            <a:off x="777240" y="326448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0" name="Text 10"/>
          <p:cNvSpPr/>
          <p:nvPr/>
        </p:nvSpPr>
        <p:spPr>
          <a:xfrm>
            <a:off x="1005840" y="31546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1" name="Shape 11"/>
          <p:cNvSpPr/>
          <p:nvPr/>
        </p:nvSpPr>
        <p:spPr>
          <a:xfrm>
            <a:off x="777240" y="372168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2" name="Text 12"/>
          <p:cNvSpPr/>
          <p:nvPr/>
        </p:nvSpPr>
        <p:spPr>
          <a:xfrm>
            <a:off x="1005840" y="36118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3" name="Shape 13"/>
          <p:cNvSpPr/>
          <p:nvPr/>
        </p:nvSpPr>
        <p:spPr>
          <a:xfrm>
            <a:off x="777240" y="417888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4" name="Text 14"/>
          <p:cNvSpPr/>
          <p:nvPr/>
        </p:nvSpPr>
        <p:spPr>
          <a:xfrm>
            <a:off x="1005840" y="40690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5" name="Shape 15"/>
          <p:cNvSpPr/>
          <p:nvPr/>
        </p:nvSpPr>
        <p:spPr>
          <a:xfrm>
            <a:off x="777240" y="463608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6" name="Text 16"/>
          <p:cNvSpPr/>
          <p:nvPr/>
        </p:nvSpPr>
        <p:spPr>
          <a:xfrm>
            <a:off x="1005840" y="45262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7" name="Shape 17"/>
          <p:cNvSpPr/>
          <p:nvPr/>
        </p:nvSpPr>
        <p:spPr>
          <a:xfrm>
            <a:off x="777240" y="509328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8" name="Text 18"/>
          <p:cNvSpPr/>
          <p:nvPr/>
        </p:nvSpPr>
        <p:spPr>
          <a:xfrm>
            <a:off x="1005840" y="49834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9" name="Shape 19"/>
          <p:cNvSpPr/>
          <p:nvPr/>
        </p:nvSpPr>
        <p:spPr>
          <a:xfrm>
            <a:off x="777240" y="555048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0" name="Text 20"/>
          <p:cNvSpPr/>
          <p:nvPr/>
        </p:nvSpPr>
        <p:spPr>
          <a:xfrm>
            <a:off x="1005840" y="54406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GitHub Actions — pipeline lint+test+build+deploy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1" name="Shape 21"/>
          <p:cNvSpPr/>
          <p:nvPr/>
        </p:nvSpPr>
        <p:spPr>
          <a:xfrm>
            <a:off x="6263640" y="1691640"/>
            <a:ext cx="5530320" cy="45702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2" name="Text 22"/>
          <p:cNvSpPr/>
          <p:nvPr/>
        </p:nvSpPr>
        <p:spPr>
          <a:xfrm>
            <a:off x="6446520" y="1783080"/>
            <a:ext cx="5027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3" name="Shape 23"/>
          <p:cNvSpPr/>
          <p:nvPr/>
        </p:nvSpPr>
        <p:spPr>
          <a:xfrm>
            <a:off x="6492240" y="23500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4" name="Text 24"/>
          <p:cNvSpPr/>
          <p:nvPr/>
        </p:nvSpPr>
        <p:spPr>
          <a:xfrm>
            <a:off x="6720840" y="22402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sprints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5" name="Shape 25"/>
          <p:cNvSpPr/>
          <p:nvPr/>
        </p:nvSpPr>
        <p:spPr>
          <a:xfrm>
            <a:off x="6492240" y="28072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6" name="Text 26"/>
          <p:cNvSpPr/>
          <p:nvPr/>
        </p:nvSpPr>
        <p:spPr>
          <a:xfrm>
            <a:off x="6720840" y="26974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technique adressée à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7" name="Shape 27"/>
          <p:cNvSpPr/>
          <p:nvPr/>
        </p:nvSpPr>
        <p:spPr>
          <a:xfrm>
            <a:off x="6492240" y="32644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8" name="Text 28"/>
          <p:cNvSpPr/>
          <p:nvPr/>
        </p:nvSpPr>
        <p:spPr>
          <a:xfrm>
            <a:off x="6720840" y="31546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9" name="Shape 29"/>
          <p:cNvSpPr/>
          <p:nvPr/>
        </p:nvSpPr>
        <p:spPr>
          <a:xfrm>
            <a:off x="6492240" y="37216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0" name="Text 30"/>
          <p:cNvSpPr/>
          <p:nvPr/>
        </p:nvSpPr>
        <p:spPr>
          <a:xfrm>
            <a:off x="6720840" y="36118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1" name="Shape 31"/>
          <p:cNvSpPr/>
          <p:nvPr/>
        </p:nvSpPr>
        <p:spPr>
          <a:xfrm>
            <a:off x="6492240" y="41788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2" name="Text 32"/>
          <p:cNvSpPr/>
          <p:nvPr/>
        </p:nvSpPr>
        <p:spPr>
          <a:xfrm>
            <a:off x="6720840" y="40690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3" name="Shape 33"/>
          <p:cNvSpPr/>
          <p:nvPr/>
        </p:nvSpPr>
        <p:spPr>
          <a:xfrm>
            <a:off x="6492240" y="46360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4" name="Text 34"/>
          <p:cNvSpPr/>
          <p:nvPr/>
        </p:nvSpPr>
        <p:spPr>
          <a:xfrm>
            <a:off x="6720840" y="45262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5" name="Shape 35"/>
          <p:cNvSpPr/>
          <p:nvPr/>
        </p:nvSpPr>
        <p:spPr>
          <a:xfrm>
            <a:off x="6492240" y="50932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6" name="Text 36"/>
          <p:cNvSpPr/>
          <p:nvPr/>
        </p:nvSpPr>
        <p:spPr>
          <a:xfrm>
            <a:off x="6720840" y="49834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7" name="Shape 37"/>
          <p:cNvSpPr/>
          <p:nvPr/>
        </p:nvSpPr>
        <p:spPr>
          <a:xfrm>
            <a:off x="6492240" y="55504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8" name="Text 38"/>
          <p:cNvSpPr/>
          <p:nvPr/>
        </p:nvSpPr>
        <p:spPr>
          <a:xfrm>
            <a:off x="6720840" y="54406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0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0" name="Text 39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1" name="Text 40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2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3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4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5" name="Shape 3"/>
          <p:cNvSpPr/>
          <p:nvPr/>
        </p:nvSpPr>
        <p:spPr>
          <a:xfrm>
            <a:off x="480240" y="1691640"/>
            <a:ext cx="3701520" cy="45702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6" name="Shape 4"/>
          <p:cNvSpPr/>
          <p:nvPr/>
        </p:nvSpPr>
        <p:spPr>
          <a:xfrm>
            <a:off x="480240" y="1691640"/>
            <a:ext cx="3701520" cy="4554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7" name="Text 5"/>
          <p:cNvSpPr/>
          <p:nvPr/>
        </p:nvSpPr>
        <p:spPr>
          <a:xfrm>
            <a:off x="480240" y="1691640"/>
            <a:ext cx="3701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8" name="Shape 6"/>
          <p:cNvSpPr/>
          <p:nvPr/>
        </p:nvSpPr>
        <p:spPr>
          <a:xfrm>
            <a:off x="708840" y="246888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9" name="Text 7"/>
          <p:cNvSpPr/>
          <p:nvPr/>
        </p:nvSpPr>
        <p:spPr>
          <a:xfrm>
            <a:off x="983160" y="237744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0" name="Shape 8"/>
          <p:cNvSpPr/>
          <p:nvPr/>
        </p:nvSpPr>
        <p:spPr>
          <a:xfrm>
            <a:off x="708840" y="342900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1" name="Text 9"/>
          <p:cNvSpPr/>
          <p:nvPr/>
        </p:nvSpPr>
        <p:spPr>
          <a:xfrm>
            <a:off x="983160" y="333756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/register, /chat/send via @upstash/ratelimit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2" name="Shape 10"/>
          <p:cNvSpPr/>
          <p:nvPr/>
        </p:nvSpPr>
        <p:spPr>
          <a:xfrm>
            <a:off x="708840" y="438912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3" name="Text 11"/>
          <p:cNvSpPr/>
          <p:nvPr/>
        </p:nvSpPr>
        <p:spPr>
          <a:xfrm>
            <a:off x="983160" y="429768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4" name="Shape 12"/>
          <p:cNvSpPr/>
          <p:nvPr/>
        </p:nvSpPr>
        <p:spPr>
          <a:xfrm>
            <a:off x="708840" y="534924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5" name="Text 13"/>
          <p:cNvSpPr/>
          <p:nvPr/>
        </p:nvSpPr>
        <p:spPr>
          <a:xfrm>
            <a:off x="983160" y="525780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6" name="Shape 14"/>
          <p:cNvSpPr/>
          <p:nvPr/>
        </p:nvSpPr>
        <p:spPr>
          <a:xfrm>
            <a:off x="4229280" y="1691640"/>
            <a:ext cx="3701520" cy="45702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7" name="Shape 15"/>
          <p:cNvSpPr/>
          <p:nvPr/>
        </p:nvSpPr>
        <p:spPr>
          <a:xfrm>
            <a:off x="4229280" y="1691640"/>
            <a:ext cx="3701520" cy="4554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8" name="Text 16"/>
          <p:cNvSpPr/>
          <p:nvPr/>
        </p:nvSpPr>
        <p:spPr>
          <a:xfrm>
            <a:off x="4229280" y="1691640"/>
            <a:ext cx="3701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9" name="Shape 17"/>
          <p:cNvSpPr/>
          <p:nvPr/>
        </p:nvSpPr>
        <p:spPr>
          <a:xfrm>
            <a:off x="4457880" y="2468880"/>
            <a:ext cx="144360" cy="14436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0" name="Text 18"/>
          <p:cNvSpPr/>
          <p:nvPr/>
        </p:nvSpPr>
        <p:spPr>
          <a:xfrm>
            <a:off x="4732200" y="237744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1" name="Shape 19"/>
          <p:cNvSpPr/>
          <p:nvPr/>
        </p:nvSpPr>
        <p:spPr>
          <a:xfrm>
            <a:off x="4457880" y="3429000"/>
            <a:ext cx="144360" cy="14436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2" name="Text 20"/>
          <p:cNvSpPr/>
          <p:nvPr/>
        </p:nvSpPr>
        <p:spPr>
          <a:xfrm>
            <a:off x="4732200" y="333756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3" name="Shape 21"/>
          <p:cNvSpPr/>
          <p:nvPr/>
        </p:nvSpPr>
        <p:spPr>
          <a:xfrm>
            <a:off x="4457880" y="4389120"/>
            <a:ext cx="144360" cy="14436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4" name="Text 22"/>
          <p:cNvSpPr/>
          <p:nvPr/>
        </p:nvSpPr>
        <p:spPr>
          <a:xfrm>
            <a:off x="4732200" y="429768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5" name="Shape 23"/>
          <p:cNvSpPr/>
          <p:nvPr/>
        </p:nvSpPr>
        <p:spPr>
          <a:xfrm>
            <a:off x="4457880" y="5349240"/>
            <a:ext cx="144360" cy="14436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6" name="Text 24"/>
          <p:cNvSpPr/>
          <p:nvPr/>
        </p:nvSpPr>
        <p:spPr>
          <a:xfrm>
            <a:off x="4732200" y="525780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 &amp;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signaleme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7" name="Shape 25"/>
          <p:cNvSpPr/>
          <p:nvPr/>
        </p:nvSpPr>
        <p:spPr>
          <a:xfrm>
            <a:off x="7978320" y="1691640"/>
            <a:ext cx="3701520" cy="45702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8" name="Shape 26"/>
          <p:cNvSpPr/>
          <p:nvPr/>
        </p:nvSpPr>
        <p:spPr>
          <a:xfrm>
            <a:off x="7978320" y="1691640"/>
            <a:ext cx="3701520" cy="4554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9" name="Text 27"/>
          <p:cNvSpPr/>
          <p:nvPr/>
        </p:nvSpPr>
        <p:spPr>
          <a:xfrm>
            <a:off x="7978320" y="1691640"/>
            <a:ext cx="3701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0" name="Shape 28"/>
          <p:cNvSpPr/>
          <p:nvPr/>
        </p:nvSpPr>
        <p:spPr>
          <a:xfrm>
            <a:off x="8206920" y="2468880"/>
            <a:ext cx="144360" cy="1443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1" name="Text 29"/>
          <p:cNvSpPr/>
          <p:nvPr/>
        </p:nvSpPr>
        <p:spPr>
          <a:xfrm>
            <a:off x="8481240" y="237744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2" name="Shape 30"/>
          <p:cNvSpPr/>
          <p:nvPr/>
        </p:nvSpPr>
        <p:spPr>
          <a:xfrm>
            <a:off x="8206920" y="3429000"/>
            <a:ext cx="144360" cy="1443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3" name="Text 31"/>
          <p:cNvSpPr/>
          <p:nvPr/>
        </p:nvSpPr>
        <p:spPr>
          <a:xfrm>
            <a:off x="8481240" y="333756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4" name="Shape 32"/>
          <p:cNvSpPr/>
          <p:nvPr/>
        </p:nvSpPr>
        <p:spPr>
          <a:xfrm>
            <a:off x="8206920" y="4389120"/>
            <a:ext cx="144360" cy="1443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5" name="Text 33"/>
          <p:cNvSpPr/>
          <p:nvPr/>
        </p:nvSpPr>
        <p:spPr>
          <a:xfrm>
            <a:off x="8481240" y="429768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6" name="Shape 34"/>
          <p:cNvSpPr/>
          <p:nvPr/>
        </p:nvSpPr>
        <p:spPr>
          <a:xfrm>
            <a:off x="8206920" y="5349240"/>
            <a:ext cx="144360" cy="1443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7" name="Text 35"/>
          <p:cNvSpPr/>
          <p:nvPr/>
        </p:nvSpPr>
        <p:spPr>
          <a:xfrm>
            <a:off x="8481240" y="525780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9" name="Text 3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0" name="Text 3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1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2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3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4" name="Shape 3"/>
          <p:cNvSpPr/>
          <p:nvPr/>
        </p:nvSpPr>
        <p:spPr>
          <a:xfrm>
            <a:off x="548640" y="1828800"/>
            <a:ext cx="89640" cy="1644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5" name="Text 4"/>
          <p:cNvSpPr/>
          <p:nvPr/>
        </p:nvSpPr>
        <p:spPr>
          <a:xfrm>
            <a:off x="822960" y="1783080"/>
            <a:ext cx="107881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6" name="Text 5"/>
          <p:cNvSpPr/>
          <p:nvPr/>
        </p:nvSpPr>
        <p:spPr>
          <a:xfrm>
            <a:off x="822960" y="2697480"/>
            <a:ext cx="107881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7" name="Shape 6"/>
          <p:cNvSpPr/>
          <p:nvPr/>
        </p:nvSpPr>
        <p:spPr>
          <a:xfrm>
            <a:off x="548640" y="3657600"/>
            <a:ext cx="2695680" cy="18270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8" name="Shape 7"/>
          <p:cNvSpPr/>
          <p:nvPr/>
        </p:nvSpPr>
        <p:spPr>
          <a:xfrm>
            <a:off x="1600200" y="3886200"/>
            <a:ext cx="592560" cy="5925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9" name="Text 8"/>
          <p:cNvSpPr/>
          <p:nvPr/>
        </p:nvSpPr>
        <p:spPr>
          <a:xfrm>
            <a:off x="1600200" y="3886200"/>
            <a:ext cx="592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0" name="Text 9"/>
          <p:cNvSpPr/>
          <p:nvPr/>
        </p:nvSpPr>
        <p:spPr>
          <a:xfrm>
            <a:off x="640080" y="4572000"/>
            <a:ext cx="251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1" name="Text 10"/>
          <p:cNvSpPr/>
          <p:nvPr/>
        </p:nvSpPr>
        <p:spPr>
          <a:xfrm>
            <a:off x="640080" y="4937760"/>
            <a:ext cx="25128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2" name="Shape 11"/>
          <p:cNvSpPr/>
          <p:nvPr/>
        </p:nvSpPr>
        <p:spPr>
          <a:xfrm>
            <a:off x="3383280" y="3657600"/>
            <a:ext cx="2695680" cy="18270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3" name="Shape 12"/>
          <p:cNvSpPr/>
          <p:nvPr/>
        </p:nvSpPr>
        <p:spPr>
          <a:xfrm>
            <a:off x="4434840" y="3886200"/>
            <a:ext cx="592560" cy="5925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4" name="Text 13"/>
          <p:cNvSpPr/>
          <p:nvPr/>
        </p:nvSpPr>
        <p:spPr>
          <a:xfrm>
            <a:off x="4434840" y="3886200"/>
            <a:ext cx="592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5" name="Text 14"/>
          <p:cNvSpPr/>
          <p:nvPr/>
        </p:nvSpPr>
        <p:spPr>
          <a:xfrm>
            <a:off x="3474720" y="4572000"/>
            <a:ext cx="251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6" name="Text 15"/>
          <p:cNvSpPr/>
          <p:nvPr/>
        </p:nvSpPr>
        <p:spPr>
          <a:xfrm>
            <a:off x="3474720" y="4937760"/>
            <a:ext cx="25128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7" name="Shape 16"/>
          <p:cNvSpPr/>
          <p:nvPr/>
        </p:nvSpPr>
        <p:spPr>
          <a:xfrm>
            <a:off x="6217920" y="3657600"/>
            <a:ext cx="2695680" cy="18270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8" name="Shape 17"/>
          <p:cNvSpPr/>
          <p:nvPr/>
        </p:nvSpPr>
        <p:spPr>
          <a:xfrm>
            <a:off x="7269480" y="3886200"/>
            <a:ext cx="592560" cy="5925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9" name="Text 18"/>
          <p:cNvSpPr/>
          <p:nvPr/>
        </p:nvSpPr>
        <p:spPr>
          <a:xfrm>
            <a:off x="7269480" y="3886200"/>
            <a:ext cx="592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0" name="Text 19"/>
          <p:cNvSpPr/>
          <p:nvPr/>
        </p:nvSpPr>
        <p:spPr>
          <a:xfrm>
            <a:off x="6309360" y="4572000"/>
            <a:ext cx="251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1" name="Text 20"/>
          <p:cNvSpPr/>
          <p:nvPr/>
        </p:nvSpPr>
        <p:spPr>
          <a:xfrm>
            <a:off x="6309360" y="4937760"/>
            <a:ext cx="25128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2" name="Shape 21"/>
          <p:cNvSpPr/>
          <p:nvPr/>
        </p:nvSpPr>
        <p:spPr>
          <a:xfrm>
            <a:off x="9052560" y="3657600"/>
            <a:ext cx="2695680" cy="18270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3" name="Shape 22"/>
          <p:cNvSpPr/>
          <p:nvPr/>
        </p:nvSpPr>
        <p:spPr>
          <a:xfrm>
            <a:off x="10104120" y="3886200"/>
            <a:ext cx="592560" cy="5925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4" name="Text 23"/>
          <p:cNvSpPr/>
          <p:nvPr/>
        </p:nvSpPr>
        <p:spPr>
          <a:xfrm>
            <a:off x="10104120" y="3886200"/>
            <a:ext cx="592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5" name="Text 24"/>
          <p:cNvSpPr/>
          <p:nvPr/>
        </p:nvSpPr>
        <p:spPr>
          <a:xfrm>
            <a:off x="9144000" y="4572000"/>
            <a:ext cx="251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6" name="Text 25"/>
          <p:cNvSpPr/>
          <p:nvPr/>
        </p:nvSpPr>
        <p:spPr>
          <a:xfrm>
            <a:off x="9144000" y="4937760"/>
            <a:ext cx="25128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7" name="Text 26"/>
          <p:cNvSpPr/>
          <p:nvPr/>
        </p:nvSpPr>
        <p:spPr>
          <a:xfrm>
            <a:off x="548640" y="5852160"/>
            <a:ext cx="11062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Disponible pour </a:t>
            </a: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une alternance · </a:t>
            </a: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12 mois · </a:t>
            </a: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Normandie / </a:t>
            </a: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télétravail · CDA </a:t>
            </a: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9" name="Text 27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0" name="Text 28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1" name="Shape 0"/>
          <p:cNvSpPr/>
          <p:nvPr/>
        </p:nvSpPr>
        <p:spPr>
          <a:xfrm>
            <a:off x="-2743200" y="3200400"/>
            <a:ext cx="7313400" cy="731340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2" name="Shape 1"/>
          <p:cNvSpPr/>
          <p:nvPr/>
        </p:nvSpPr>
        <p:spPr>
          <a:xfrm>
            <a:off x="7589520" y="-2743200"/>
            <a:ext cx="7313400" cy="731340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3" name="Text 2"/>
          <p:cNvSpPr/>
          <p:nvPr/>
        </p:nvSpPr>
        <p:spPr>
          <a:xfrm>
            <a:off x="457200" y="3108960"/>
            <a:ext cx="112453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4" name="Text 3"/>
          <p:cNvSpPr/>
          <p:nvPr/>
        </p:nvSpPr>
        <p:spPr>
          <a:xfrm>
            <a:off x="474120" y="4343400"/>
            <a:ext cx="11245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5" name="Text 8"/>
          <p:cNvSpPr/>
          <p:nvPr/>
        </p:nvSpPr>
        <p:spPr>
          <a:xfrm>
            <a:off x="3657600" y="5212080"/>
            <a:ext cx="363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6" name="Text 16"/>
          <p:cNvSpPr/>
          <p:nvPr/>
        </p:nvSpPr>
        <p:spPr>
          <a:xfrm>
            <a:off x="457200" y="6172200"/>
            <a:ext cx="112453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87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7920" cy="195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8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4320" cy="412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dcterms:modified xsi:type="dcterms:W3CDTF">2026-05-22T07:12:16Z</dcterms:modified>
  <cp:revision>15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