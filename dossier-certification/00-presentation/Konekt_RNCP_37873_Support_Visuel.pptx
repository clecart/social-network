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63399534"/>
        <c:axId val="51555041"/>
      </c:barChart>
      <c:catAx>
        <c:axId val="6339953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1555041"/>
        <c:crosses val="autoZero"/>
        <c:auto val="1"/>
        <c:lblAlgn val="ctr"/>
        <c:lblOffset val="100"/>
        <c:noMultiLvlLbl val="0"/>
      </c:catAx>
      <c:valAx>
        <c:axId val="51555041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6339953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1BC9D9-D0B4-4A0C-B22C-5F0286A3CE4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DF10BC-D13E-4E34-9F5E-B62F81685E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6CED86-2E93-4F2F-9D9D-1F29445C9A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1771A2-1DB3-48B2-975C-81A5D83201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71F16D-11AD-44D7-BBC4-03B9C5A26A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9CB309-65A8-442B-8F4A-38E2B879E1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B6AF74-89D6-422D-86B1-F5EA08A61E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C84AF8-D68B-4C31-A3C6-AA71B3C412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90CD06-9988-4330-AA15-8D49B099E3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DC41A5-71B5-497E-B11A-4687072CE8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4B0800-654C-4508-B6AF-81A1FE9727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1D03AD-4328-4363-A7ED-F273D45AB28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F3828B-6721-4D61-821C-BE147A55A3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0FAB54-FC03-43A1-A631-64D6EDE68C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3DA501-75D9-42BF-AA5D-4076EB603C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0E3678-6567-4A70-9CE3-797B69BEF5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EC0D6F-99F3-46C6-97DE-01FC6537CA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04589F-C669-4A14-8586-4C8169AEDB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3C7A0B-2314-4E60-AABD-E78E043084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A7B8E5-1A2D-4503-B5E7-C44B526942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DAB3644-8CA3-4E1A-BBBF-18DAE431A74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17EEAB-1F18-4804-80D2-F1A3E60EF2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BCFF0A-1BCA-4798-8BC3-023CC5A08D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CEE8B8-AEEF-4757-BED9-2EDB889497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3A72ED-7282-47E1-A856-0603209668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08CC81-3552-4993-B585-AF5EFE8CA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4EFC8D-2ABA-4B48-8521-F75858079B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FAFA2E-1BBE-4D28-90EB-1683526E5F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A581F89-9FE9-4FE6-94FB-33DA54D2DD6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2D9E5F-A03D-46F4-B426-3AE0A05BA4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338FAF-479A-49BA-B3B2-876D3E20C7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4BD69B-73E3-48B3-B4B2-D24DB64400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7EB10C-0942-447A-BB1D-46CF29D2A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D4BB65-3535-4991-968F-2FEFCA87E9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B040E5-67A3-4828-8EC4-1987F095FA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EF4C1C-42D5-4CF2-8CD1-74B513A1BA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5B1D7C-4F3F-46D4-AB6C-270695EFE8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20AD92-F141-4214-9E09-6B5721018E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8485F7-0758-4D70-B399-1B9786273A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ED8570-5BFD-47F0-84E6-06E5FF67EE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696D55-E008-433F-8C22-B833F3A422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BE9F2E-07F0-465B-B667-0D69BD7D15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B57DEAB-3155-4B5B-B981-4191C33AE0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399060-B0F1-4C15-97A9-E46731F850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05F621-B162-4232-A4E2-AD95CDA838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047D88-678C-45DF-9071-3A4C316ED5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2B9740F-05BC-4F5E-BCBC-16A6C36AEB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440" cy="308232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440" cy="359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7840" cy="45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7B90F5-D6C5-4D94-BB5D-FDD96A10A0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1240" cy="731124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6840" cy="63968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9240" cy="273924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3480" cy="40752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34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444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44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 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4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3320" cy="32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124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1800" cy="412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3640" cy="365364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1960" cy="164196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autom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atisati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on,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produ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0280" cy="63612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90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4400" cy="3618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00" tIns="45000" rIns="7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24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péte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nces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668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2120" cy="292212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2120" cy="36180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2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84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industriel au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8440" cy="12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pendant 20 ans (KONE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Ascenseurs, SOCOTEC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Équipements), j'ai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entamé en 2024 une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transition complète vers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développement full-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 via la formation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 Rouen </a:t>
            </a: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0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</a:t>
            </a: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rtif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ica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ée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(R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4840" cy="127620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484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48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7000" cy="118476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8960" cy="5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89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896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8960" cy="53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192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5200" cy="182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terrain, puis le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0760" cy="45680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5080" cy="32508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5080" cy="32508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5080" cy="32508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5080" cy="32508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5080" cy="32508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33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5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0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8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4680" cy="5446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4680" cy="62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468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4680" cy="5446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4680" cy="5446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468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0600" cy="168768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7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77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816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52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61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6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4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0520" cy="42944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4600" cy="33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4600" cy="33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2920" cy="142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4600" cy="33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548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4600" cy="33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3480" cy="1048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2920" cy="14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82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3480" cy="20998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2920" cy="14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1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3480" cy="1048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2920" cy="1429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4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7200" cy="42944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14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8240" cy="4082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8240" cy="4082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8240" cy="4082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8240" cy="408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82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85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1240" cy="4075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18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39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5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5840" cy="105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5840" cy="10584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5840" cy="105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32760" rIns="5292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66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5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·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892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8920" cy="178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89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8920" cy="1789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19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196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approuvée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78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096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6120" cy="6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6120" cy="9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8440" cy="7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3880" cy="182484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1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10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3880" cy="13676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38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38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5840" cy="1093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5840" cy="1093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5840" cy="1093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0280" cy="109332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5840" cy="1093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2920" tIns="45000" rIns="52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924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8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intégration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78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0600" cy="27392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06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200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1960" cy="273924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196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908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3480" cy="273924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34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9160" cy="20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7480" cy="100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7480" cy="100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7960" cy="100188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7480" cy="100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3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0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628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6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8960" cy="498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8960" cy="498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896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8960" cy="498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0960" cy="8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8960" cy="498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8960" cy="498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896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3640" cy="196200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8960" cy="498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896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78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7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3480" cy="144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3480" cy="144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3480" cy="145908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34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3480" cy="14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06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3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0280" cy="141336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452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0280" cy="273924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3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0280" cy="70920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45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0280" cy="81900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308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9600" cy="347436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3080" cy="1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3560" cy="456804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9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0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628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9240" cy="144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9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4920" cy="4568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3400" cy="173340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340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340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1880" cy="100188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1880" cy="100188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1880" cy="100188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1880" cy="100188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1880" cy="100188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1880" cy="100188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18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1001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10018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616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3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1960" cy="100188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9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3880" cy="264780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9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36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4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4720" cy="28872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472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3880" cy="100188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3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34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69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5240" cy="456804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360" cy="230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67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2040" cy="31608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2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6760" cy="13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67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9240" cy="86472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0760" cy="8647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49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49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2440" cy="32508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2440" cy="32508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34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620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9160" cy="32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196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1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3640" cy="77328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220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94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0280" cy="77328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3080" cy="68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21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50520" cy="498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50520" cy="498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50520" cy="498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748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50520" cy="498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50520" cy="498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5052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5052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2760" cy="8748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3480" cy="19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7480" cy="87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348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7480" cy="87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748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9120" cy="19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7480" cy="87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50920" cy="1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7480" cy="874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948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7480" cy="87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7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912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-21960" rIns="345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7880" cy="104760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9040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3480" cy="19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7480" cy="87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7480" cy="19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748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7480" cy="87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2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–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7520" cy="47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75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7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7520" cy="6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6200" cy="49896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62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9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66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50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34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0280" cy="95616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308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5480" cy="13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9120" cy="2236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9120" cy="22363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9120" cy="22363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9120" cy="223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9120" cy="22363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3640" cy="223632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9120" cy="22363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788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0400" cy="28872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04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780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54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752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7520" cy="83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180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81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7640" cy="25200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8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5280" cy="361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528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5280" cy="361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52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096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5840" cy="864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16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5840" cy="8647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5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5840" cy="864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1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1240" cy="8647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5840" cy="864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2920" tIns="45000" rIns="52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3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2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5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940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2000" cy="9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7960" cy="13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9000" cy="152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5120" cy="400104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7600" cy="28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5600" cy="7318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5600" cy="73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5600" cy="73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5600" cy="73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7800" tIns="45000" rIns="378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70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8560" cy="2415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85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884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0280" cy="68184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308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continu — Vercel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6120" cy="63612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6120" cy="6361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61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6120" cy="6361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612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6120" cy="6361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6120" cy="8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6120" cy="6361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6120" cy="6361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612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6120" cy="63612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7640" cy="21906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6120" cy="6361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612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62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6200" cy="7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0280" cy="155052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24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4520" cy="1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0680" cy="691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29896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0680" cy="691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intégration Git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1552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1040" cy="6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932080" y="2514600"/>
            <a:ext cx="1972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104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1040" cy="69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74864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0680" cy="691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56520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0680" cy="1184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0680" cy="69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06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06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06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4040" cy="2464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396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Flux de déploiement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push vers main → Vercel build automatique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68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6480" cy="2464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7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DOCKER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Dockerfile multi-stage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12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6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# Stage 1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RUN bun install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RUN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RUN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# Stage 2 —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FROM oven/bun:1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CMD ["sh", "-c", "prisma migrate deploy &amp;&amp; bun 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40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6480" cy="45680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07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Pourquoi multi-stage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78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builder : compile + génère les artefacts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runner : image finale légère (sans devDeps)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Image ~400 MB vs ~1 GB sans multi-stage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Sécurité : pas de secrets ou devtools en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Reproductibilité : même image local et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780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Rollback facile : image versionnée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45000" rIns="34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DOCKER COMPOSE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Deux profils — dev &amp; prod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3640" cy="87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dev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Développement local avec hot-reload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+ watch + polling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dev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volume monté, hot reload actif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3640" cy="87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prod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Docker multi-stage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standalone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prod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de production identique au déployé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3640" cy="45680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3640" cy="874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756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Variables d'environnement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0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Fichier .env à la racine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7880" cy="45324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500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DATABASE_URL, JWT_SECRET, REDIS_URL...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env_file: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- .env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644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/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Secrets jamais committés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78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via .gitignore + .env.example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7520" cy="58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7520" cy="5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1240" cy="456804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3200" cy="13320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3200" cy="13320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3200" cy="13320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600" tIns="45000" rIns="666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2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548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6480" cy="456804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64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7520" cy="407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7520" cy="407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7520" cy="44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7520" cy="407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7520" cy="407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7520" cy="407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352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7520" cy="40752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75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9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4680" cy="5446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4680" cy="61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auto sur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4680" cy="5446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9360" cy="42022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46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4680" cy="5446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468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352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352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0280" cy="27036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30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32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804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8960" cy="49896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896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8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80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3520" cy="164196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3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352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88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5280" cy="214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8160" cy="232776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528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8120" cy="187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3640" cy="155052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364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3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19800" cy="155052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40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4040" cy="109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Conteneuriser et déployer une application en environnement de production sécurisé, avec monitoring et capacité de rollback.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88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: déploiement continu par intégration Git native, secrets via env vars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8160" cy="104760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7480" cy="1047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24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2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692640" y="5989320"/>
            <a:ext cx="36536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599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599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4885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4885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Docker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171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171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457200" y="5989320"/>
            <a:ext cx="2190600" cy="27036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457200" y="5989320"/>
            <a:ext cx="219060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4720" cy="8647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4720" cy="8647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4720" cy="11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4720" cy="8647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472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8160" cy="2190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4720" cy="8647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4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228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240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Vercel — intégration Git, preview PR, rollback one-click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8160" cy="456804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52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2200" cy="14220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236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2200" cy="14220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2200" cy="14220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9360" cy="45680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93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2200" cy="1422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3560" cy="8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124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884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9120" cy="773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560" tIns="45000" rIns="34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7480" cy="1641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596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596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0400" cy="59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0400" cy="59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0400" cy="59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0400" cy="59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3520" cy="182484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0400" cy="59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0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06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0640" cy="49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360" cy="27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612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1240" cy="731124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1240" cy="731124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3160" cy="8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316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1800" cy="63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3160" cy="27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5760" cy="195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2160" cy="412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2026-05-24T03:29:45Z</dcterms:modified>
  <cp:revision>42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