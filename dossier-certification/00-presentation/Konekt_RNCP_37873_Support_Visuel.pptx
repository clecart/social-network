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hart2.xml" ContentType="application/vnd.openxmlformats-officedocument.drawingml.chart+xml"/>
  <Override PartName="/ppt/charts/colors2.xml" ContentType="application/vnd.ms-office.chartcolorstyle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50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52.xml" ContentType="application/vnd.openxmlformats-officedocument.presentationml.slide+xml"/>
  <Override PartName="/ppt/slides/slide14.xml" ContentType="application/vnd.openxmlformats-officedocument.presentationml.slide+xml"/>
  <Override PartName="/ppt/slides/slide5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53.xml" ContentType="application/vnd.openxmlformats-officedocument.presentationml.slide+xml"/>
  <Override PartName="/ppt/slides/slide56.xml" ContentType="application/vnd.openxmlformats-officedocument.presentationml.slide+xml"/>
  <Override PartName="/ppt/slides/slide24.xml" ContentType="application/vnd.openxmlformats-officedocument.presentationml.slide+xml"/>
  <Override PartName="/ppt/slides/slide55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4.xml" ContentType="application/vnd.openxmlformats-officedocument.presentationml.slide+xml"/>
  <Override PartName="/ppt/slides/slide36.xml" ContentType="application/vnd.openxmlformats-officedocument.presentationml.slide+xml"/>
  <Override PartName="/ppt/slides/slide34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_rels/chart2.xml.rels><?xml version="1.0" encoding="UTF-8"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25588752"/>
        <c:axId val="22536120"/>
      </c:barChart>
      <c:catAx>
        <c:axId val="255887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22536120"/>
        <c:crosses val="autoZero"/>
        <c:auto val="1"/>
        <c:lblAlgn val="ctr"/>
        <c:lblOffset val="100"/>
        <c:noMultiLvlLbl val="0"/>
      </c:catAx>
      <c:valAx>
        <c:axId val="22536120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25588752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23BE065-1933-4164-B5A0-57A4F8BFD3C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FB48056-EE96-4723-8939-EF0D4290C8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1DFC3E-AB45-41D9-AEE7-38FDCDFDBC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CBE3DF-091B-4C49-9CCD-D1E3AD7FAB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5B4044-6B51-43E7-95E6-BDBB1784C2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CA768A-B2E0-44C5-85AD-0B9C97A0E1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3D5330-503E-4AE9-A57D-16F3AA5FE7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30963A-98D7-4DA6-BC5E-21A3750CA1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409C77-F3C8-47DD-A38C-A82F272271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2DEE10-7485-4CFD-B148-FE968D79FF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51F814-B63C-4630-BE93-E59611063C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BA4D2E-62A1-4B64-B022-344257A577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8102BA-9C0D-4BD8-B1E5-E76893BD7E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0402E9-DAA5-467B-9F61-635926E9B6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846C79-975C-444C-9F26-815145B330A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4E765F-0620-42C5-A0DD-4F0A2B43B3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3EF6EF-C039-4B94-9179-4754855050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E27468-CF52-4956-AF80-2F356206C9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692878-1218-4D71-BAF0-E70B69BF8E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5E76A7-5F66-4C55-9105-E057AA55AE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A93B08-D12E-4960-B8C4-B8A91691E5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9A1755-0403-435C-8410-910CCD0179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1AE9F4B-F07C-43DE-ACE2-EF072D1B0D6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A60687-54AE-40BF-9F5F-5DE6A5D71B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EBB232-6D9C-4EF9-A766-67FB8CB995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92AA1A-64FF-4567-8DFF-F28B0841CA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053232-2E94-4487-A49C-E6E11A6AAA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B73B6F-1C3D-4C45-8B7D-895350694E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0B566B-235C-4048-8887-0CA4163FF06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192F134-AC9E-4FB3-99C2-160C90D97A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548841-A4D5-4C62-9310-C58B63BA59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969E6F-0924-4CEC-B373-0034DE041E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5D61C3-3019-4CC1-975B-E393C470CA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54966C-595A-427A-B01F-E2FA38DD14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BF2CC3-0030-43CF-80BC-2881678829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F1A1F8-5215-46A5-A5CD-FAA3A79FD6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841F91-4DE1-4069-9907-3BD6836DE5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0A1F56-13C6-4030-8B9D-28FDCEDB57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492441-5D53-4A14-9DB8-3B8A0DD484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D748DE-EECF-4DE8-A902-E9331AEEF9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0C773E-55E5-4CB0-AA70-A61A94323F4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002781-354C-4B53-8AD5-688EB6044F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8B3181-2412-4475-8C90-17A13BC532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20E54D-7C16-4C8A-8A9F-92D2C8233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C7FC04-BE21-4854-B335-189F7A3E50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EAB70D-BC69-4A1E-93FF-3815CB2E6F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CCDC2C-EDA3-4B9D-85CE-AEAAEAF0CE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BEC1F5-7B9C-4196-94A7-282ACE2681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4120" cy="731412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9720" cy="639972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42120" cy="274212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6360" cy="41040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6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73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73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7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6200" cy="35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41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4680" cy="4123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6520" cy="365652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4840" cy="164484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</a:t>
            </a: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3160" cy="63900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21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7280" cy="3646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640" tIns="45000" rIns="86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5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5000" cy="292500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5000" cy="36468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5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71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713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7720" cy="12790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7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7720" cy="12790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7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7720" cy="12790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7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7720" cy="127908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772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77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074920"/>
            <a:ext cx="7679880" cy="118764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501840" cy="501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304880" y="5342040"/>
            <a:ext cx="501840" cy="56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4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501840" cy="501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77320"/>
            <a:ext cx="50184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4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501840" cy="501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50184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4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501840" cy="501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4133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4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8080" cy="182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3640" cy="457092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7960" cy="32796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7960" cy="32796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7960" cy="32796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7960" cy="32796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7960" cy="32796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7960" cy="32796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62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2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71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3480" cy="16905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7560" cy="54756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7560" cy="63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10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3480" cy="16905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7560" cy="54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7560" cy="8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10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3480" cy="16905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7560" cy="5475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756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10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3480" cy="16905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7560" cy="54756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756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10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3480" cy="169056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7560" cy="54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106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3104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8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3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3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3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Pull 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3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3104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81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9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9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9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9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9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7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6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3400" cy="42973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8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7480" cy="36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5800" cy="1458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5800" cy="1458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5800" cy="1458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8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7480" cy="36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5800" cy="145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5800" cy="145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5800" cy="145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5800" cy="145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5800" cy="145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8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7480" cy="36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5800" cy="145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5800" cy="145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5800" cy="145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5800" cy="145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8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7480" cy="36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5800" cy="145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5800" cy="145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5800" cy="145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5800" cy="145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31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6360" cy="1051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5800" cy="145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311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6360" cy="2102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5800" cy="145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40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6360" cy="10512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5800" cy="1458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76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20080" cy="42973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43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11120" cy="4111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11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51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11120" cy="41112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11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51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11120" cy="4111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11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51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11120" cy="4111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111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5140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7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41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4120" cy="410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4720" cy="227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47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6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#118  Stabilisation Docker/Neon/Prisma/Redis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8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arocchet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wants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to merge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18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commits 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into 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  ←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from 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fix/dock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er-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stabilis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8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8720" cy="108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feat(docker):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9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multi-stage build avec image Bun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8720" cy="1087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fix(prisma):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9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openssl + migrate deploy au boot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8720" cy="10872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chore(deps):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9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bump @upstash/redis to 1.35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8720" cy="1087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32760" rIns="5436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test(auth):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95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add register integration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8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81800" cy="181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72000"/>
            <a:ext cx="1818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81800" cy="181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46320"/>
            <a:ext cx="1818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81800" cy="181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120640"/>
            <a:ext cx="1818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81800" cy="1818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94960"/>
            <a:ext cx="1818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48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4840" cy="364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760720"/>
            <a:ext cx="16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0644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9360" cy="4570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3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50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50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50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50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10400" cy="4104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506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384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384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6760" cy="18277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9000" cy="6390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281120"/>
            <a:ext cx="639000" cy="88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6760" cy="18277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9000" cy="6390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Chat, SSE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6760" cy="18277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9000" cy="6390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900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6760" cy="18277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9000" cy="6390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41320" cy="7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6760" cy="182772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9000" cy="6390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6760" cy="13705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6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6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6760" cy="13705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6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6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6760" cy="13705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6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6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6760" cy="13705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6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6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6760" cy="137052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6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67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3160" cy="10962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8720" cy="10962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3160" cy="10962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8720" cy="10962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3160" cy="10962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8720" cy="10962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3160" cy="109620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8720" cy="1096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360" tIns="45000" rIns="54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72000" cy="22392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72000" cy="22392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72000" cy="22392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 managée, branches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72000" cy="22392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72000" cy="2239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72000" cy="22392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3480" cy="274212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3480" cy="364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3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488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4840" cy="274212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4840" cy="364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6196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6360" cy="274212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6360" cy="364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102040" cy="21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30840" cy="10047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90360" cy="1004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6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30840" cy="10047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90360" cy="10047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6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30840" cy="100476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90360" cy="1004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6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3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916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9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501840" cy="5018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2860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501840" cy="5018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2860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501840" cy="5018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2860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501840" cy="5018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4348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501840" cy="5018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4348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6520" cy="196488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501840" cy="50184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4348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90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90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pc="201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3160" cy="8218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5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toute technologie. On y identifie les entités, leurs attributs et les cardinalités entre 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6360" cy="146196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6360" cy="172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34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6360" cy="146196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6360" cy="172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34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6360" cy="146196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63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6360" cy="172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34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6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6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3160" cy="141624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93776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257800"/>
            <a:ext cx="106974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3160" cy="8218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5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3160" cy="274212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5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3160" cy="71208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7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3160" cy="82188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5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063160" cy="324504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788080"/>
            <a:ext cx="10605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donnée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 — 18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639" name="Image 0" descr="/sessions/sweet-funny-newton/mnt/outputs/build/assets/erd.png"/>
          <p:cNvPicPr/>
          <p:nvPr/>
        </p:nvPicPr>
        <p:blipFill>
          <a:blip r:embed="rId1"/>
          <a:stretch/>
        </p:blipFill>
        <p:spPr>
          <a:xfrm>
            <a:off x="548640" y="1691640"/>
            <a:ext cx="7862760" cy="4570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Shape 3"/>
          <p:cNvSpPr/>
          <p:nvPr/>
        </p:nvSpPr>
        <p:spPr>
          <a:xfrm>
            <a:off x="8595360" y="1691640"/>
            <a:ext cx="3016440" cy="457092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732520" y="178308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5"/>
          <p:cNvSpPr/>
          <p:nvPr/>
        </p:nvSpPr>
        <p:spPr>
          <a:xfrm>
            <a:off x="8732520" y="2148840"/>
            <a:ext cx="913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9646920" y="2148840"/>
            <a:ext cx="1919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8732520" y="2651760"/>
            <a:ext cx="913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8"/>
          <p:cNvSpPr/>
          <p:nvPr/>
        </p:nvSpPr>
        <p:spPr>
          <a:xfrm>
            <a:off x="9646920" y="2651760"/>
            <a:ext cx="1919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8732520" y="3154680"/>
            <a:ext cx="913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0"/>
          <p:cNvSpPr/>
          <p:nvPr/>
        </p:nvSpPr>
        <p:spPr>
          <a:xfrm>
            <a:off x="9646920" y="3154680"/>
            <a:ext cx="1919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1"/>
          <p:cNvSpPr/>
          <p:nvPr/>
        </p:nvSpPr>
        <p:spPr>
          <a:xfrm>
            <a:off x="8732520" y="3657600"/>
            <a:ext cx="913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46920" y="3657600"/>
            <a:ext cx="1919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8732520" y="4297680"/>
            <a:ext cx="2742120" cy="1728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1" name="Text 14"/>
          <p:cNvSpPr/>
          <p:nvPr/>
        </p:nvSpPr>
        <p:spPr>
          <a:xfrm>
            <a:off x="8732520" y="438912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8732520" y="466344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8732520" y="491940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7"/>
          <p:cNvSpPr/>
          <p:nvPr/>
        </p:nvSpPr>
        <p:spPr>
          <a:xfrm>
            <a:off x="8732520" y="517536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8732520" y="543168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8732520" y="568764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20"/>
          <p:cNvSpPr/>
          <p:nvPr/>
        </p:nvSpPr>
        <p:spPr>
          <a:xfrm>
            <a:off x="8732520" y="5943600"/>
            <a:ext cx="2742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9" name="Text 21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22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6280" cy="173628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628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62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4760" cy="100476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64664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92096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4760" cy="100476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7592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5024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4760" cy="100476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9548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6980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4760" cy="100476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31504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8936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4760" cy="100476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94432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21864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4760" cy="100476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31504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8936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4760" cy="100476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9548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6980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4760" cy="100476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4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75920"/>
            <a:ext cx="1004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50240"/>
            <a:ext cx="10047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90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ln>
                <a:solidFill>
                  <a:srgbClr val="FFFFFF"/>
                </a:solidFill>
              </a:ln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ln>
                <a:solidFill>
                  <a:srgbClr val="FFFFFF"/>
                </a:solidFill>
              </a:ln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4840" cy="100476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61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ln>
                <a:solidFill>
                  <a:srgbClr val="FFFFFF"/>
                </a:solidFill>
              </a:ln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6760" cy="265068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619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6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7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7600" cy="29160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7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6760" cy="100476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6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6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6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62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1603440" y="1874520"/>
            <a:ext cx="3101760" cy="425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24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cursor-based.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cursor-based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24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24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24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8120" cy="457092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731520" y="2825280"/>
            <a:ext cx="4845240" cy="234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9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4920" cy="31896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49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964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9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42120" cy="86760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3640" cy="867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000" tIns="45000" rIns="27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7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7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4" name="Shape 4"/>
          <p:cNvSpPr/>
          <p:nvPr/>
        </p:nvSpPr>
        <p:spPr>
          <a:xfrm>
            <a:off x="685800" y="17830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914400" y="169164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6"/>
          <p:cNvSpPr/>
          <p:nvPr/>
        </p:nvSpPr>
        <p:spPr>
          <a:xfrm>
            <a:off x="2651760" y="169164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7"/>
          <p:cNvSpPr/>
          <p:nvPr/>
        </p:nvSpPr>
        <p:spPr>
          <a:xfrm>
            <a:off x="3931920" y="169164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Shape 8"/>
          <p:cNvSpPr/>
          <p:nvPr/>
        </p:nvSpPr>
        <p:spPr>
          <a:xfrm>
            <a:off x="6217920" y="169164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9" name="Shape 9"/>
          <p:cNvSpPr/>
          <p:nvPr/>
        </p:nvSpPr>
        <p:spPr>
          <a:xfrm>
            <a:off x="6355080" y="17830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0" name="Text 10"/>
          <p:cNvSpPr/>
          <p:nvPr/>
        </p:nvSpPr>
        <p:spPr>
          <a:xfrm>
            <a:off x="6583680" y="169164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11"/>
          <p:cNvSpPr/>
          <p:nvPr/>
        </p:nvSpPr>
        <p:spPr>
          <a:xfrm>
            <a:off x="8321040" y="169164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12"/>
          <p:cNvSpPr/>
          <p:nvPr/>
        </p:nvSpPr>
        <p:spPr>
          <a:xfrm>
            <a:off x="9601200" y="169164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13"/>
          <p:cNvSpPr/>
          <p:nvPr/>
        </p:nvSpPr>
        <p:spPr>
          <a:xfrm>
            <a:off x="548640" y="205740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4" name="Shape 14"/>
          <p:cNvSpPr/>
          <p:nvPr/>
        </p:nvSpPr>
        <p:spPr>
          <a:xfrm>
            <a:off x="685800" y="214884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Text 15"/>
          <p:cNvSpPr/>
          <p:nvPr/>
        </p:nvSpPr>
        <p:spPr>
          <a:xfrm>
            <a:off x="914400" y="205740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6"/>
          <p:cNvSpPr/>
          <p:nvPr/>
        </p:nvSpPr>
        <p:spPr>
          <a:xfrm>
            <a:off x="2651760" y="205740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7"/>
          <p:cNvSpPr/>
          <p:nvPr/>
        </p:nvSpPr>
        <p:spPr>
          <a:xfrm>
            <a:off x="3931920" y="205740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8"/>
          <p:cNvSpPr/>
          <p:nvPr/>
        </p:nvSpPr>
        <p:spPr>
          <a:xfrm>
            <a:off x="6217920" y="205740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9"/>
          <p:cNvSpPr/>
          <p:nvPr/>
        </p:nvSpPr>
        <p:spPr>
          <a:xfrm>
            <a:off x="6355080" y="214884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20"/>
          <p:cNvSpPr/>
          <p:nvPr/>
        </p:nvSpPr>
        <p:spPr>
          <a:xfrm>
            <a:off x="6583680" y="205740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1"/>
          <p:cNvSpPr/>
          <p:nvPr/>
        </p:nvSpPr>
        <p:spPr>
          <a:xfrm>
            <a:off x="8321040" y="205740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2"/>
          <p:cNvSpPr/>
          <p:nvPr/>
        </p:nvSpPr>
        <p:spPr>
          <a:xfrm>
            <a:off x="9601200" y="205740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Shape 23"/>
          <p:cNvSpPr/>
          <p:nvPr/>
        </p:nvSpPr>
        <p:spPr>
          <a:xfrm>
            <a:off x="548640" y="242316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Shape 24"/>
          <p:cNvSpPr/>
          <p:nvPr/>
        </p:nvSpPr>
        <p:spPr>
          <a:xfrm>
            <a:off x="685800" y="251460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5" name="Text 25"/>
          <p:cNvSpPr/>
          <p:nvPr/>
        </p:nvSpPr>
        <p:spPr>
          <a:xfrm>
            <a:off x="914400" y="242316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26"/>
          <p:cNvSpPr/>
          <p:nvPr/>
        </p:nvSpPr>
        <p:spPr>
          <a:xfrm>
            <a:off x="2651760" y="242316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27"/>
          <p:cNvSpPr/>
          <p:nvPr/>
        </p:nvSpPr>
        <p:spPr>
          <a:xfrm>
            <a:off x="3931920" y="242316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public/privé, posts, 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28"/>
          <p:cNvSpPr/>
          <p:nvPr/>
        </p:nvSpPr>
        <p:spPr>
          <a:xfrm>
            <a:off x="6217920" y="242316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9" name="Shape 29"/>
          <p:cNvSpPr/>
          <p:nvPr/>
        </p:nvSpPr>
        <p:spPr>
          <a:xfrm>
            <a:off x="6355080" y="251460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0" name="Text 30"/>
          <p:cNvSpPr/>
          <p:nvPr/>
        </p:nvSpPr>
        <p:spPr>
          <a:xfrm>
            <a:off x="6583680" y="242316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1"/>
          <p:cNvSpPr/>
          <p:nvPr/>
        </p:nvSpPr>
        <p:spPr>
          <a:xfrm>
            <a:off x="8321040" y="242316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2"/>
          <p:cNvSpPr/>
          <p:nvPr/>
        </p:nvSpPr>
        <p:spPr>
          <a:xfrm>
            <a:off x="9601200" y="242316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33"/>
          <p:cNvSpPr/>
          <p:nvPr/>
        </p:nvSpPr>
        <p:spPr>
          <a:xfrm>
            <a:off x="548640" y="278892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4" name="Shape 34"/>
          <p:cNvSpPr/>
          <p:nvPr/>
        </p:nvSpPr>
        <p:spPr>
          <a:xfrm>
            <a:off x="685800" y="288036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5" name="Text 35"/>
          <p:cNvSpPr/>
          <p:nvPr/>
        </p:nvSpPr>
        <p:spPr>
          <a:xfrm>
            <a:off x="914400" y="278892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36"/>
          <p:cNvSpPr/>
          <p:nvPr/>
        </p:nvSpPr>
        <p:spPr>
          <a:xfrm>
            <a:off x="2651760" y="278892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7"/>
          <p:cNvSpPr/>
          <p:nvPr/>
        </p:nvSpPr>
        <p:spPr>
          <a:xfrm>
            <a:off x="3931920" y="278892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38"/>
          <p:cNvSpPr/>
          <p:nvPr/>
        </p:nvSpPr>
        <p:spPr>
          <a:xfrm>
            <a:off x="6217920" y="278892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9" name="Shape 39"/>
          <p:cNvSpPr/>
          <p:nvPr/>
        </p:nvSpPr>
        <p:spPr>
          <a:xfrm>
            <a:off x="6355080" y="288036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Text 40"/>
          <p:cNvSpPr/>
          <p:nvPr/>
        </p:nvSpPr>
        <p:spPr>
          <a:xfrm>
            <a:off x="6583680" y="278892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41"/>
          <p:cNvSpPr/>
          <p:nvPr/>
        </p:nvSpPr>
        <p:spPr>
          <a:xfrm>
            <a:off x="8321040" y="278892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42"/>
          <p:cNvSpPr/>
          <p:nvPr/>
        </p:nvSpPr>
        <p:spPr>
          <a:xfrm>
            <a:off x="9601200" y="278892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43"/>
          <p:cNvSpPr/>
          <p:nvPr/>
        </p:nvSpPr>
        <p:spPr>
          <a:xfrm>
            <a:off x="548640" y="315468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44"/>
          <p:cNvSpPr/>
          <p:nvPr/>
        </p:nvSpPr>
        <p:spPr>
          <a:xfrm>
            <a:off x="685800" y="324612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45"/>
          <p:cNvSpPr/>
          <p:nvPr/>
        </p:nvSpPr>
        <p:spPr>
          <a:xfrm>
            <a:off x="914400" y="315468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46"/>
          <p:cNvSpPr/>
          <p:nvPr/>
        </p:nvSpPr>
        <p:spPr>
          <a:xfrm>
            <a:off x="2651760" y="315468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47"/>
          <p:cNvSpPr/>
          <p:nvPr/>
        </p:nvSpPr>
        <p:spPr>
          <a:xfrm>
            <a:off x="3931920" y="315468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48"/>
          <p:cNvSpPr/>
          <p:nvPr/>
        </p:nvSpPr>
        <p:spPr>
          <a:xfrm>
            <a:off x="6217920" y="315468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Shape 49"/>
          <p:cNvSpPr/>
          <p:nvPr/>
        </p:nvSpPr>
        <p:spPr>
          <a:xfrm>
            <a:off x="6355080" y="324612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0" name="Text 50"/>
          <p:cNvSpPr/>
          <p:nvPr/>
        </p:nvSpPr>
        <p:spPr>
          <a:xfrm>
            <a:off x="6583680" y="315468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51"/>
          <p:cNvSpPr/>
          <p:nvPr/>
        </p:nvSpPr>
        <p:spPr>
          <a:xfrm>
            <a:off x="8321040" y="315468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52"/>
          <p:cNvSpPr/>
          <p:nvPr/>
        </p:nvSpPr>
        <p:spPr>
          <a:xfrm>
            <a:off x="9601200" y="315468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53"/>
          <p:cNvSpPr/>
          <p:nvPr/>
        </p:nvSpPr>
        <p:spPr>
          <a:xfrm>
            <a:off x="548640" y="352044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4" name="Shape 54"/>
          <p:cNvSpPr/>
          <p:nvPr/>
        </p:nvSpPr>
        <p:spPr>
          <a:xfrm>
            <a:off x="685800" y="36118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5" name="Text 55"/>
          <p:cNvSpPr/>
          <p:nvPr/>
        </p:nvSpPr>
        <p:spPr>
          <a:xfrm>
            <a:off x="914400" y="352044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56"/>
          <p:cNvSpPr/>
          <p:nvPr/>
        </p:nvSpPr>
        <p:spPr>
          <a:xfrm>
            <a:off x="2651760" y="352044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57"/>
          <p:cNvSpPr/>
          <p:nvPr/>
        </p:nvSpPr>
        <p:spPr>
          <a:xfrm>
            <a:off x="3931920" y="352044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Shape 58"/>
          <p:cNvSpPr/>
          <p:nvPr/>
        </p:nvSpPr>
        <p:spPr>
          <a:xfrm>
            <a:off x="6217920" y="3520440"/>
            <a:ext cx="5485320" cy="32796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9" name="Shape 59"/>
          <p:cNvSpPr/>
          <p:nvPr/>
        </p:nvSpPr>
        <p:spPr>
          <a:xfrm>
            <a:off x="6355080" y="36118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0" name="Text 60"/>
          <p:cNvSpPr/>
          <p:nvPr/>
        </p:nvSpPr>
        <p:spPr>
          <a:xfrm>
            <a:off x="6583680" y="352044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1"/>
          <p:cNvSpPr/>
          <p:nvPr/>
        </p:nvSpPr>
        <p:spPr>
          <a:xfrm>
            <a:off x="8321040" y="352044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62"/>
          <p:cNvSpPr/>
          <p:nvPr/>
        </p:nvSpPr>
        <p:spPr>
          <a:xfrm>
            <a:off x="9601200" y="352044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63"/>
          <p:cNvSpPr/>
          <p:nvPr/>
        </p:nvSpPr>
        <p:spPr>
          <a:xfrm>
            <a:off x="548640" y="388620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4" name="Shape 64"/>
          <p:cNvSpPr/>
          <p:nvPr/>
        </p:nvSpPr>
        <p:spPr>
          <a:xfrm>
            <a:off x="685800" y="397764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5"/>
          <p:cNvSpPr/>
          <p:nvPr/>
        </p:nvSpPr>
        <p:spPr>
          <a:xfrm>
            <a:off x="914400" y="388620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66"/>
          <p:cNvSpPr/>
          <p:nvPr/>
        </p:nvSpPr>
        <p:spPr>
          <a:xfrm>
            <a:off x="2651760" y="388620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67"/>
          <p:cNvSpPr/>
          <p:nvPr/>
        </p:nvSpPr>
        <p:spPr>
          <a:xfrm>
            <a:off x="3931920" y="388620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68"/>
          <p:cNvSpPr/>
          <p:nvPr/>
        </p:nvSpPr>
        <p:spPr>
          <a:xfrm>
            <a:off x="6217920" y="3886200"/>
            <a:ext cx="5485320" cy="32796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69"/>
          <p:cNvSpPr/>
          <p:nvPr/>
        </p:nvSpPr>
        <p:spPr>
          <a:xfrm>
            <a:off x="6355080" y="397764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70"/>
          <p:cNvSpPr/>
          <p:nvPr/>
        </p:nvSpPr>
        <p:spPr>
          <a:xfrm>
            <a:off x="6583680" y="3886200"/>
            <a:ext cx="17362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1"/>
          <p:cNvSpPr/>
          <p:nvPr/>
        </p:nvSpPr>
        <p:spPr>
          <a:xfrm>
            <a:off x="8321040" y="3886200"/>
            <a:ext cx="127908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72"/>
          <p:cNvSpPr/>
          <p:nvPr/>
        </p:nvSpPr>
        <p:spPr>
          <a:xfrm>
            <a:off x="9601200" y="3886200"/>
            <a:ext cx="21020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4" name="Text 73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4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9" name="Shape 3"/>
          <p:cNvSpPr/>
          <p:nvPr/>
        </p:nvSpPr>
        <p:spPr>
          <a:xfrm>
            <a:off x="457200" y="1783080"/>
            <a:ext cx="1644840" cy="50184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457200" y="1783080"/>
            <a:ext cx="1644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Shape 6"/>
          <p:cNvSpPr/>
          <p:nvPr/>
        </p:nvSpPr>
        <p:spPr>
          <a:xfrm>
            <a:off x="4480560" y="1783080"/>
            <a:ext cx="1644840" cy="50184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4480560" y="1783080"/>
            <a:ext cx="1644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5" name="Shape 9"/>
          <p:cNvSpPr/>
          <p:nvPr/>
        </p:nvSpPr>
        <p:spPr>
          <a:xfrm>
            <a:off x="8503920" y="1783080"/>
            <a:ext cx="1644840" cy="50184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Text 10"/>
          <p:cNvSpPr/>
          <p:nvPr/>
        </p:nvSpPr>
        <p:spPr>
          <a:xfrm>
            <a:off x="8503920" y="1783080"/>
            <a:ext cx="1644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8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9" name="Text 13"/>
          <p:cNvSpPr/>
          <p:nvPr/>
        </p:nvSpPr>
        <p:spPr>
          <a:xfrm>
            <a:off x="1280160" y="245052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1" name="Text 15"/>
          <p:cNvSpPr/>
          <p:nvPr/>
        </p:nvSpPr>
        <p:spPr>
          <a:xfrm>
            <a:off x="5303520" y="295344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 17"/>
          <p:cNvSpPr/>
          <p:nvPr/>
        </p:nvSpPr>
        <p:spPr>
          <a:xfrm>
            <a:off x="5303520" y="345636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Shape 18"/>
          <p:cNvSpPr/>
          <p:nvPr/>
        </p:nvSpPr>
        <p:spPr>
          <a:xfrm>
            <a:off x="5349240" y="4023360"/>
            <a:ext cx="3656520" cy="77616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5" name="Text 19"/>
          <p:cNvSpPr/>
          <p:nvPr/>
        </p:nvSpPr>
        <p:spPr>
          <a:xfrm>
            <a:off x="5394960" y="4069080"/>
            <a:ext cx="35650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7" name="Text 21"/>
          <p:cNvSpPr/>
          <p:nvPr/>
        </p:nvSpPr>
        <p:spPr>
          <a:xfrm>
            <a:off x="1280160" y="478224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22"/>
          <p:cNvSpPr/>
          <p:nvPr/>
        </p:nvSpPr>
        <p:spPr>
          <a:xfrm>
            <a:off x="548640" y="5486400"/>
            <a:ext cx="11063160" cy="77616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23"/>
          <p:cNvSpPr/>
          <p:nvPr/>
        </p:nvSpPr>
        <p:spPr>
          <a:xfrm>
            <a:off x="777240" y="5532120"/>
            <a:ext cx="106059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1" name="Text 24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25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4" name="TextBox 2"/>
          <p:cNvSpPr/>
          <p:nvPr/>
        </p:nvSpPr>
        <p:spPr>
          <a:xfrm>
            <a:off x="548640" y="411480"/>
            <a:ext cx="10057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DIAGRAMME DE SÉQUENCE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Rectangle 4"/>
          <p:cNvSpPr/>
          <p:nvPr/>
        </p:nvSpPr>
        <p:spPr>
          <a:xfrm>
            <a:off x="45720" y="1691640"/>
            <a:ext cx="1553400" cy="501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Box 5"/>
          <p:cNvSpPr/>
          <p:nvPr/>
        </p:nvSpPr>
        <p:spPr>
          <a:xfrm>
            <a:off x="45720" y="1737360"/>
            <a:ext cx="1553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Box 6"/>
          <p:cNvSpPr/>
          <p:nvPr/>
        </p:nvSpPr>
        <p:spPr>
          <a:xfrm>
            <a:off x="45720" y="1947600"/>
            <a:ext cx="15534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7"/>
          <p:cNvSpPr/>
          <p:nvPr/>
        </p:nvSpPr>
        <p:spPr>
          <a:xfrm>
            <a:off x="804600" y="2194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Rectangle 8"/>
          <p:cNvSpPr/>
          <p:nvPr/>
        </p:nvSpPr>
        <p:spPr>
          <a:xfrm>
            <a:off x="804600" y="23590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Rectangle 9"/>
          <p:cNvSpPr/>
          <p:nvPr/>
        </p:nvSpPr>
        <p:spPr>
          <a:xfrm>
            <a:off x="804600" y="25236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2" name="Rectangle 10"/>
          <p:cNvSpPr/>
          <p:nvPr/>
        </p:nvSpPr>
        <p:spPr>
          <a:xfrm>
            <a:off x="804600" y="2688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3" name="Rectangle 11"/>
          <p:cNvSpPr/>
          <p:nvPr/>
        </p:nvSpPr>
        <p:spPr>
          <a:xfrm>
            <a:off x="804600" y="2853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4" name="Rectangle 12"/>
          <p:cNvSpPr/>
          <p:nvPr/>
        </p:nvSpPr>
        <p:spPr>
          <a:xfrm>
            <a:off x="804600" y="3017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5" name="Rectangle 13"/>
          <p:cNvSpPr/>
          <p:nvPr/>
        </p:nvSpPr>
        <p:spPr>
          <a:xfrm>
            <a:off x="804600" y="31820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6" name="Rectangle 14"/>
          <p:cNvSpPr/>
          <p:nvPr/>
        </p:nvSpPr>
        <p:spPr>
          <a:xfrm>
            <a:off x="804600" y="3346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7" name="Rectangle 15"/>
          <p:cNvSpPr/>
          <p:nvPr/>
        </p:nvSpPr>
        <p:spPr>
          <a:xfrm>
            <a:off x="804600" y="3511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8" name="Rectangle 16"/>
          <p:cNvSpPr/>
          <p:nvPr/>
        </p:nvSpPr>
        <p:spPr>
          <a:xfrm>
            <a:off x="804600" y="3675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Rectangle 17"/>
          <p:cNvSpPr/>
          <p:nvPr/>
        </p:nvSpPr>
        <p:spPr>
          <a:xfrm>
            <a:off x="804600" y="3840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0" name="Rectangle 18"/>
          <p:cNvSpPr/>
          <p:nvPr/>
        </p:nvSpPr>
        <p:spPr>
          <a:xfrm>
            <a:off x="804600" y="4005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1" name="Rectangle 19"/>
          <p:cNvSpPr/>
          <p:nvPr/>
        </p:nvSpPr>
        <p:spPr>
          <a:xfrm>
            <a:off x="804600" y="4169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2" name="Rectangle 20"/>
          <p:cNvSpPr/>
          <p:nvPr/>
        </p:nvSpPr>
        <p:spPr>
          <a:xfrm>
            <a:off x="804600" y="4334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Rectangle 21"/>
          <p:cNvSpPr/>
          <p:nvPr/>
        </p:nvSpPr>
        <p:spPr>
          <a:xfrm>
            <a:off x="804600" y="4498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4" name="Rectangle 22"/>
          <p:cNvSpPr/>
          <p:nvPr/>
        </p:nvSpPr>
        <p:spPr>
          <a:xfrm>
            <a:off x="804600" y="4663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5" name="Rectangle 23"/>
          <p:cNvSpPr/>
          <p:nvPr/>
        </p:nvSpPr>
        <p:spPr>
          <a:xfrm>
            <a:off x="804600" y="4827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6" name="Rectangle 24"/>
          <p:cNvSpPr/>
          <p:nvPr/>
        </p:nvSpPr>
        <p:spPr>
          <a:xfrm>
            <a:off x="804600" y="4992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Rectangle 25"/>
          <p:cNvSpPr/>
          <p:nvPr/>
        </p:nvSpPr>
        <p:spPr>
          <a:xfrm>
            <a:off x="804600" y="51573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Rectangle 26"/>
          <p:cNvSpPr/>
          <p:nvPr/>
        </p:nvSpPr>
        <p:spPr>
          <a:xfrm>
            <a:off x="804600" y="53218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9" name="Rectangle 27"/>
          <p:cNvSpPr/>
          <p:nvPr/>
        </p:nvSpPr>
        <p:spPr>
          <a:xfrm>
            <a:off x="804600" y="5486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0" name="Rectangle 28"/>
          <p:cNvSpPr/>
          <p:nvPr/>
        </p:nvSpPr>
        <p:spPr>
          <a:xfrm>
            <a:off x="804600" y="5650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Rectangle 29"/>
          <p:cNvSpPr/>
          <p:nvPr/>
        </p:nvSpPr>
        <p:spPr>
          <a:xfrm>
            <a:off x="2423160" y="1691640"/>
            <a:ext cx="1553400" cy="501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Box 30"/>
          <p:cNvSpPr/>
          <p:nvPr/>
        </p:nvSpPr>
        <p:spPr>
          <a:xfrm>
            <a:off x="2423160" y="1737360"/>
            <a:ext cx="1553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Box 31"/>
          <p:cNvSpPr/>
          <p:nvPr/>
        </p:nvSpPr>
        <p:spPr>
          <a:xfrm>
            <a:off x="2423160" y="1947600"/>
            <a:ext cx="15534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Rectangle 32"/>
          <p:cNvSpPr/>
          <p:nvPr/>
        </p:nvSpPr>
        <p:spPr>
          <a:xfrm>
            <a:off x="3182040" y="2194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Rectangle 33"/>
          <p:cNvSpPr/>
          <p:nvPr/>
        </p:nvSpPr>
        <p:spPr>
          <a:xfrm>
            <a:off x="3182040" y="23590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Rectangle 34"/>
          <p:cNvSpPr/>
          <p:nvPr/>
        </p:nvSpPr>
        <p:spPr>
          <a:xfrm>
            <a:off x="3182040" y="25236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7" name="Rectangle 35"/>
          <p:cNvSpPr/>
          <p:nvPr/>
        </p:nvSpPr>
        <p:spPr>
          <a:xfrm>
            <a:off x="3182040" y="2688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8" name="Rectangle 36"/>
          <p:cNvSpPr/>
          <p:nvPr/>
        </p:nvSpPr>
        <p:spPr>
          <a:xfrm>
            <a:off x="3182040" y="2853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Rectangle 37"/>
          <p:cNvSpPr/>
          <p:nvPr/>
        </p:nvSpPr>
        <p:spPr>
          <a:xfrm>
            <a:off x="3182040" y="3017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Rectangle 38"/>
          <p:cNvSpPr/>
          <p:nvPr/>
        </p:nvSpPr>
        <p:spPr>
          <a:xfrm>
            <a:off x="3182040" y="31820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1" name="Rectangle 39"/>
          <p:cNvSpPr/>
          <p:nvPr/>
        </p:nvSpPr>
        <p:spPr>
          <a:xfrm>
            <a:off x="3182040" y="3346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2" name="Rectangle 40"/>
          <p:cNvSpPr/>
          <p:nvPr/>
        </p:nvSpPr>
        <p:spPr>
          <a:xfrm>
            <a:off x="3200400" y="3485520"/>
            <a:ext cx="9036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3" name="Rectangle 41"/>
          <p:cNvSpPr/>
          <p:nvPr/>
        </p:nvSpPr>
        <p:spPr>
          <a:xfrm>
            <a:off x="3182040" y="3675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4" name="Rectangle 42"/>
          <p:cNvSpPr/>
          <p:nvPr/>
        </p:nvSpPr>
        <p:spPr>
          <a:xfrm>
            <a:off x="3182040" y="3840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5" name="Rectangle 43"/>
          <p:cNvSpPr/>
          <p:nvPr/>
        </p:nvSpPr>
        <p:spPr>
          <a:xfrm>
            <a:off x="3182040" y="4005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6" name="Rectangle 44"/>
          <p:cNvSpPr/>
          <p:nvPr/>
        </p:nvSpPr>
        <p:spPr>
          <a:xfrm>
            <a:off x="3182040" y="4169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7" name="Rectangle 45"/>
          <p:cNvSpPr/>
          <p:nvPr/>
        </p:nvSpPr>
        <p:spPr>
          <a:xfrm>
            <a:off x="3182040" y="4334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Rectangle 46"/>
          <p:cNvSpPr/>
          <p:nvPr/>
        </p:nvSpPr>
        <p:spPr>
          <a:xfrm>
            <a:off x="3182040" y="4498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9" name="Rectangle 47"/>
          <p:cNvSpPr/>
          <p:nvPr/>
        </p:nvSpPr>
        <p:spPr>
          <a:xfrm>
            <a:off x="3182040" y="4663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0" name="Rectangle 48"/>
          <p:cNvSpPr/>
          <p:nvPr/>
        </p:nvSpPr>
        <p:spPr>
          <a:xfrm>
            <a:off x="3182040" y="4827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1" name="Rectangle 49"/>
          <p:cNvSpPr/>
          <p:nvPr/>
        </p:nvSpPr>
        <p:spPr>
          <a:xfrm>
            <a:off x="3182040" y="4992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Rectangle 50"/>
          <p:cNvSpPr/>
          <p:nvPr/>
        </p:nvSpPr>
        <p:spPr>
          <a:xfrm>
            <a:off x="3182040" y="51573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Rectangle 51"/>
          <p:cNvSpPr/>
          <p:nvPr/>
        </p:nvSpPr>
        <p:spPr>
          <a:xfrm>
            <a:off x="3182040" y="53218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4" name="Rectangle 52"/>
          <p:cNvSpPr/>
          <p:nvPr/>
        </p:nvSpPr>
        <p:spPr>
          <a:xfrm>
            <a:off x="3182040" y="5486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5" name="Rectangle 53"/>
          <p:cNvSpPr/>
          <p:nvPr/>
        </p:nvSpPr>
        <p:spPr>
          <a:xfrm>
            <a:off x="3182040" y="5650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Rectangle 54"/>
          <p:cNvSpPr/>
          <p:nvPr/>
        </p:nvSpPr>
        <p:spPr>
          <a:xfrm>
            <a:off x="4800600" y="1691640"/>
            <a:ext cx="1553400" cy="501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Box 55"/>
          <p:cNvSpPr/>
          <p:nvPr/>
        </p:nvSpPr>
        <p:spPr>
          <a:xfrm>
            <a:off x="4800600" y="1737360"/>
            <a:ext cx="1553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Box 56"/>
          <p:cNvSpPr/>
          <p:nvPr/>
        </p:nvSpPr>
        <p:spPr>
          <a:xfrm>
            <a:off x="4800600" y="1947600"/>
            <a:ext cx="15534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57"/>
          <p:cNvSpPr/>
          <p:nvPr/>
        </p:nvSpPr>
        <p:spPr>
          <a:xfrm>
            <a:off x="5559480" y="2194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Rectangle 58"/>
          <p:cNvSpPr/>
          <p:nvPr/>
        </p:nvSpPr>
        <p:spPr>
          <a:xfrm>
            <a:off x="5559480" y="23590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Rectangle 59"/>
          <p:cNvSpPr/>
          <p:nvPr/>
        </p:nvSpPr>
        <p:spPr>
          <a:xfrm>
            <a:off x="5559480" y="25236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2" name="Rectangle 60"/>
          <p:cNvSpPr/>
          <p:nvPr/>
        </p:nvSpPr>
        <p:spPr>
          <a:xfrm>
            <a:off x="5559480" y="2688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Rectangle 61"/>
          <p:cNvSpPr/>
          <p:nvPr/>
        </p:nvSpPr>
        <p:spPr>
          <a:xfrm>
            <a:off x="5559480" y="2853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Rectangle 62"/>
          <p:cNvSpPr/>
          <p:nvPr/>
        </p:nvSpPr>
        <p:spPr>
          <a:xfrm>
            <a:off x="5486400" y="3028320"/>
            <a:ext cx="9036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Rectangle 63"/>
          <p:cNvSpPr/>
          <p:nvPr/>
        </p:nvSpPr>
        <p:spPr>
          <a:xfrm>
            <a:off x="5559480" y="31820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6" name="Rectangle 64"/>
          <p:cNvSpPr/>
          <p:nvPr/>
        </p:nvSpPr>
        <p:spPr>
          <a:xfrm>
            <a:off x="5559480" y="3346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65"/>
          <p:cNvSpPr/>
          <p:nvPr/>
        </p:nvSpPr>
        <p:spPr>
          <a:xfrm>
            <a:off x="5559480" y="3511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Rectangle 66"/>
          <p:cNvSpPr/>
          <p:nvPr/>
        </p:nvSpPr>
        <p:spPr>
          <a:xfrm>
            <a:off x="5559480" y="3675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Rectangle 67"/>
          <p:cNvSpPr/>
          <p:nvPr/>
        </p:nvSpPr>
        <p:spPr>
          <a:xfrm>
            <a:off x="5559480" y="3840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0" name="Rectangle 68"/>
          <p:cNvSpPr/>
          <p:nvPr/>
        </p:nvSpPr>
        <p:spPr>
          <a:xfrm>
            <a:off x="5559480" y="4005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1" name="Rectangle 69"/>
          <p:cNvSpPr/>
          <p:nvPr/>
        </p:nvSpPr>
        <p:spPr>
          <a:xfrm>
            <a:off x="5559480" y="4169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70"/>
          <p:cNvSpPr/>
          <p:nvPr/>
        </p:nvSpPr>
        <p:spPr>
          <a:xfrm>
            <a:off x="5559480" y="4334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3" name="Rectangle 71"/>
          <p:cNvSpPr/>
          <p:nvPr/>
        </p:nvSpPr>
        <p:spPr>
          <a:xfrm>
            <a:off x="5559480" y="4498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4" name="Rectangle 72"/>
          <p:cNvSpPr/>
          <p:nvPr/>
        </p:nvSpPr>
        <p:spPr>
          <a:xfrm>
            <a:off x="5559480" y="4663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5" name="Rectangle 73"/>
          <p:cNvSpPr/>
          <p:nvPr/>
        </p:nvSpPr>
        <p:spPr>
          <a:xfrm>
            <a:off x="5559480" y="4827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6" name="Rectangle 74"/>
          <p:cNvSpPr/>
          <p:nvPr/>
        </p:nvSpPr>
        <p:spPr>
          <a:xfrm>
            <a:off x="5559480" y="4992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75"/>
          <p:cNvSpPr/>
          <p:nvPr/>
        </p:nvSpPr>
        <p:spPr>
          <a:xfrm>
            <a:off x="5559480" y="51573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Rectangle 76"/>
          <p:cNvSpPr/>
          <p:nvPr/>
        </p:nvSpPr>
        <p:spPr>
          <a:xfrm>
            <a:off x="5559480" y="53218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Rectangle 77"/>
          <p:cNvSpPr/>
          <p:nvPr/>
        </p:nvSpPr>
        <p:spPr>
          <a:xfrm>
            <a:off x="5559480" y="5486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0" name="Rectangle 78"/>
          <p:cNvSpPr/>
          <p:nvPr/>
        </p:nvSpPr>
        <p:spPr>
          <a:xfrm>
            <a:off x="5559480" y="5650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1" name="Rectangle 79"/>
          <p:cNvSpPr/>
          <p:nvPr/>
        </p:nvSpPr>
        <p:spPr>
          <a:xfrm>
            <a:off x="7178040" y="1691640"/>
            <a:ext cx="1553400" cy="50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TextBox 80"/>
          <p:cNvSpPr/>
          <p:nvPr/>
        </p:nvSpPr>
        <p:spPr>
          <a:xfrm>
            <a:off x="7178040" y="1737360"/>
            <a:ext cx="1553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Box 81"/>
          <p:cNvSpPr/>
          <p:nvPr/>
        </p:nvSpPr>
        <p:spPr>
          <a:xfrm>
            <a:off x="7178040" y="1947600"/>
            <a:ext cx="15534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Rectangle 82"/>
          <p:cNvSpPr/>
          <p:nvPr/>
        </p:nvSpPr>
        <p:spPr>
          <a:xfrm>
            <a:off x="7936920" y="2194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Rectangle 83"/>
          <p:cNvSpPr/>
          <p:nvPr/>
        </p:nvSpPr>
        <p:spPr>
          <a:xfrm>
            <a:off x="7936920" y="23590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6" name="Rectangle 84"/>
          <p:cNvSpPr/>
          <p:nvPr/>
        </p:nvSpPr>
        <p:spPr>
          <a:xfrm>
            <a:off x="7936920" y="25236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85"/>
          <p:cNvSpPr/>
          <p:nvPr/>
        </p:nvSpPr>
        <p:spPr>
          <a:xfrm>
            <a:off x="7936920" y="2688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Rectangle 86"/>
          <p:cNvSpPr/>
          <p:nvPr/>
        </p:nvSpPr>
        <p:spPr>
          <a:xfrm>
            <a:off x="7936920" y="2853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Rectangle 87"/>
          <p:cNvSpPr/>
          <p:nvPr/>
        </p:nvSpPr>
        <p:spPr>
          <a:xfrm>
            <a:off x="7936920" y="3017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0" name="Rectangle 88"/>
          <p:cNvSpPr/>
          <p:nvPr/>
        </p:nvSpPr>
        <p:spPr>
          <a:xfrm>
            <a:off x="7936920" y="31820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1" name="Rectangle 89"/>
          <p:cNvSpPr/>
          <p:nvPr/>
        </p:nvSpPr>
        <p:spPr>
          <a:xfrm>
            <a:off x="7936920" y="3346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ectangle 90"/>
          <p:cNvSpPr/>
          <p:nvPr/>
        </p:nvSpPr>
        <p:spPr>
          <a:xfrm>
            <a:off x="7936920" y="3511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91"/>
          <p:cNvSpPr/>
          <p:nvPr/>
        </p:nvSpPr>
        <p:spPr>
          <a:xfrm>
            <a:off x="7936920" y="3675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Rectangle 92"/>
          <p:cNvSpPr/>
          <p:nvPr/>
        </p:nvSpPr>
        <p:spPr>
          <a:xfrm>
            <a:off x="7936920" y="3840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5" name="Rectangle 93"/>
          <p:cNvSpPr/>
          <p:nvPr/>
        </p:nvSpPr>
        <p:spPr>
          <a:xfrm>
            <a:off x="7936920" y="4005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6" name="Rectangle 94"/>
          <p:cNvSpPr/>
          <p:nvPr/>
        </p:nvSpPr>
        <p:spPr>
          <a:xfrm>
            <a:off x="7936920" y="4169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7" name="Rectangle 95"/>
          <p:cNvSpPr/>
          <p:nvPr/>
        </p:nvSpPr>
        <p:spPr>
          <a:xfrm>
            <a:off x="7936920" y="4334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ectangle 96"/>
          <p:cNvSpPr/>
          <p:nvPr/>
        </p:nvSpPr>
        <p:spPr>
          <a:xfrm>
            <a:off x="7936920" y="4498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97"/>
          <p:cNvSpPr/>
          <p:nvPr/>
        </p:nvSpPr>
        <p:spPr>
          <a:xfrm>
            <a:off x="7936920" y="4663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0" name="Rectangle 98"/>
          <p:cNvSpPr/>
          <p:nvPr/>
        </p:nvSpPr>
        <p:spPr>
          <a:xfrm>
            <a:off x="7936920" y="4827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1" name="Rectangle 99"/>
          <p:cNvSpPr/>
          <p:nvPr/>
        </p:nvSpPr>
        <p:spPr>
          <a:xfrm>
            <a:off x="7936920" y="4992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Rectangle 100"/>
          <p:cNvSpPr/>
          <p:nvPr/>
        </p:nvSpPr>
        <p:spPr>
          <a:xfrm>
            <a:off x="7936920" y="51573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Rectangle 101"/>
          <p:cNvSpPr/>
          <p:nvPr/>
        </p:nvSpPr>
        <p:spPr>
          <a:xfrm>
            <a:off x="7936920" y="53218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ectangle 102"/>
          <p:cNvSpPr/>
          <p:nvPr/>
        </p:nvSpPr>
        <p:spPr>
          <a:xfrm>
            <a:off x="7936920" y="5486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103"/>
          <p:cNvSpPr/>
          <p:nvPr/>
        </p:nvSpPr>
        <p:spPr>
          <a:xfrm>
            <a:off x="7936920" y="5650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Rectangle 104"/>
          <p:cNvSpPr/>
          <p:nvPr/>
        </p:nvSpPr>
        <p:spPr>
          <a:xfrm>
            <a:off x="9555480" y="1691640"/>
            <a:ext cx="1553400" cy="50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7" name="TextBox 105"/>
          <p:cNvSpPr/>
          <p:nvPr/>
        </p:nvSpPr>
        <p:spPr>
          <a:xfrm>
            <a:off x="9555480" y="1737360"/>
            <a:ext cx="1553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106"/>
          <p:cNvSpPr/>
          <p:nvPr/>
        </p:nvSpPr>
        <p:spPr>
          <a:xfrm>
            <a:off x="9555480" y="1947600"/>
            <a:ext cx="15534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Rectangle 107"/>
          <p:cNvSpPr/>
          <p:nvPr/>
        </p:nvSpPr>
        <p:spPr>
          <a:xfrm>
            <a:off x="10314360" y="2194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ectangle 108"/>
          <p:cNvSpPr/>
          <p:nvPr/>
        </p:nvSpPr>
        <p:spPr>
          <a:xfrm>
            <a:off x="10314360" y="23590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109"/>
          <p:cNvSpPr/>
          <p:nvPr/>
        </p:nvSpPr>
        <p:spPr>
          <a:xfrm>
            <a:off x="10314360" y="25236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2" name="Rectangle 110"/>
          <p:cNvSpPr/>
          <p:nvPr/>
        </p:nvSpPr>
        <p:spPr>
          <a:xfrm>
            <a:off x="10314360" y="2688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Rectangle 111"/>
          <p:cNvSpPr/>
          <p:nvPr/>
        </p:nvSpPr>
        <p:spPr>
          <a:xfrm>
            <a:off x="10314360" y="2853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Rectangle 112"/>
          <p:cNvSpPr/>
          <p:nvPr/>
        </p:nvSpPr>
        <p:spPr>
          <a:xfrm>
            <a:off x="10314360" y="3017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5" name="Rectangle 113"/>
          <p:cNvSpPr/>
          <p:nvPr/>
        </p:nvSpPr>
        <p:spPr>
          <a:xfrm>
            <a:off x="10314360" y="31820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114"/>
          <p:cNvSpPr/>
          <p:nvPr/>
        </p:nvSpPr>
        <p:spPr>
          <a:xfrm>
            <a:off x="10314360" y="33465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7" name="Rectangle 115"/>
          <p:cNvSpPr/>
          <p:nvPr/>
        </p:nvSpPr>
        <p:spPr>
          <a:xfrm>
            <a:off x="10314360" y="3511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Rectangle 116"/>
          <p:cNvSpPr/>
          <p:nvPr/>
        </p:nvSpPr>
        <p:spPr>
          <a:xfrm>
            <a:off x="10314360" y="3675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Rectangle 117"/>
          <p:cNvSpPr/>
          <p:nvPr/>
        </p:nvSpPr>
        <p:spPr>
          <a:xfrm>
            <a:off x="10314360" y="3840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0" name="Rectangle 118"/>
          <p:cNvSpPr/>
          <p:nvPr/>
        </p:nvSpPr>
        <p:spPr>
          <a:xfrm>
            <a:off x="10314360" y="40050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ectangle 119"/>
          <p:cNvSpPr/>
          <p:nvPr/>
        </p:nvSpPr>
        <p:spPr>
          <a:xfrm>
            <a:off x="10314360" y="41695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120"/>
          <p:cNvSpPr/>
          <p:nvPr/>
        </p:nvSpPr>
        <p:spPr>
          <a:xfrm>
            <a:off x="10314360" y="4334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Rectangle 121"/>
          <p:cNvSpPr/>
          <p:nvPr/>
        </p:nvSpPr>
        <p:spPr>
          <a:xfrm>
            <a:off x="10314360" y="4498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Rectangle 122"/>
          <p:cNvSpPr/>
          <p:nvPr/>
        </p:nvSpPr>
        <p:spPr>
          <a:xfrm>
            <a:off x="10314360" y="466344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5" name="Rectangle 123"/>
          <p:cNvSpPr/>
          <p:nvPr/>
        </p:nvSpPr>
        <p:spPr>
          <a:xfrm>
            <a:off x="10314360" y="48279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Rectangle 124"/>
          <p:cNvSpPr/>
          <p:nvPr/>
        </p:nvSpPr>
        <p:spPr>
          <a:xfrm>
            <a:off x="10314360" y="49924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ectangle 125"/>
          <p:cNvSpPr/>
          <p:nvPr/>
        </p:nvSpPr>
        <p:spPr>
          <a:xfrm>
            <a:off x="10314360" y="515736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126"/>
          <p:cNvSpPr/>
          <p:nvPr/>
        </p:nvSpPr>
        <p:spPr>
          <a:xfrm>
            <a:off x="10314360" y="532188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Rectangle 127"/>
          <p:cNvSpPr/>
          <p:nvPr/>
        </p:nvSpPr>
        <p:spPr>
          <a:xfrm>
            <a:off x="10314360" y="548640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Rectangle 128"/>
          <p:cNvSpPr/>
          <p:nvPr/>
        </p:nvSpPr>
        <p:spPr>
          <a:xfrm>
            <a:off x="10314360" y="5650920"/>
            <a:ext cx="35640" cy="9036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5000" rIns="18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1" name="Rectangle 129"/>
          <p:cNvSpPr/>
          <p:nvPr/>
        </p:nvSpPr>
        <p:spPr>
          <a:xfrm>
            <a:off x="822960" y="2606040"/>
            <a:ext cx="2376360" cy="21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2" name="Oval 130"/>
          <p:cNvSpPr/>
          <p:nvPr/>
        </p:nvSpPr>
        <p:spPr>
          <a:xfrm>
            <a:off x="3108960" y="2571120"/>
            <a:ext cx="90360" cy="903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TextBox 131"/>
          <p:cNvSpPr/>
          <p:nvPr/>
        </p:nvSpPr>
        <p:spPr>
          <a:xfrm>
            <a:off x="914400" y="231336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Rectangle 132"/>
          <p:cNvSpPr/>
          <p:nvPr/>
        </p:nvSpPr>
        <p:spPr>
          <a:xfrm>
            <a:off x="3200400" y="3063240"/>
            <a:ext cx="2376360" cy="21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5" name="Oval 133"/>
          <p:cNvSpPr/>
          <p:nvPr/>
        </p:nvSpPr>
        <p:spPr>
          <a:xfrm>
            <a:off x="5486400" y="3028320"/>
            <a:ext cx="90360" cy="90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6" name="TextBox 134"/>
          <p:cNvSpPr/>
          <p:nvPr/>
        </p:nvSpPr>
        <p:spPr>
          <a:xfrm>
            <a:off x="3291840" y="277056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Rectangle 135"/>
          <p:cNvSpPr/>
          <p:nvPr/>
        </p:nvSpPr>
        <p:spPr>
          <a:xfrm>
            <a:off x="3200400" y="3485520"/>
            <a:ext cx="90360" cy="903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Rectangle 136"/>
          <p:cNvSpPr/>
          <p:nvPr/>
        </p:nvSpPr>
        <p:spPr>
          <a:xfrm>
            <a:off x="336492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Rectangle 137"/>
          <p:cNvSpPr/>
          <p:nvPr/>
        </p:nvSpPr>
        <p:spPr>
          <a:xfrm>
            <a:off x="352944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0" name="Rectangle 138"/>
          <p:cNvSpPr/>
          <p:nvPr/>
        </p:nvSpPr>
        <p:spPr>
          <a:xfrm>
            <a:off x="369432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1" name="Rectangle 139"/>
          <p:cNvSpPr/>
          <p:nvPr/>
        </p:nvSpPr>
        <p:spPr>
          <a:xfrm>
            <a:off x="385884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2" name="Rectangle 140"/>
          <p:cNvSpPr/>
          <p:nvPr/>
        </p:nvSpPr>
        <p:spPr>
          <a:xfrm>
            <a:off x="402336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Rectangle 141"/>
          <p:cNvSpPr/>
          <p:nvPr/>
        </p:nvSpPr>
        <p:spPr>
          <a:xfrm>
            <a:off x="418788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Rectangle 142"/>
          <p:cNvSpPr/>
          <p:nvPr/>
        </p:nvSpPr>
        <p:spPr>
          <a:xfrm>
            <a:off x="435240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5" name="Rectangle 143"/>
          <p:cNvSpPr/>
          <p:nvPr/>
        </p:nvSpPr>
        <p:spPr>
          <a:xfrm>
            <a:off x="451728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6" name="Rectangle 144"/>
          <p:cNvSpPr/>
          <p:nvPr/>
        </p:nvSpPr>
        <p:spPr>
          <a:xfrm>
            <a:off x="468180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7" name="Rectangle 145"/>
          <p:cNvSpPr/>
          <p:nvPr/>
        </p:nvSpPr>
        <p:spPr>
          <a:xfrm>
            <a:off x="484632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8" name="Rectangle 146"/>
          <p:cNvSpPr/>
          <p:nvPr/>
        </p:nvSpPr>
        <p:spPr>
          <a:xfrm>
            <a:off x="501084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9" name="Rectangle 147"/>
          <p:cNvSpPr/>
          <p:nvPr/>
        </p:nvSpPr>
        <p:spPr>
          <a:xfrm>
            <a:off x="517536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0" name="Rectangle 148"/>
          <p:cNvSpPr/>
          <p:nvPr/>
        </p:nvSpPr>
        <p:spPr>
          <a:xfrm>
            <a:off x="5340240" y="3520440"/>
            <a:ext cx="9036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1" name="Rectangle 149"/>
          <p:cNvSpPr/>
          <p:nvPr/>
        </p:nvSpPr>
        <p:spPr>
          <a:xfrm>
            <a:off x="5504760" y="3520440"/>
            <a:ext cx="72000" cy="219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2" name="Oval 150"/>
          <p:cNvSpPr/>
          <p:nvPr/>
        </p:nvSpPr>
        <p:spPr>
          <a:xfrm>
            <a:off x="3200400" y="3485520"/>
            <a:ext cx="90360" cy="903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TextBox 151"/>
          <p:cNvSpPr/>
          <p:nvPr/>
        </p:nvSpPr>
        <p:spPr>
          <a:xfrm>
            <a:off x="3291840" y="322776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</a:t>
            </a: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52"/>
          <p:cNvSpPr/>
          <p:nvPr/>
        </p:nvSpPr>
        <p:spPr>
          <a:xfrm>
            <a:off x="3200400" y="3977640"/>
            <a:ext cx="4753800" cy="219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5" name="Oval 153"/>
          <p:cNvSpPr/>
          <p:nvPr/>
        </p:nvSpPr>
        <p:spPr>
          <a:xfrm>
            <a:off x="7863840" y="3942720"/>
            <a:ext cx="90360" cy="903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154"/>
          <p:cNvSpPr/>
          <p:nvPr/>
        </p:nvSpPr>
        <p:spPr>
          <a:xfrm>
            <a:off x="3291840" y="3684960"/>
            <a:ext cx="4662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Rectangle 155"/>
          <p:cNvSpPr/>
          <p:nvPr/>
        </p:nvSpPr>
        <p:spPr>
          <a:xfrm>
            <a:off x="822960" y="4399920"/>
            <a:ext cx="90360" cy="90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8" name="Rectangle 156"/>
          <p:cNvSpPr/>
          <p:nvPr/>
        </p:nvSpPr>
        <p:spPr>
          <a:xfrm>
            <a:off x="98748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Rectangle 157"/>
          <p:cNvSpPr/>
          <p:nvPr/>
        </p:nvSpPr>
        <p:spPr>
          <a:xfrm>
            <a:off x="115200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Rectangle 158"/>
          <p:cNvSpPr/>
          <p:nvPr/>
        </p:nvSpPr>
        <p:spPr>
          <a:xfrm>
            <a:off x="131688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1" name="Rectangle 159"/>
          <p:cNvSpPr/>
          <p:nvPr/>
        </p:nvSpPr>
        <p:spPr>
          <a:xfrm>
            <a:off x="148140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Rectangle 160"/>
          <p:cNvSpPr/>
          <p:nvPr/>
        </p:nvSpPr>
        <p:spPr>
          <a:xfrm>
            <a:off x="164592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Rectangle 161"/>
          <p:cNvSpPr/>
          <p:nvPr/>
        </p:nvSpPr>
        <p:spPr>
          <a:xfrm>
            <a:off x="181044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4" name="Rectangle 162"/>
          <p:cNvSpPr/>
          <p:nvPr/>
        </p:nvSpPr>
        <p:spPr>
          <a:xfrm>
            <a:off x="197496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Rectangle 163"/>
          <p:cNvSpPr/>
          <p:nvPr/>
        </p:nvSpPr>
        <p:spPr>
          <a:xfrm>
            <a:off x="213984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6" name="Rectangle 164"/>
          <p:cNvSpPr/>
          <p:nvPr/>
        </p:nvSpPr>
        <p:spPr>
          <a:xfrm>
            <a:off x="230436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Rectangle 165"/>
          <p:cNvSpPr/>
          <p:nvPr/>
        </p:nvSpPr>
        <p:spPr>
          <a:xfrm>
            <a:off x="246888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8" name="Rectangle 166"/>
          <p:cNvSpPr/>
          <p:nvPr/>
        </p:nvSpPr>
        <p:spPr>
          <a:xfrm>
            <a:off x="263340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Rectangle 167"/>
          <p:cNvSpPr/>
          <p:nvPr/>
        </p:nvSpPr>
        <p:spPr>
          <a:xfrm>
            <a:off x="279792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0" name="Rectangle 168"/>
          <p:cNvSpPr/>
          <p:nvPr/>
        </p:nvSpPr>
        <p:spPr>
          <a:xfrm>
            <a:off x="2962800" y="4434840"/>
            <a:ext cx="90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Rectangle 169"/>
          <p:cNvSpPr/>
          <p:nvPr/>
        </p:nvSpPr>
        <p:spPr>
          <a:xfrm>
            <a:off x="3127320" y="4434840"/>
            <a:ext cx="7200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-21960" rIns="36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2" name="Oval 170"/>
          <p:cNvSpPr/>
          <p:nvPr/>
        </p:nvSpPr>
        <p:spPr>
          <a:xfrm>
            <a:off x="822960" y="4399920"/>
            <a:ext cx="90360" cy="90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Box 171"/>
          <p:cNvSpPr/>
          <p:nvPr/>
        </p:nvSpPr>
        <p:spPr>
          <a:xfrm>
            <a:off x="914400" y="448056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Rectangle 172"/>
          <p:cNvSpPr/>
          <p:nvPr/>
        </p:nvSpPr>
        <p:spPr>
          <a:xfrm>
            <a:off x="7498080" y="4754880"/>
            <a:ext cx="3290760" cy="86760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5" name="Rectangle 173"/>
          <p:cNvSpPr/>
          <p:nvPr/>
        </p:nvSpPr>
        <p:spPr>
          <a:xfrm>
            <a:off x="7498080" y="4754880"/>
            <a:ext cx="593280" cy="227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6" name="TextBox 174"/>
          <p:cNvSpPr/>
          <p:nvPr/>
        </p:nvSpPr>
        <p:spPr>
          <a:xfrm>
            <a:off x="7498080" y="4754880"/>
            <a:ext cx="593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Box 175"/>
          <p:cNvSpPr/>
          <p:nvPr/>
        </p:nvSpPr>
        <p:spPr>
          <a:xfrm>
            <a:off x="8138160" y="475488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Rectangle 176"/>
          <p:cNvSpPr/>
          <p:nvPr/>
        </p:nvSpPr>
        <p:spPr>
          <a:xfrm>
            <a:off x="7955280" y="5120640"/>
            <a:ext cx="2376360" cy="21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9" name="Oval 177"/>
          <p:cNvSpPr/>
          <p:nvPr/>
        </p:nvSpPr>
        <p:spPr>
          <a:xfrm>
            <a:off x="7955280" y="5085720"/>
            <a:ext cx="90360" cy="903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178"/>
          <p:cNvSpPr/>
          <p:nvPr/>
        </p:nvSpPr>
        <p:spPr>
          <a:xfrm>
            <a:off x="8046720" y="482796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Rectangle 179"/>
          <p:cNvSpPr/>
          <p:nvPr/>
        </p:nvSpPr>
        <p:spPr>
          <a:xfrm>
            <a:off x="795528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2" name="Rectangle 180"/>
          <p:cNvSpPr/>
          <p:nvPr/>
        </p:nvSpPr>
        <p:spPr>
          <a:xfrm>
            <a:off x="811980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181"/>
          <p:cNvSpPr/>
          <p:nvPr/>
        </p:nvSpPr>
        <p:spPr>
          <a:xfrm>
            <a:off x="828432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182"/>
          <p:cNvSpPr/>
          <p:nvPr/>
        </p:nvSpPr>
        <p:spPr>
          <a:xfrm>
            <a:off x="844920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83"/>
          <p:cNvSpPr/>
          <p:nvPr/>
        </p:nvSpPr>
        <p:spPr>
          <a:xfrm>
            <a:off x="861372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84"/>
          <p:cNvSpPr/>
          <p:nvPr/>
        </p:nvSpPr>
        <p:spPr>
          <a:xfrm>
            <a:off x="877824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85"/>
          <p:cNvSpPr/>
          <p:nvPr/>
        </p:nvSpPr>
        <p:spPr>
          <a:xfrm>
            <a:off x="894276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86"/>
          <p:cNvSpPr/>
          <p:nvPr/>
        </p:nvSpPr>
        <p:spPr>
          <a:xfrm>
            <a:off x="910728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87"/>
          <p:cNvSpPr/>
          <p:nvPr/>
        </p:nvSpPr>
        <p:spPr>
          <a:xfrm>
            <a:off x="927216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88"/>
          <p:cNvSpPr/>
          <p:nvPr/>
        </p:nvSpPr>
        <p:spPr>
          <a:xfrm>
            <a:off x="943668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89"/>
          <p:cNvSpPr/>
          <p:nvPr/>
        </p:nvSpPr>
        <p:spPr>
          <a:xfrm>
            <a:off x="960120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90"/>
          <p:cNvSpPr/>
          <p:nvPr/>
        </p:nvSpPr>
        <p:spPr>
          <a:xfrm>
            <a:off x="976572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91"/>
          <p:cNvSpPr/>
          <p:nvPr/>
        </p:nvSpPr>
        <p:spPr>
          <a:xfrm>
            <a:off x="993024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2"/>
          <p:cNvSpPr/>
          <p:nvPr/>
        </p:nvSpPr>
        <p:spPr>
          <a:xfrm>
            <a:off x="10095120" y="5440680"/>
            <a:ext cx="90360" cy="21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-21960" rIns="45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193"/>
          <p:cNvSpPr/>
          <p:nvPr/>
        </p:nvSpPr>
        <p:spPr>
          <a:xfrm>
            <a:off x="10241280" y="5405760"/>
            <a:ext cx="90360" cy="90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Oval 194"/>
          <p:cNvSpPr/>
          <p:nvPr/>
        </p:nvSpPr>
        <p:spPr>
          <a:xfrm>
            <a:off x="10241280" y="5405760"/>
            <a:ext cx="90360" cy="903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360" tIns="19440" rIns="4536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TextBox 195"/>
          <p:cNvSpPr/>
          <p:nvPr/>
        </p:nvSpPr>
        <p:spPr>
          <a:xfrm>
            <a:off x="8046720" y="5148000"/>
            <a:ext cx="2284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Box 19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 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Christop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he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Box 19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28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Shape 3"/>
          <p:cNvSpPr/>
          <p:nvPr/>
        </p:nvSpPr>
        <p:spPr>
          <a:xfrm>
            <a:off x="548640" y="1691640"/>
            <a:ext cx="7314120" cy="45709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Shape 4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6" name="Shape 5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7" name="Shape 6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Text 7"/>
          <p:cNvSpPr/>
          <p:nvPr/>
        </p:nvSpPr>
        <p:spPr>
          <a:xfrm>
            <a:off x="1371600" y="178308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8"/>
          <p:cNvSpPr/>
          <p:nvPr/>
        </p:nvSpPr>
        <p:spPr>
          <a:xfrm>
            <a:off x="777240" y="22402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9"/>
          <p:cNvSpPr/>
          <p:nvPr/>
        </p:nvSpPr>
        <p:spPr>
          <a:xfrm>
            <a:off x="777240" y="24415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10"/>
          <p:cNvSpPr/>
          <p:nvPr/>
        </p:nvSpPr>
        <p:spPr>
          <a:xfrm>
            <a:off x="777240" y="26427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11"/>
          <p:cNvSpPr/>
          <p:nvPr/>
        </p:nvSpPr>
        <p:spPr>
          <a:xfrm>
            <a:off x="777240" y="28436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12"/>
          <p:cNvSpPr/>
          <p:nvPr/>
        </p:nvSpPr>
        <p:spPr>
          <a:xfrm>
            <a:off x="777240" y="30448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13"/>
          <p:cNvSpPr/>
          <p:nvPr/>
        </p:nvSpPr>
        <p:spPr>
          <a:xfrm>
            <a:off x="777240" y="32461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 14"/>
          <p:cNvSpPr/>
          <p:nvPr/>
        </p:nvSpPr>
        <p:spPr>
          <a:xfrm>
            <a:off x="777240" y="34473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5"/>
          <p:cNvSpPr/>
          <p:nvPr/>
        </p:nvSpPr>
        <p:spPr>
          <a:xfrm>
            <a:off x="777240" y="36486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bcrypt.compare(password, 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16"/>
          <p:cNvSpPr/>
          <p:nvPr/>
        </p:nvSpPr>
        <p:spPr>
          <a:xfrm>
            <a:off x="777240" y="38494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17"/>
          <p:cNvSpPr/>
          <p:nvPr/>
        </p:nvSpPr>
        <p:spPr>
          <a:xfrm>
            <a:off x="777240" y="40507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8"/>
          <p:cNvSpPr/>
          <p:nvPr/>
        </p:nvSpPr>
        <p:spPr>
          <a:xfrm>
            <a:off x="777240" y="42519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Text 19"/>
          <p:cNvSpPr/>
          <p:nvPr/>
        </p:nvSpPr>
        <p:spPr>
          <a:xfrm>
            <a:off x="777240" y="44532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20"/>
          <p:cNvSpPr/>
          <p:nvPr/>
        </p:nvSpPr>
        <p:spPr>
          <a:xfrm>
            <a:off x="777240" y="46544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1"/>
          <p:cNvSpPr/>
          <p:nvPr/>
        </p:nvSpPr>
        <p:spPr>
          <a:xfrm>
            <a:off x="777240" y="48553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22"/>
          <p:cNvSpPr/>
          <p:nvPr/>
        </p:nvSpPr>
        <p:spPr>
          <a:xfrm>
            <a:off x="777240" y="50565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Text 23"/>
          <p:cNvSpPr/>
          <p:nvPr/>
        </p:nvSpPr>
        <p:spPr>
          <a:xfrm>
            <a:off x="777240" y="52578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4"/>
          <p:cNvSpPr/>
          <p:nvPr/>
        </p:nvSpPr>
        <p:spPr>
          <a:xfrm>
            <a:off x="777240" y="54590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 25"/>
          <p:cNvSpPr/>
          <p:nvPr/>
        </p:nvSpPr>
        <p:spPr>
          <a:xfrm>
            <a:off x="777240" y="56602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26"/>
          <p:cNvSpPr/>
          <p:nvPr/>
        </p:nvSpPr>
        <p:spPr>
          <a:xfrm>
            <a:off x="777240" y="58611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Shape 27"/>
          <p:cNvSpPr/>
          <p:nvPr/>
        </p:nvSpPr>
        <p:spPr>
          <a:xfrm>
            <a:off x="8092440" y="1691640"/>
            <a:ext cx="3519360" cy="45709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Text 28"/>
          <p:cNvSpPr/>
          <p:nvPr/>
        </p:nvSpPr>
        <p:spPr>
          <a:xfrm>
            <a:off x="8275320" y="1783080"/>
            <a:ext cx="3199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</a:t>
            </a: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Shape 29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1" name="Text 30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31"/>
          <p:cNvSpPr/>
          <p:nvPr/>
        </p:nvSpPr>
        <p:spPr>
          <a:xfrm>
            <a:off x="8778240" y="21945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Shape 32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Text 33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34"/>
          <p:cNvSpPr/>
          <p:nvPr/>
        </p:nvSpPr>
        <p:spPr>
          <a:xfrm>
            <a:off x="8778240" y="28346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Shape 35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Text 36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 37"/>
          <p:cNvSpPr/>
          <p:nvPr/>
        </p:nvSpPr>
        <p:spPr>
          <a:xfrm>
            <a:off x="8778240" y="34747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Shape 38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Text 39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40"/>
          <p:cNvSpPr/>
          <p:nvPr/>
        </p:nvSpPr>
        <p:spPr>
          <a:xfrm>
            <a:off x="8778240" y="41148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41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Text 42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43"/>
          <p:cNvSpPr/>
          <p:nvPr/>
        </p:nvSpPr>
        <p:spPr>
          <a:xfrm>
            <a:off x="8778240" y="47548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Shape 44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Text 45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46"/>
          <p:cNvSpPr/>
          <p:nvPr/>
        </p:nvSpPr>
        <p:spPr>
          <a:xfrm>
            <a:off x="8778240" y="53949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9" name="Text 4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Text 4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ps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réel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ver-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Shape 3"/>
          <p:cNvSpPr/>
          <p:nvPr/>
        </p:nvSpPr>
        <p:spPr>
          <a:xfrm>
            <a:off x="274320" y="1691640"/>
            <a:ext cx="1279080" cy="50184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 4"/>
          <p:cNvSpPr/>
          <p:nvPr/>
        </p:nvSpPr>
        <p:spPr>
          <a:xfrm>
            <a:off x="274320" y="1691640"/>
            <a:ext cx="1279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Shape 5"/>
          <p:cNvSpPr/>
          <p:nvPr/>
        </p:nvSpPr>
        <p:spPr>
          <a:xfrm>
            <a:off x="9144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7" name="Shape 6"/>
          <p:cNvSpPr/>
          <p:nvPr/>
        </p:nvSpPr>
        <p:spPr>
          <a:xfrm>
            <a:off x="3383280" y="1691640"/>
            <a:ext cx="1279080" cy="50184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Text 7"/>
          <p:cNvSpPr/>
          <p:nvPr/>
        </p:nvSpPr>
        <p:spPr>
          <a:xfrm>
            <a:off x="3383280" y="1691640"/>
            <a:ext cx="1279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Shape 8"/>
          <p:cNvSpPr/>
          <p:nvPr/>
        </p:nvSpPr>
        <p:spPr>
          <a:xfrm>
            <a:off x="40233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Shape 9"/>
          <p:cNvSpPr/>
          <p:nvPr/>
        </p:nvSpPr>
        <p:spPr>
          <a:xfrm>
            <a:off x="6126480" y="1691640"/>
            <a:ext cx="1279080" cy="50184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Text 10"/>
          <p:cNvSpPr/>
          <p:nvPr/>
        </p:nvSpPr>
        <p:spPr>
          <a:xfrm>
            <a:off x="6126480" y="1691640"/>
            <a:ext cx="1279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Shape 11"/>
          <p:cNvSpPr/>
          <p:nvPr/>
        </p:nvSpPr>
        <p:spPr>
          <a:xfrm>
            <a:off x="676656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Shape 12"/>
          <p:cNvSpPr/>
          <p:nvPr/>
        </p:nvSpPr>
        <p:spPr>
          <a:xfrm>
            <a:off x="8503920" y="1691640"/>
            <a:ext cx="1279080" cy="50184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Text 13"/>
          <p:cNvSpPr/>
          <p:nvPr/>
        </p:nvSpPr>
        <p:spPr>
          <a:xfrm>
            <a:off x="8503920" y="1691640"/>
            <a:ext cx="1279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Shape 14"/>
          <p:cNvSpPr/>
          <p:nvPr/>
        </p:nvSpPr>
        <p:spPr>
          <a:xfrm>
            <a:off x="914400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Shape 15"/>
          <p:cNvSpPr/>
          <p:nvPr/>
        </p:nvSpPr>
        <p:spPr>
          <a:xfrm>
            <a:off x="10881360" y="1691640"/>
            <a:ext cx="1279080" cy="50184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Text 16"/>
          <p:cNvSpPr/>
          <p:nvPr/>
        </p:nvSpPr>
        <p:spPr>
          <a:xfrm>
            <a:off x="10881360" y="1691640"/>
            <a:ext cx="1279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Shape 17"/>
          <p:cNvSpPr/>
          <p:nvPr/>
        </p:nvSpPr>
        <p:spPr>
          <a:xfrm>
            <a:off x="11521440" y="2194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Shape 18"/>
          <p:cNvSpPr/>
          <p:nvPr/>
        </p:nvSpPr>
        <p:spPr>
          <a:xfrm>
            <a:off x="914400" y="2651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Text 19"/>
          <p:cNvSpPr/>
          <p:nvPr/>
        </p:nvSpPr>
        <p:spPr>
          <a:xfrm>
            <a:off x="914400" y="2359080"/>
            <a:ext cx="310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Shape 20"/>
          <p:cNvSpPr/>
          <p:nvPr/>
        </p:nvSpPr>
        <p:spPr>
          <a:xfrm>
            <a:off x="4023360" y="3063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Text 21"/>
          <p:cNvSpPr/>
          <p:nvPr/>
        </p:nvSpPr>
        <p:spPr>
          <a:xfrm>
            <a:off x="4023360" y="277056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Shape 22"/>
          <p:cNvSpPr/>
          <p:nvPr/>
        </p:nvSpPr>
        <p:spPr>
          <a:xfrm>
            <a:off x="4023360" y="3474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Text 23"/>
          <p:cNvSpPr/>
          <p:nvPr/>
        </p:nvSpPr>
        <p:spPr>
          <a:xfrm>
            <a:off x="4023360" y="318204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lates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t:cha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t: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{from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}:</a:t>
            </a: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Shape 24"/>
          <p:cNvSpPr/>
          <p:nvPr/>
        </p:nvSpPr>
        <p:spPr>
          <a:xfrm flipH="1">
            <a:off x="914400" y="3886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Text 25"/>
          <p:cNvSpPr/>
          <p:nvPr/>
        </p:nvSpPr>
        <p:spPr>
          <a:xfrm>
            <a:off x="914400" y="3593520"/>
            <a:ext cx="31078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26"/>
          <p:cNvSpPr/>
          <p:nvPr/>
        </p:nvSpPr>
        <p:spPr>
          <a:xfrm flipH="1">
            <a:off x="9144000" y="4343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Text 27"/>
          <p:cNvSpPr/>
          <p:nvPr/>
        </p:nvSpPr>
        <p:spPr>
          <a:xfrm>
            <a:off x="9144000" y="4050720"/>
            <a:ext cx="2376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28"/>
          <p:cNvSpPr/>
          <p:nvPr/>
        </p:nvSpPr>
        <p:spPr>
          <a:xfrm>
            <a:off x="9144000" y="4754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 29"/>
          <p:cNvSpPr/>
          <p:nvPr/>
        </p:nvSpPr>
        <p:spPr>
          <a:xfrm>
            <a:off x="9144000" y="4462200"/>
            <a:ext cx="2376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Shape 30"/>
          <p:cNvSpPr/>
          <p:nvPr/>
        </p:nvSpPr>
        <p:spPr>
          <a:xfrm>
            <a:off x="548640" y="5349240"/>
            <a:ext cx="11063160" cy="95904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2" name="Text 31"/>
          <p:cNvSpPr/>
          <p:nvPr/>
        </p:nvSpPr>
        <p:spPr>
          <a:xfrm>
            <a:off x="777240" y="5440680"/>
            <a:ext cx="106059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4" name="Text 32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Text 33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Shape 3"/>
          <p:cNvSpPr/>
          <p:nvPr/>
        </p:nvSpPr>
        <p:spPr>
          <a:xfrm>
            <a:off x="548640" y="1691640"/>
            <a:ext cx="7314120" cy="45709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Shape 4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Shape 5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Shape 6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Text 7"/>
          <p:cNvSpPr/>
          <p:nvPr/>
        </p:nvSpPr>
        <p:spPr>
          <a:xfrm>
            <a:off x="1371600" y="178308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Text 8"/>
          <p:cNvSpPr/>
          <p:nvPr/>
        </p:nvSpPr>
        <p:spPr>
          <a:xfrm>
            <a:off x="777240" y="22402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 9"/>
          <p:cNvSpPr/>
          <p:nvPr/>
        </p:nvSpPr>
        <p:spPr>
          <a:xfrm>
            <a:off x="777240" y="23821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Text 10"/>
          <p:cNvSpPr/>
          <p:nvPr/>
        </p:nvSpPr>
        <p:spPr>
          <a:xfrm>
            <a:off x="777240" y="252360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Text 11"/>
          <p:cNvSpPr/>
          <p:nvPr/>
        </p:nvSpPr>
        <p:spPr>
          <a:xfrm>
            <a:off x="777240" y="26654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Text 12"/>
          <p:cNvSpPr/>
          <p:nvPr/>
        </p:nvSpPr>
        <p:spPr>
          <a:xfrm>
            <a:off x="777240" y="28072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Text 13"/>
          <p:cNvSpPr/>
          <p:nvPr/>
        </p:nvSpPr>
        <p:spPr>
          <a:xfrm>
            <a:off x="777240" y="29491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Text 14"/>
          <p:cNvSpPr/>
          <p:nvPr/>
        </p:nvSpPr>
        <p:spPr>
          <a:xfrm>
            <a:off x="777240" y="309060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 15"/>
          <p:cNvSpPr/>
          <p:nvPr/>
        </p:nvSpPr>
        <p:spPr>
          <a:xfrm>
            <a:off x="777240" y="32324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Text 16"/>
          <p:cNvSpPr/>
          <p:nvPr/>
        </p:nvSpPr>
        <p:spPr>
          <a:xfrm>
            <a:off x="777240" y="33742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Text 17"/>
          <p:cNvSpPr/>
          <p:nvPr/>
        </p:nvSpPr>
        <p:spPr>
          <a:xfrm>
            <a:off x="777240" y="351576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Text 18"/>
          <p:cNvSpPr/>
          <p:nvPr/>
        </p:nvSpPr>
        <p:spPr>
          <a:xfrm>
            <a:off x="777240" y="365760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Text 19"/>
          <p:cNvSpPr/>
          <p:nvPr/>
        </p:nvSpPr>
        <p:spPr>
          <a:xfrm>
            <a:off x="777240" y="37994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Text 20"/>
          <p:cNvSpPr/>
          <p:nvPr/>
        </p:nvSpPr>
        <p:spPr>
          <a:xfrm>
            <a:off x="777240" y="39409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(async function 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Text 21"/>
          <p:cNvSpPr/>
          <p:nvPr/>
        </p:nvSpPr>
        <p:spPr>
          <a:xfrm>
            <a:off x="777240" y="408276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Text 22"/>
          <p:cNvSpPr/>
          <p:nvPr/>
        </p:nvSpPr>
        <p:spPr>
          <a:xfrm>
            <a:off x="777240" y="422460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Text 23"/>
          <p:cNvSpPr/>
          <p:nvPr/>
        </p:nvSpPr>
        <p:spPr>
          <a:xfrm>
            <a:off x="777240" y="43664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Text 24"/>
          <p:cNvSpPr/>
          <p:nvPr/>
        </p:nvSpPr>
        <p:spPr>
          <a:xfrm>
            <a:off x="777240" y="45079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Text 25"/>
          <p:cNvSpPr/>
          <p:nvPr/>
        </p:nvSpPr>
        <p:spPr>
          <a:xfrm>
            <a:off x="777240" y="464976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Text 26"/>
          <p:cNvSpPr/>
          <p:nvPr/>
        </p:nvSpPr>
        <p:spPr>
          <a:xfrm>
            <a:off x="777240" y="479160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Text 27"/>
          <p:cNvSpPr/>
          <p:nvPr/>
        </p:nvSpPr>
        <p:spPr>
          <a:xfrm>
            <a:off x="777240" y="49330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Text 28"/>
          <p:cNvSpPr/>
          <p:nvPr/>
        </p:nvSpPr>
        <p:spPr>
          <a:xfrm>
            <a:off x="777240" y="50749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Text 29"/>
          <p:cNvSpPr/>
          <p:nvPr/>
        </p:nvSpPr>
        <p:spPr>
          <a:xfrm>
            <a:off x="777240" y="521676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Text 30"/>
          <p:cNvSpPr/>
          <p:nvPr/>
        </p:nvSpPr>
        <p:spPr>
          <a:xfrm>
            <a:off x="777240" y="53582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Text 31"/>
          <p:cNvSpPr/>
          <p:nvPr/>
        </p:nvSpPr>
        <p:spPr>
          <a:xfrm>
            <a:off x="777240" y="55000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Text 32"/>
          <p:cNvSpPr/>
          <p:nvPr/>
        </p:nvSpPr>
        <p:spPr>
          <a:xfrm>
            <a:off x="777240" y="564192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Text 33"/>
          <p:cNvSpPr/>
          <p:nvPr/>
        </p:nvSpPr>
        <p:spPr>
          <a:xfrm>
            <a:off x="777240" y="578376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Text 34"/>
          <p:cNvSpPr/>
          <p:nvPr/>
        </p:nvSpPr>
        <p:spPr>
          <a:xfrm>
            <a:off x="777240" y="592524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Text 35"/>
          <p:cNvSpPr/>
          <p:nvPr/>
        </p:nvSpPr>
        <p:spPr>
          <a:xfrm>
            <a:off x="777240" y="6067080"/>
            <a:ext cx="694836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Shape 36"/>
          <p:cNvSpPr/>
          <p:nvPr/>
        </p:nvSpPr>
        <p:spPr>
          <a:xfrm>
            <a:off x="8092440" y="1691640"/>
            <a:ext cx="3519360" cy="45709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Text 37"/>
          <p:cNvSpPr/>
          <p:nvPr/>
        </p:nvSpPr>
        <p:spPr>
          <a:xfrm>
            <a:off x="8275320" y="1783080"/>
            <a:ext cx="3199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Shape 38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Text 39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Text 40"/>
          <p:cNvSpPr/>
          <p:nvPr/>
        </p:nvSpPr>
        <p:spPr>
          <a:xfrm>
            <a:off x="8778240" y="21945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Shape 41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Text 42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 43"/>
          <p:cNvSpPr/>
          <p:nvPr/>
        </p:nvSpPr>
        <p:spPr>
          <a:xfrm>
            <a:off x="8778240" y="28346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Shape 44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Text 45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Text 46"/>
          <p:cNvSpPr/>
          <p:nvPr/>
        </p:nvSpPr>
        <p:spPr>
          <a:xfrm>
            <a:off x="8778240" y="34747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Shape 47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Text 48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Text 49"/>
          <p:cNvSpPr/>
          <p:nvPr/>
        </p:nvSpPr>
        <p:spPr>
          <a:xfrm>
            <a:off x="8778240" y="41148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Shape 50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Text 51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Text 52"/>
          <p:cNvSpPr/>
          <p:nvPr/>
        </p:nvSpPr>
        <p:spPr>
          <a:xfrm>
            <a:off x="8778240" y="47548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Shape 53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Text 54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Text 55"/>
          <p:cNvSpPr/>
          <p:nvPr/>
        </p:nvSpPr>
        <p:spPr>
          <a:xfrm>
            <a:off x="8778240" y="53949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3" name="Text 5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Text 5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Shape 3"/>
          <p:cNvSpPr/>
          <p:nvPr/>
        </p:nvSpPr>
        <p:spPr>
          <a:xfrm>
            <a:off x="45720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Shape 4"/>
          <p:cNvSpPr/>
          <p:nvPr/>
        </p:nvSpPr>
        <p:spPr>
          <a:xfrm>
            <a:off x="457200" y="1691640"/>
            <a:ext cx="72000" cy="22392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0" name="Text 5"/>
          <p:cNvSpPr/>
          <p:nvPr/>
        </p:nvSpPr>
        <p:spPr>
          <a:xfrm>
            <a:off x="685800" y="17830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Shape 6"/>
          <p:cNvSpPr/>
          <p:nvPr/>
        </p:nvSpPr>
        <p:spPr>
          <a:xfrm>
            <a:off x="685800" y="21945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Text 7"/>
          <p:cNvSpPr/>
          <p:nvPr/>
        </p:nvSpPr>
        <p:spPr>
          <a:xfrm>
            <a:off x="685800" y="21945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Text 8"/>
          <p:cNvSpPr/>
          <p:nvPr/>
        </p:nvSpPr>
        <p:spPr>
          <a:xfrm>
            <a:off x="1325880" y="21945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Shape 9"/>
          <p:cNvSpPr/>
          <p:nvPr/>
        </p:nvSpPr>
        <p:spPr>
          <a:xfrm>
            <a:off x="685800" y="26060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Text 10"/>
          <p:cNvSpPr/>
          <p:nvPr/>
        </p:nvSpPr>
        <p:spPr>
          <a:xfrm>
            <a:off x="685800" y="26060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Text 11"/>
          <p:cNvSpPr/>
          <p:nvPr/>
        </p:nvSpPr>
        <p:spPr>
          <a:xfrm>
            <a:off x="1325880" y="26060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Shape 12"/>
          <p:cNvSpPr/>
          <p:nvPr/>
        </p:nvSpPr>
        <p:spPr>
          <a:xfrm>
            <a:off x="685800" y="301752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Text 13"/>
          <p:cNvSpPr/>
          <p:nvPr/>
        </p:nvSpPr>
        <p:spPr>
          <a:xfrm>
            <a:off x="685800" y="301752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 14"/>
          <p:cNvSpPr/>
          <p:nvPr/>
        </p:nvSpPr>
        <p:spPr>
          <a:xfrm>
            <a:off x="1325880" y="301752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Shape 15"/>
          <p:cNvSpPr/>
          <p:nvPr/>
        </p:nvSpPr>
        <p:spPr>
          <a:xfrm>
            <a:off x="685800" y="3429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Text 16"/>
          <p:cNvSpPr/>
          <p:nvPr/>
        </p:nvSpPr>
        <p:spPr>
          <a:xfrm>
            <a:off x="685800" y="3429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 17"/>
          <p:cNvSpPr/>
          <p:nvPr/>
        </p:nvSpPr>
        <p:spPr>
          <a:xfrm>
            <a:off x="1325880" y="3429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3" name="Shape 18"/>
          <p:cNvSpPr/>
          <p:nvPr/>
        </p:nvSpPr>
        <p:spPr>
          <a:xfrm>
            <a:off x="425196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Shape 19"/>
          <p:cNvSpPr/>
          <p:nvPr/>
        </p:nvSpPr>
        <p:spPr>
          <a:xfrm>
            <a:off x="4251960" y="1691640"/>
            <a:ext cx="72000" cy="22392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Text 20"/>
          <p:cNvSpPr/>
          <p:nvPr/>
        </p:nvSpPr>
        <p:spPr>
          <a:xfrm>
            <a:off x="4480560" y="17830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6" name="Shape 21"/>
          <p:cNvSpPr/>
          <p:nvPr/>
        </p:nvSpPr>
        <p:spPr>
          <a:xfrm>
            <a:off x="4480560" y="21945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Text 22"/>
          <p:cNvSpPr/>
          <p:nvPr/>
        </p:nvSpPr>
        <p:spPr>
          <a:xfrm>
            <a:off x="4480560" y="21945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 23"/>
          <p:cNvSpPr/>
          <p:nvPr/>
        </p:nvSpPr>
        <p:spPr>
          <a:xfrm>
            <a:off x="5120640" y="21945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private/</a:t>
            </a: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9" name="Shape 24"/>
          <p:cNvSpPr/>
          <p:nvPr/>
        </p:nvSpPr>
        <p:spPr>
          <a:xfrm>
            <a:off x="4480560" y="26060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 25"/>
          <p:cNvSpPr/>
          <p:nvPr/>
        </p:nvSpPr>
        <p:spPr>
          <a:xfrm>
            <a:off x="4480560" y="26060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 26"/>
          <p:cNvSpPr/>
          <p:nvPr/>
        </p:nvSpPr>
        <p:spPr>
          <a:xfrm>
            <a:off x="5120640" y="26060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Shape 27"/>
          <p:cNvSpPr/>
          <p:nvPr/>
        </p:nvSpPr>
        <p:spPr>
          <a:xfrm>
            <a:off x="4480560" y="301752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3" name="Text 28"/>
          <p:cNvSpPr/>
          <p:nvPr/>
        </p:nvSpPr>
        <p:spPr>
          <a:xfrm>
            <a:off x="4480560" y="301752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4" name="Text 29"/>
          <p:cNvSpPr/>
          <p:nvPr/>
        </p:nvSpPr>
        <p:spPr>
          <a:xfrm>
            <a:off x="5120640" y="301752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5" name="Shape 30"/>
          <p:cNvSpPr/>
          <p:nvPr/>
        </p:nvSpPr>
        <p:spPr>
          <a:xfrm>
            <a:off x="4480560" y="3429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6" name="Text 31"/>
          <p:cNvSpPr/>
          <p:nvPr/>
        </p:nvSpPr>
        <p:spPr>
          <a:xfrm>
            <a:off x="4480560" y="3429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Text 32"/>
          <p:cNvSpPr/>
          <p:nvPr/>
        </p:nvSpPr>
        <p:spPr>
          <a:xfrm>
            <a:off x="5120640" y="3429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8" name="Shape 33"/>
          <p:cNvSpPr/>
          <p:nvPr/>
        </p:nvSpPr>
        <p:spPr>
          <a:xfrm>
            <a:off x="8046720" y="169164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34"/>
          <p:cNvSpPr/>
          <p:nvPr/>
        </p:nvSpPr>
        <p:spPr>
          <a:xfrm>
            <a:off x="8046720" y="1691640"/>
            <a:ext cx="72000" cy="22392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Text 35"/>
          <p:cNvSpPr/>
          <p:nvPr/>
        </p:nvSpPr>
        <p:spPr>
          <a:xfrm>
            <a:off x="8275320" y="17830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1" name="Shape 36"/>
          <p:cNvSpPr/>
          <p:nvPr/>
        </p:nvSpPr>
        <p:spPr>
          <a:xfrm>
            <a:off x="8275320" y="21945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37"/>
          <p:cNvSpPr/>
          <p:nvPr/>
        </p:nvSpPr>
        <p:spPr>
          <a:xfrm>
            <a:off x="8275320" y="21945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38"/>
          <p:cNvSpPr/>
          <p:nvPr/>
        </p:nvSpPr>
        <p:spPr>
          <a:xfrm>
            <a:off x="8915400" y="21945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Shape 39"/>
          <p:cNvSpPr/>
          <p:nvPr/>
        </p:nvSpPr>
        <p:spPr>
          <a:xfrm>
            <a:off x="8275320" y="26060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5" name="Text 40"/>
          <p:cNvSpPr/>
          <p:nvPr/>
        </p:nvSpPr>
        <p:spPr>
          <a:xfrm>
            <a:off x="8275320" y="26060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41"/>
          <p:cNvSpPr/>
          <p:nvPr/>
        </p:nvSpPr>
        <p:spPr>
          <a:xfrm>
            <a:off x="8915400" y="26060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Shape 42"/>
          <p:cNvSpPr/>
          <p:nvPr/>
        </p:nvSpPr>
        <p:spPr>
          <a:xfrm>
            <a:off x="8275320" y="301752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8" name="Text 43"/>
          <p:cNvSpPr/>
          <p:nvPr/>
        </p:nvSpPr>
        <p:spPr>
          <a:xfrm>
            <a:off x="8275320" y="301752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44"/>
          <p:cNvSpPr/>
          <p:nvPr/>
        </p:nvSpPr>
        <p:spPr>
          <a:xfrm>
            <a:off x="8915400" y="301752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Shape 45"/>
          <p:cNvSpPr/>
          <p:nvPr/>
        </p:nvSpPr>
        <p:spPr>
          <a:xfrm>
            <a:off x="8275320" y="3429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1" name="Text 46"/>
          <p:cNvSpPr/>
          <p:nvPr/>
        </p:nvSpPr>
        <p:spPr>
          <a:xfrm>
            <a:off x="8275320" y="3429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47"/>
          <p:cNvSpPr/>
          <p:nvPr/>
        </p:nvSpPr>
        <p:spPr>
          <a:xfrm>
            <a:off x="8915400" y="3429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Shape 48"/>
          <p:cNvSpPr/>
          <p:nvPr/>
        </p:nvSpPr>
        <p:spPr>
          <a:xfrm>
            <a:off x="45720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4" name="Shape 49"/>
          <p:cNvSpPr/>
          <p:nvPr/>
        </p:nvSpPr>
        <p:spPr>
          <a:xfrm>
            <a:off x="457200" y="4069080"/>
            <a:ext cx="72000" cy="223920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5" name="Text 50"/>
          <p:cNvSpPr/>
          <p:nvPr/>
        </p:nvSpPr>
        <p:spPr>
          <a:xfrm>
            <a:off x="685800" y="416052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Shape 51"/>
          <p:cNvSpPr/>
          <p:nvPr/>
        </p:nvSpPr>
        <p:spPr>
          <a:xfrm>
            <a:off x="685800" y="4572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7" name="Text 52"/>
          <p:cNvSpPr/>
          <p:nvPr/>
        </p:nvSpPr>
        <p:spPr>
          <a:xfrm>
            <a:off x="685800" y="4572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53"/>
          <p:cNvSpPr/>
          <p:nvPr/>
        </p:nvSpPr>
        <p:spPr>
          <a:xfrm>
            <a:off x="1325880" y="4572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Shape 54"/>
          <p:cNvSpPr/>
          <p:nvPr/>
        </p:nvSpPr>
        <p:spPr>
          <a:xfrm>
            <a:off x="685800" y="498348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0" name="Text 55"/>
          <p:cNvSpPr/>
          <p:nvPr/>
        </p:nvSpPr>
        <p:spPr>
          <a:xfrm>
            <a:off x="685800" y="498348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56"/>
          <p:cNvSpPr/>
          <p:nvPr/>
        </p:nvSpPr>
        <p:spPr>
          <a:xfrm>
            <a:off x="1325880" y="498348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57"/>
          <p:cNvSpPr/>
          <p:nvPr/>
        </p:nvSpPr>
        <p:spPr>
          <a:xfrm>
            <a:off x="685800" y="53949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58"/>
          <p:cNvSpPr/>
          <p:nvPr/>
        </p:nvSpPr>
        <p:spPr>
          <a:xfrm>
            <a:off x="685800" y="53949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Text 59"/>
          <p:cNvSpPr/>
          <p:nvPr/>
        </p:nvSpPr>
        <p:spPr>
          <a:xfrm>
            <a:off x="1325880" y="53949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5" name="Shape 60"/>
          <p:cNvSpPr/>
          <p:nvPr/>
        </p:nvSpPr>
        <p:spPr>
          <a:xfrm>
            <a:off x="685800" y="58064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6" name="Text 61"/>
          <p:cNvSpPr/>
          <p:nvPr/>
        </p:nvSpPr>
        <p:spPr>
          <a:xfrm>
            <a:off x="685800" y="58064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Text 62"/>
          <p:cNvSpPr/>
          <p:nvPr/>
        </p:nvSpPr>
        <p:spPr>
          <a:xfrm>
            <a:off x="1325880" y="58064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8" name="Shape 63"/>
          <p:cNvSpPr/>
          <p:nvPr/>
        </p:nvSpPr>
        <p:spPr>
          <a:xfrm>
            <a:off x="425196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9" name="Shape 64"/>
          <p:cNvSpPr/>
          <p:nvPr/>
        </p:nvSpPr>
        <p:spPr>
          <a:xfrm>
            <a:off x="4251960" y="4069080"/>
            <a:ext cx="72000" cy="22392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0" name="Text 65"/>
          <p:cNvSpPr/>
          <p:nvPr/>
        </p:nvSpPr>
        <p:spPr>
          <a:xfrm>
            <a:off x="4480560" y="416052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1" name="Shape 66"/>
          <p:cNvSpPr/>
          <p:nvPr/>
        </p:nvSpPr>
        <p:spPr>
          <a:xfrm>
            <a:off x="4480560" y="4572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2" name="Text 67"/>
          <p:cNvSpPr/>
          <p:nvPr/>
        </p:nvSpPr>
        <p:spPr>
          <a:xfrm>
            <a:off x="4480560" y="4572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Text 68"/>
          <p:cNvSpPr/>
          <p:nvPr/>
        </p:nvSpPr>
        <p:spPr>
          <a:xfrm>
            <a:off x="5120640" y="4572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4" name="Shape 69"/>
          <p:cNvSpPr/>
          <p:nvPr/>
        </p:nvSpPr>
        <p:spPr>
          <a:xfrm>
            <a:off x="4480560" y="498348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5" name="Text 70"/>
          <p:cNvSpPr/>
          <p:nvPr/>
        </p:nvSpPr>
        <p:spPr>
          <a:xfrm>
            <a:off x="4480560" y="498348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Text 71"/>
          <p:cNvSpPr/>
          <p:nvPr/>
        </p:nvSpPr>
        <p:spPr>
          <a:xfrm>
            <a:off x="5120640" y="498348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7" name="Shape 72"/>
          <p:cNvSpPr/>
          <p:nvPr/>
        </p:nvSpPr>
        <p:spPr>
          <a:xfrm>
            <a:off x="4480560" y="53949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8" name="Text 73"/>
          <p:cNvSpPr/>
          <p:nvPr/>
        </p:nvSpPr>
        <p:spPr>
          <a:xfrm>
            <a:off x="4480560" y="53949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Text 74"/>
          <p:cNvSpPr/>
          <p:nvPr/>
        </p:nvSpPr>
        <p:spPr>
          <a:xfrm>
            <a:off x="5120640" y="53949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0" name="Shape 75"/>
          <p:cNvSpPr/>
          <p:nvPr/>
        </p:nvSpPr>
        <p:spPr>
          <a:xfrm>
            <a:off x="4480560" y="58064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1" name="Text 76"/>
          <p:cNvSpPr/>
          <p:nvPr/>
        </p:nvSpPr>
        <p:spPr>
          <a:xfrm>
            <a:off x="4480560" y="58064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2" name="Text 77"/>
          <p:cNvSpPr/>
          <p:nvPr/>
        </p:nvSpPr>
        <p:spPr>
          <a:xfrm>
            <a:off x="5120640" y="58064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3" name="Shape 78"/>
          <p:cNvSpPr/>
          <p:nvPr/>
        </p:nvSpPr>
        <p:spPr>
          <a:xfrm>
            <a:off x="8046720" y="4069080"/>
            <a:ext cx="3656520" cy="223920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4" name="Shape 79"/>
          <p:cNvSpPr/>
          <p:nvPr/>
        </p:nvSpPr>
        <p:spPr>
          <a:xfrm>
            <a:off x="8046720" y="4069080"/>
            <a:ext cx="72000" cy="223920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5" name="Text 80"/>
          <p:cNvSpPr/>
          <p:nvPr/>
        </p:nvSpPr>
        <p:spPr>
          <a:xfrm>
            <a:off x="8275320" y="416052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Shape 81"/>
          <p:cNvSpPr/>
          <p:nvPr/>
        </p:nvSpPr>
        <p:spPr>
          <a:xfrm>
            <a:off x="8275320" y="457200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7" name="Text 82"/>
          <p:cNvSpPr/>
          <p:nvPr/>
        </p:nvSpPr>
        <p:spPr>
          <a:xfrm>
            <a:off x="8275320" y="457200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8" name="Text 83"/>
          <p:cNvSpPr/>
          <p:nvPr/>
        </p:nvSpPr>
        <p:spPr>
          <a:xfrm>
            <a:off x="8915400" y="457200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9" name="Shape 84"/>
          <p:cNvSpPr/>
          <p:nvPr/>
        </p:nvSpPr>
        <p:spPr>
          <a:xfrm>
            <a:off x="8275320" y="498348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0" name="Text 85"/>
          <p:cNvSpPr/>
          <p:nvPr/>
        </p:nvSpPr>
        <p:spPr>
          <a:xfrm>
            <a:off x="8275320" y="498348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1" name="Text 86"/>
          <p:cNvSpPr/>
          <p:nvPr/>
        </p:nvSpPr>
        <p:spPr>
          <a:xfrm>
            <a:off x="8915400" y="498348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2" name="Shape 87"/>
          <p:cNvSpPr/>
          <p:nvPr/>
        </p:nvSpPr>
        <p:spPr>
          <a:xfrm>
            <a:off x="8275320" y="539496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3" name="Text 88"/>
          <p:cNvSpPr/>
          <p:nvPr/>
        </p:nvSpPr>
        <p:spPr>
          <a:xfrm>
            <a:off x="8275320" y="539496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4" name="Text 89"/>
          <p:cNvSpPr/>
          <p:nvPr/>
        </p:nvSpPr>
        <p:spPr>
          <a:xfrm>
            <a:off x="8915400" y="539496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5" name="Shape 90"/>
          <p:cNvSpPr/>
          <p:nvPr/>
        </p:nvSpPr>
        <p:spPr>
          <a:xfrm>
            <a:off x="8275320" y="5806440"/>
            <a:ext cx="593280" cy="29160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6" name="Text 91"/>
          <p:cNvSpPr/>
          <p:nvPr/>
        </p:nvSpPr>
        <p:spPr>
          <a:xfrm>
            <a:off x="8275320" y="5806440"/>
            <a:ext cx="593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7" name="Text 92"/>
          <p:cNvSpPr/>
          <p:nvPr/>
        </p:nvSpPr>
        <p:spPr>
          <a:xfrm>
            <a:off x="8915400" y="5806440"/>
            <a:ext cx="26506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8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9" name="Text 93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0" name="Text 94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Shape 3"/>
          <p:cNvSpPr/>
          <p:nvPr/>
        </p:nvSpPr>
        <p:spPr>
          <a:xfrm>
            <a:off x="548640" y="1691640"/>
            <a:ext cx="7314120" cy="45709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5" name="Shape 4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Shape 5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7" name="Shape 6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7"/>
          <p:cNvSpPr/>
          <p:nvPr/>
        </p:nvSpPr>
        <p:spPr>
          <a:xfrm>
            <a:off x="1371600" y="178308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Text 8"/>
          <p:cNvSpPr/>
          <p:nvPr/>
        </p:nvSpPr>
        <p:spPr>
          <a:xfrm>
            <a:off x="777240" y="22402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Text 9"/>
          <p:cNvSpPr/>
          <p:nvPr/>
        </p:nvSpPr>
        <p:spPr>
          <a:xfrm>
            <a:off x="777240" y="24505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Text 10"/>
          <p:cNvSpPr/>
          <p:nvPr/>
        </p:nvSpPr>
        <p:spPr>
          <a:xfrm>
            <a:off x="777240" y="26607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2" name="Text 11"/>
          <p:cNvSpPr/>
          <p:nvPr/>
        </p:nvSpPr>
        <p:spPr>
          <a:xfrm>
            <a:off x="777240" y="28713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Text 12"/>
          <p:cNvSpPr/>
          <p:nvPr/>
        </p:nvSpPr>
        <p:spPr>
          <a:xfrm>
            <a:off x="777240" y="30816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4" name="Text 13"/>
          <p:cNvSpPr/>
          <p:nvPr/>
        </p:nvSpPr>
        <p:spPr>
          <a:xfrm>
            <a:off x="777240" y="32918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Text 14"/>
          <p:cNvSpPr/>
          <p:nvPr/>
        </p:nvSpPr>
        <p:spPr>
          <a:xfrm>
            <a:off x="777240" y="35020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6" name="Text 15"/>
          <p:cNvSpPr/>
          <p:nvPr/>
        </p:nvSpPr>
        <p:spPr>
          <a:xfrm>
            <a:off x="777240" y="37123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7" name="Text 16"/>
          <p:cNvSpPr/>
          <p:nvPr/>
        </p:nvSpPr>
        <p:spPr>
          <a:xfrm>
            <a:off x="777240" y="39229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8" name="Text 17"/>
          <p:cNvSpPr/>
          <p:nvPr/>
        </p:nvSpPr>
        <p:spPr>
          <a:xfrm>
            <a:off x="777240" y="41331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18"/>
          <p:cNvSpPr/>
          <p:nvPr/>
        </p:nvSpPr>
        <p:spPr>
          <a:xfrm>
            <a:off x="777240" y="43434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</a:t>
            </a: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0" name="Text 19"/>
          <p:cNvSpPr/>
          <p:nvPr/>
        </p:nvSpPr>
        <p:spPr>
          <a:xfrm>
            <a:off x="777240" y="45536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20"/>
          <p:cNvSpPr/>
          <p:nvPr/>
        </p:nvSpPr>
        <p:spPr>
          <a:xfrm>
            <a:off x="777240" y="47638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Text 21"/>
          <p:cNvSpPr/>
          <p:nvPr/>
        </p:nvSpPr>
        <p:spPr>
          <a:xfrm>
            <a:off x="777240" y="497448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3" name="Text 22"/>
          <p:cNvSpPr/>
          <p:nvPr/>
        </p:nvSpPr>
        <p:spPr>
          <a:xfrm>
            <a:off x="777240" y="518472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4" name="Text 23"/>
          <p:cNvSpPr/>
          <p:nvPr/>
        </p:nvSpPr>
        <p:spPr>
          <a:xfrm>
            <a:off x="777240" y="539496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5" name="Text 24"/>
          <p:cNvSpPr/>
          <p:nvPr/>
        </p:nvSpPr>
        <p:spPr>
          <a:xfrm>
            <a:off x="777240" y="560520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6" name="Text 25"/>
          <p:cNvSpPr/>
          <p:nvPr/>
        </p:nvSpPr>
        <p:spPr>
          <a:xfrm>
            <a:off x="777240" y="5815440"/>
            <a:ext cx="69483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7" name="Shape 26"/>
          <p:cNvSpPr/>
          <p:nvPr/>
        </p:nvSpPr>
        <p:spPr>
          <a:xfrm>
            <a:off x="8092440" y="1691640"/>
            <a:ext cx="3519360" cy="45709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8" name="Text 27"/>
          <p:cNvSpPr/>
          <p:nvPr/>
        </p:nvSpPr>
        <p:spPr>
          <a:xfrm>
            <a:off x="8275320" y="1783080"/>
            <a:ext cx="3199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Shape 28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0" name="Text 29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30"/>
          <p:cNvSpPr/>
          <p:nvPr/>
        </p:nvSpPr>
        <p:spPr>
          <a:xfrm>
            <a:off x="8778240" y="21945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Shape 31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3" name="Text 32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33"/>
          <p:cNvSpPr/>
          <p:nvPr/>
        </p:nvSpPr>
        <p:spPr>
          <a:xfrm>
            <a:off x="8778240" y="28346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Shape 34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6" name="Text 35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36"/>
          <p:cNvSpPr/>
          <p:nvPr/>
        </p:nvSpPr>
        <p:spPr>
          <a:xfrm>
            <a:off x="8778240" y="34747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Shape 37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9" name="Text 38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39"/>
          <p:cNvSpPr/>
          <p:nvPr/>
        </p:nvSpPr>
        <p:spPr>
          <a:xfrm>
            <a:off x="8778240" y="41148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Shape 40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2" name="Text 41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42"/>
          <p:cNvSpPr/>
          <p:nvPr/>
        </p:nvSpPr>
        <p:spPr>
          <a:xfrm>
            <a:off x="8778240" y="47548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Shape 43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5" name="Text 44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45"/>
          <p:cNvSpPr/>
          <p:nvPr/>
        </p:nvSpPr>
        <p:spPr>
          <a:xfrm>
            <a:off x="8778240" y="53949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8" name="Text 4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4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3" name="Shape 3"/>
          <p:cNvSpPr/>
          <p:nvPr/>
        </p:nvSpPr>
        <p:spPr>
          <a:xfrm>
            <a:off x="548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4" name="Text 4"/>
          <p:cNvSpPr/>
          <p:nvPr/>
        </p:nvSpPr>
        <p:spPr>
          <a:xfrm>
            <a:off x="731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5"/>
          <p:cNvSpPr/>
          <p:nvPr/>
        </p:nvSpPr>
        <p:spPr>
          <a:xfrm>
            <a:off x="777240" y="219456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Text 6"/>
          <p:cNvSpPr/>
          <p:nvPr/>
        </p:nvSpPr>
        <p:spPr>
          <a:xfrm>
            <a:off x="1188720" y="219456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7" name="Text 7"/>
          <p:cNvSpPr/>
          <p:nvPr/>
        </p:nvSpPr>
        <p:spPr>
          <a:xfrm>
            <a:off x="777240" y="274320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Text 8"/>
          <p:cNvSpPr/>
          <p:nvPr/>
        </p:nvSpPr>
        <p:spPr>
          <a:xfrm>
            <a:off x="1188720" y="274320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9" name="Text 9"/>
          <p:cNvSpPr/>
          <p:nvPr/>
        </p:nvSpPr>
        <p:spPr>
          <a:xfrm>
            <a:off x="777240" y="329184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10"/>
          <p:cNvSpPr/>
          <p:nvPr/>
        </p:nvSpPr>
        <p:spPr>
          <a:xfrm>
            <a:off x="1188720" y="329184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Text 11"/>
          <p:cNvSpPr/>
          <p:nvPr/>
        </p:nvSpPr>
        <p:spPr>
          <a:xfrm>
            <a:off x="777240" y="384048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2" name="Text 12"/>
          <p:cNvSpPr/>
          <p:nvPr/>
        </p:nvSpPr>
        <p:spPr>
          <a:xfrm>
            <a:off x="1188720" y="38404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13"/>
          <p:cNvSpPr/>
          <p:nvPr/>
        </p:nvSpPr>
        <p:spPr>
          <a:xfrm>
            <a:off x="777240" y="438912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Text 14"/>
          <p:cNvSpPr/>
          <p:nvPr/>
        </p:nvSpPr>
        <p:spPr>
          <a:xfrm>
            <a:off x="1188720" y="438912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5" name="Text 15"/>
          <p:cNvSpPr/>
          <p:nvPr/>
        </p:nvSpPr>
        <p:spPr>
          <a:xfrm>
            <a:off x="777240" y="493776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16"/>
          <p:cNvSpPr/>
          <p:nvPr/>
        </p:nvSpPr>
        <p:spPr>
          <a:xfrm>
            <a:off x="1188720" y="493776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Text 17"/>
          <p:cNvSpPr/>
          <p:nvPr/>
        </p:nvSpPr>
        <p:spPr>
          <a:xfrm>
            <a:off x="777240" y="5486400"/>
            <a:ext cx="3646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8" name="Text 18"/>
          <p:cNvSpPr/>
          <p:nvPr/>
        </p:nvSpPr>
        <p:spPr>
          <a:xfrm>
            <a:off x="1188720" y="548640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Shape 19"/>
          <p:cNvSpPr/>
          <p:nvPr/>
        </p:nvSpPr>
        <p:spPr>
          <a:xfrm>
            <a:off x="6263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0" name="Text 20"/>
          <p:cNvSpPr/>
          <p:nvPr/>
        </p:nvSpPr>
        <p:spPr>
          <a:xfrm>
            <a:off x="6446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1" name="Text 21"/>
          <p:cNvSpPr/>
          <p:nvPr/>
        </p:nvSpPr>
        <p:spPr>
          <a:xfrm>
            <a:off x="6446520" y="219456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22"/>
          <p:cNvSpPr/>
          <p:nvPr/>
        </p:nvSpPr>
        <p:spPr>
          <a:xfrm>
            <a:off x="6446520" y="2468880"/>
            <a:ext cx="5211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 23"/>
          <p:cNvSpPr/>
          <p:nvPr/>
        </p:nvSpPr>
        <p:spPr>
          <a:xfrm>
            <a:off x="6446520" y="310896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de la personne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 24"/>
          <p:cNvSpPr/>
          <p:nvPr/>
        </p:nvSpPr>
        <p:spPr>
          <a:xfrm>
            <a:off x="6446520" y="338328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Shape 25"/>
          <p:cNvSpPr/>
          <p:nvPr/>
        </p:nvSpPr>
        <p:spPr>
          <a:xfrm>
            <a:off x="10058400" y="3410640"/>
            <a:ext cx="1370520" cy="2548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6" name="Text 26"/>
          <p:cNvSpPr/>
          <p:nvPr/>
        </p:nvSpPr>
        <p:spPr>
          <a:xfrm>
            <a:off x="10058400" y="3410640"/>
            <a:ext cx="1370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7" name="Text 27"/>
          <p:cNvSpPr/>
          <p:nvPr/>
        </p:nvSpPr>
        <p:spPr>
          <a:xfrm>
            <a:off x="6446520" y="374904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Shape 28"/>
          <p:cNvSpPr/>
          <p:nvPr/>
        </p:nvSpPr>
        <p:spPr>
          <a:xfrm>
            <a:off x="10058400" y="3776400"/>
            <a:ext cx="1370520" cy="2548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9" name="Text 29"/>
          <p:cNvSpPr/>
          <p:nvPr/>
        </p:nvSpPr>
        <p:spPr>
          <a:xfrm>
            <a:off x="10058400" y="3776400"/>
            <a:ext cx="1370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30"/>
          <p:cNvSpPr/>
          <p:nvPr/>
        </p:nvSpPr>
        <p:spPr>
          <a:xfrm>
            <a:off x="6446520" y="411480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31"/>
          <p:cNvSpPr/>
          <p:nvPr/>
        </p:nvSpPr>
        <p:spPr>
          <a:xfrm>
            <a:off x="10058400" y="4142160"/>
            <a:ext cx="1370520" cy="25488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Text 32"/>
          <p:cNvSpPr/>
          <p:nvPr/>
        </p:nvSpPr>
        <p:spPr>
          <a:xfrm>
            <a:off x="10058400" y="4142160"/>
            <a:ext cx="1370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 33"/>
          <p:cNvSpPr/>
          <p:nvPr/>
        </p:nvSpPr>
        <p:spPr>
          <a:xfrm>
            <a:off x="6446520" y="44805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Shape 34"/>
          <p:cNvSpPr/>
          <p:nvPr/>
        </p:nvSpPr>
        <p:spPr>
          <a:xfrm>
            <a:off x="10058400" y="4507920"/>
            <a:ext cx="1370520" cy="25488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 35"/>
          <p:cNvSpPr/>
          <p:nvPr/>
        </p:nvSpPr>
        <p:spPr>
          <a:xfrm>
            <a:off x="10058400" y="4507920"/>
            <a:ext cx="1370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 36"/>
          <p:cNvSpPr/>
          <p:nvPr/>
        </p:nvSpPr>
        <p:spPr>
          <a:xfrm>
            <a:off x="6446520" y="48463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Shape 37"/>
          <p:cNvSpPr/>
          <p:nvPr/>
        </p:nvSpPr>
        <p:spPr>
          <a:xfrm>
            <a:off x="10058400" y="4873680"/>
            <a:ext cx="1370520" cy="25488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8" name="Text 38"/>
          <p:cNvSpPr/>
          <p:nvPr/>
        </p:nvSpPr>
        <p:spPr>
          <a:xfrm>
            <a:off x="10058400" y="4873680"/>
            <a:ext cx="1370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9" name="Text 39"/>
          <p:cNvSpPr/>
          <p:nvPr/>
        </p:nvSpPr>
        <p:spPr>
          <a:xfrm>
            <a:off x="6446520" y="5349240"/>
            <a:ext cx="5211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1" name="Text 40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2" name="Text 41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4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Rectangle 4"/>
          <p:cNvSpPr/>
          <p:nvPr/>
        </p:nvSpPr>
        <p:spPr>
          <a:xfrm>
            <a:off x="548640" y="1691640"/>
            <a:ext cx="73141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7" name="Oval 5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Oval 6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Oval 7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0" name="TextBox 8"/>
          <p:cNvSpPr/>
          <p:nvPr/>
        </p:nvSpPr>
        <p:spPr>
          <a:xfrm>
            <a:off x="1371600" y="178308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1" name="TextBox 9"/>
          <p:cNvSpPr/>
          <p:nvPr/>
        </p:nvSpPr>
        <p:spPr>
          <a:xfrm>
            <a:off x="777240" y="22402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Box 10"/>
          <p:cNvSpPr/>
          <p:nvPr/>
        </p:nvSpPr>
        <p:spPr>
          <a:xfrm>
            <a:off x="777240" y="24415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TextBox 12"/>
          <p:cNvSpPr/>
          <p:nvPr/>
        </p:nvSpPr>
        <p:spPr>
          <a:xfrm>
            <a:off x="777240" y="26427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4" name="TextBox 13"/>
          <p:cNvSpPr/>
          <p:nvPr/>
        </p:nvSpPr>
        <p:spPr>
          <a:xfrm>
            <a:off x="777240" y="28436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Box 14"/>
          <p:cNvSpPr/>
          <p:nvPr/>
        </p:nvSpPr>
        <p:spPr>
          <a:xfrm>
            <a:off x="777240" y="30448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TextBox 16"/>
          <p:cNvSpPr/>
          <p:nvPr/>
        </p:nvSpPr>
        <p:spPr>
          <a:xfrm>
            <a:off x="777240" y="32461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7" name="TextBox 18"/>
          <p:cNvSpPr/>
          <p:nvPr/>
        </p:nvSpPr>
        <p:spPr>
          <a:xfrm>
            <a:off x="777240" y="34473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Box 19"/>
          <p:cNvSpPr/>
          <p:nvPr/>
        </p:nvSpPr>
        <p:spPr>
          <a:xfrm>
            <a:off x="777240" y="36486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params =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z.object({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id: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cuid() }).p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arse({ id }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TextBox 21"/>
          <p:cNvSpPr/>
          <p:nvPr/>
        </p:nvSpPr>
        <p:spPr>
          <a:xfrm>
            <a:off x="777240" y="38494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0" name="TextBox 22"/>
          <p:cNvSpPr/>
          <p:nvPr/>
        </p:nvSpPr>
        <p:spPr>
          <a:xfrm>
            <a:off x="777240" y="40507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Box 23"/>
          <p:cNvSpPr/>
          <p:nvPr/>
        </p:nvSpPr>
        <p:spPr>
          <a:xfrm>
            <a:off x="777240" y="42519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TextBox 24"/>
          <p:cNvSpPr/>
          <p:nvPr/>
        </p:nvSpPr>
        <p:spPr>
          <a:xfrm>
            <a:off x="777240" y="44532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3" name="TextBox 25"/>
          <p:cNvSpPr/>
          <p:nvPr/>
        </p:nvSpPr>
        <p:spPr>
          <a:xfrm>
            <a:off x="777240" y="46544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4" name="TextBox 26"/>
          <p:cNvSpPr/>
          <p:nvPr/>
        </p:nvSpPr>
        <p:spPr>
          <a:xfrm>
            <a:off x="777240" y="48553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TextBox 27"/>
          <p:cNvSpPr/>
          <p:nvPr/>
        </p:nvSpPr>
        <p:spPr>
          <a:xfrm>
            <a:off x="777240" y="50565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6" name="TextBox 28"/>
          <p:cNvSpPr/>
          <p:nvPr/>
        </p:nvSpPr>
        <p:spPr>
          <a:xfrm>
            <a:off x="777240" y="52578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Box 29"/>
          <p:cNvSpPr/>
          <p:nvPr/>
        </p:nvSpPr>
        <p:spPr>
          <a:xfrm>
            <a:off x="777240" y="54590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TextBox 31"/>
          <p:cNvSpPr/>
          <p:nvPr/>
        </p:nvSpPr>
        <p:spPr>
          <a:xfrm>
            <a:off x="777240" y="56602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9" name="TextBox 32"/>
          <p:cNvSpPr/>
          <p:nvPr/>
        </p:nvSpPr>
        <p:spPr>
          <a:xfrm>
            <a:off x="777240" y="58611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Box 33"/>
          <p:cNvSpPr/>
          <p:nvPr/>
        </p:nvSpPr>
        <p:spPr>
          <a:xfrm>
            <a:off x="777240" y="60624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Rectangle 34"/>
          <p:cNvSpPr/>
          <p:nvPr/>
        </p:nvSpPr>
        <p:spPr>
          <a:xfrm>
            <a:off x="8092440" y="1691640"/>
            <a:ext cx="3519360" cy="4570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Box 35"/>
          <p:cNvSpPr/>
          <p:nvPr/>
        </p:nvSpPr>
        <p:spPr>
          <a:xfrm>
            <a:off x="8275320" y="1783080"/>
            <a:ext cx="3153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Oval 36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4" name="TextBox 37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5" name="TextBox 38"/>
          <p:cNvSpPr/>
          <p:nvPr/>
        </p:nvSpPr>
        <p:spPr>
          <a:xfrm>
            <a:off x="8778240" y="21945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Oval 39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7" name="TextBox 40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8" name="TextBox 41"/>
          <p:cNvSpPr/>
          <p:nvPr/>
        </p:nvSpPr>
        <p:spPr>
          <a:xfrm>
            <a:off x="8778240" y="283464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9" name="Oval 42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0" name="TextBox 43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TextBox 44"/>
          <p:cNvSpPr/>
          <p:nvPr/>
        </p:nvSpPr>
        <p:spPr>
          <a:xfrm>
            <a:off x="8778240" y="347472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Oval 45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3" name="TextBox 46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4" name="TextBox 47"/>
          <p:cNvSpPr/>
          <p:nvPr/>
        </p:nvSpPr>
        <p:spPr>
          <a:xfrm>
            <a:off x="8778240" y="411480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Oval 48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6" name="TextBox 49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TextBox 50"/>
          <p:cNvSpPr/>
          <p:nvPr/>
        </p:nvSpPr>
        <p:spPr>
          <a:xfrm>
            <a:off x="8778240" y="47548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Box 51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TextBox 52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3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2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4" name="Rectangle 4"/>
          <p:cNvSpPr/>
          <p:nvPr/>
        </p:nvSpPr>
        <p:spPr>
          <a:xfrm>
            <a:off x="548640" y="1691640"/>
            <a:ext cx="534816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5" name="Rectangle 5"/>
          <p:cNvSpPr/>
          <p:nvPr/>
        </p:nvSpPr>
        <p:spPr>
          <a:xfrm>
            <a:off x="548640" y="1691640"/>
            <a:ext cx="5348160" cy="364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Box 6"/>
          <p:cNvSpPr/>
          <p:nvPr/>
        </p:nvSpPr>
        <p:spPr>
          <a:xfrm>
            <a:off x="685800" y="175572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Box 7"/>
          <p:cNvSpPr/>
          <p:nvPr/>
        </p:nvSpPr>
        <p:spPr>
          <a:xfrm>
            <a:off x="731520" y="22402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TextBox 8"/>
          <p:cNvSpPr/>
          <p:nvPr/>
        </p:nvSpPr>
        <p:spPr>
          <a:xfrm>
            <a:off x="731520" y="25146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9" name="TextBox 9"/>
          <p:cNvSpPr/>
          <p:nvPr/>
        </p:nvSpPr>
        <p:spPr>
          <a:xfrm>
            <a:off x="731520" y="27889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Box 10"/>
          <p:cNvSpPr/>
          <p:nvPr/>
        </p:nvSpPr>
        <p:spPr>
          <a:xfrm>
            <a:off x="731520" y="306324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TextBox 11"/>
          <p:cNvSpPr/>
          <p:nvPr/>
        </p:nvSpPr>
        <p:spPr>
          <a:xfrm>
            <a:off x="731520" y="333756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2" name="TextBox 12"/>
          <p:cNvSpPr/>
          <p:nvPr/>
        </p:nvSpPr>
        <p:spPr>
          <a:xfrm>
            <a:off x="731520" y="36118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`SELE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CT *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FROM </a:t>
            </a: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Box 13"/>
          <p:cNvSpPr/>
          <p:nvPr/>
        </p:nvSpPr>
        <p:spPr>
          <a:xfrm>
            <a:off x="731520" y="38862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TextBox 14"/>
          <p:cNvSpPr/>
          <p:nvPr/>
        </p:nvSpPr>
        <p:spPr>
          <a:xfrm>
            <a:off x="731520" y="41605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5" name="TextBox 15"/>
          <p:cNvSpPr/>
          <p:nvPr/>
        </p:nvSpPr>
        <p:spPr>
          <a:xfrm>
            <a:off x="731520" y="443484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Box 16"/>
          <p:cNvSpPr/>
          <p:nvPr/>
        </p:nvSpPr>
        <p:spPr>
          <a:xfrm>
            <a:off x="731520" y="470916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TextBox 17"/>
          <p:cNvSpPr/>
          <p:nvPr/>
        </p:nvSpPr>
        <p:spPr>
          <a:xfrm>
            <a:off x="731520" y="49834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8" name="TextBox 18"/>
          <p:cNvSpPr/>
          <p:nvPr/>
        </p:nvSpPr>
        <p:spPr>
          <a:xfrm>
            <a:off x="731520" y="52578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9" name="TextBox 19"/>
          <p:cNvSpPr/>
          <p:nvPr/>
        </p:nvSpPr>
        <p:spPr>
          <a:xfrm>
            <a:off x="731520" y="55321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Rectangle 20"/>
          <p:cNvSpPr/>
          <p:nvPr/>
        </p:nvSpPr>
        <p:spPr>
          <a:xfrm>
            <a:off x="6080760" y="1691640"/>
            <a:ext cx="534816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Rectangle 21"/>
          <p:cNvSpPr/>
          <p:nvPr/>
        </p:nvSpPr>
        <p:spPr>
          <a:xfrm>
            <a:off x="6080760" y="1691640"/>
            <a:ext cx="5348160" cy="364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2" name="TextBox 22"/>
          <p:cNvSpPr/>
          <p:nvPr/>
        </p:nvSpPr>
        <p:spPr>
          <a:xfrm>
            <a:off x="6217920" y="175572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TextBox 23"/>
          <p:cNvSpPr/>
          <p:nvPr/>
        </p:nvSpPr>
        <p:spPr>
          <a:xfrm>
            <a:off x="6263640" y="22402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pattern utilisé partout dans le 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4" name="TextBox 24"/>
          <p:cNvSpPr/>
          <p:nvPr/>
        </p:nvSpPr>
        <p:spPr>
          <a:xfrm>
            <a:off x="6263640" y="25146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Box 25"/>
          <p:cNvSpPr/>
          <p:nvPr/>
        </p:nvSpPr>
        <p:spPr>
          <a:xfrm>
            <a:off x="6263640" y="27889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26"/>
          <p:cNvSpPr/>
          <p:nvPr/>
        </p:nvSpPr>
        <p:spPr>
          <a:xfrm>
            <a:off x="6263640" y="306324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27"/>
          <p:cNvSpPr/>
          <p:nvPr/>
        </p:nvSpPr>
        <p:spPr>
          <a:xfrm>
            <a:off x="6263640" y="333756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Box 28"/>
          <p:cNvSpPr/>
          <p:nvPr/>
        </p:nvSpPr>
        <p:spPr>
          <a:xfrm>
            <a:off x="6263640" y="36118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TextBox 29"/>
          <p:cNvSpPr/>
          <p:nvPr/>
        </p:nvSpPr>
        <p:spPr>
          <a:xfrm>
            <a:off x="6263640" y="38862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0" name="TextBox 30"/>
          <p:cNvSpPr/>
          <p:nvPr/>
        </p:nvSpPr>
        <p:spPr>
          <a:xfrm>
            <a:off x="6263640" y="41605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Box 31"/>
          <p:cNvSpPr/>
          <p:nvPr/>
        </p:nvSpPr>
        <p:spPr>
          <a:xfrm>
            <a:off x="6263640" y="443484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2" name="TextBox 32"/>
          <p:cNvSpPr/>
          <p:nvPr/>
        </p:nvSpPr>
        <p:spPr>
          <a:xfrm>
            <a:off x="6263640" y="470916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33"/>
          <p:cNvSpPr/>
          <p:nvPr/>
        </p:nvSpPr>
        <p:spPr>
          <a:xfrm>
            <a:off x="6263640" y="498348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Box 34"/>
          <p:cNvSpPr/>
          <p:nvPr/>
        </p:nvSpPr>
        <p:spPr>
          <a:xfrm>
            <a:off x="6263640" y="525780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5" name="TextBox 35"/>
          <p:cNvSpPr/>
          <p:nvPr/>
        </p:nvSpPr>
        <p:spPr>
          <a:xfrm>
            <a:off x="6263640" y="553212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36"/>
          <p:cNvSpPr/>
          <p:nvPr/>
        </p:nvSpPr>
        <p:spPr>
          <a:xfrm>
            <a:off x="6263640" y="5806440"/>
            <a:ext cx="5073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TextBox 3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8" name="TextBox 3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2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Rectangle 4"/>
          <p:cNvSpPr/>
          <p:nvPr/>
        </p:nvSpPr>
        <p:spPr>
          <a:xfrm>
            <a:off x="548640" y="1691640"/>
            <a:ext cx="7314120" cy="867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4" name="Rectangle 5"/>
          <p:cNvSpPr/>
          <p:nvPr/>
        </p:nvSpPr>
        <p:spPr>
          <a:xfrm>
            <a:off x="548640" y="1691640"/>
            <a:ext cx="108720" cy="867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5" name="TextBox 6"/>
          <p:cNvSpPr/>
          <p:nvPr/>
        </p:nvSpPr>
        <p:spPr>
          <a:xfrm>
            <a:off x="822960" y="1783080"/>
            <a:ext cx="456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Box 7"/>
          <p:cNvSpPr/>
          <p:nvPr/>
        </p:nvSpPr>
        <p:spPr>
          <a:xfrm>
            <a:off x="1417320" y="1783080"/>
            <a:ext cx="2284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Box 8"/>
          <p:cNvSpPr/>
          <p:nvPr/>
        </p:nvSpPr>
        <p:spPr>
          <a:xfrm>
            <a:off x="1417320" y="205740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Box 9"/>
          <p:cNvSpPr/>
          <p:nvPr/>
        </p:nvSpPr>
        <p:spPr>
          <a:xfrm>
            <a:off x="3749040" y="2194560"/>
            <a:ext cx="40222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Rectangle 10"/>
          <p:cNvSpPr/>
          <p:nvPr/>
        </p:nvSpPr>
        <p:spPr>
          <a:xfrm>
            <a:off x="548640" y="2743200"/>
            <a:ext cx="7314120" cy="867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0" name="Rectangle 11"/>
          <p:cNvSpPr/>
          <p:nvPr/>
        </p:nvSpPr>
        <p:spPr>
          <a:xfrm>
            <a:off x="548640" y="2743200"/>
            <a:ext cx="108720" cy="8676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1" name="TextBox 12"/>
          <p:cNvSpPr/>
          <p:nvPr/>
        </p:nvSpPr>
        <p:spPr>
          <a:xfrm>
            <a:off x="822960" y="2834640"/>
            <a:ext cx="456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Box 13"/>
          <p:cNvSpPr/>
          <p:nvPr/>
        </p:nvSpPr>
        <p:spPr>
          <a:xfrm>
            <a:off x="1417320" y="2834640"/>
            <a:ext cx="2284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Box 14"/>
          <p:cNvSpPr/>
          <p:nvPr/>
        </p:nvSpPr>
        <p:spPr>
          <a:xfrm>
            <a:off x="1417320" y="310896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Box 15"/>
          <p:cNvSpPr/>
          <p:nvPr/>
        </p:nvSpPr>
        <p:spPr>
          <a:xfrm>
            <a:off x="3749040" y="3246120"/>
            <a:ext cx="40222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Rectangle 16"/>
          <p:cNvSpPr/>
          <p:nvPr/>
        </p:nvSpPr>
        <p:spPr>
          <a:xfrm>
            <a:off x="548640" y="3794760"/>
            <a:ext cx="7314120" cy="867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6" name="Rectangle 17"/>
          <p:cNvSpPr/>
          <p:nvPr/>
        </p:nvSpPr>
        <p:spPr>
          <a:xfrm>
            <a:off x="548640" y="3794760"/>
            <a:ext cx="108720" cy="8676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7" name="TextBox 18"/>
          <p:cNvSpPr/>
          <p:nvPr/>
        </p:nvSpPr>
        <p:spPr>
          <a:xfrm>
            <a:off x="822960" y="3886200"/>
            <a:ext cx="456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Box 19"/>
          <p:cNvSpPr/>
          <p:nvPr/>
        </p:nvSpPr>
        <p:spPr>
          <a:xfrm>
            <a:off x="1417320" y="3886200"/>
            <a:ext cx="2284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Box 20"/>
          <p:cNvSpPr/>
          <p:nvPr/>
        </p:nvSpPr>
        <p:spPr>
          <a:xfrm>
            <a:off x="1417320" y="416052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Box 21"/>
          <p:cNvSpPr/>
          <p:nvPr/>
        </p:nvSpPr>
        <p:spPr>
          <a:xfrm>
            <a:off x="3749040" y="4297680"/>
            <a:ext cx="40222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Rectangle 22"/>
          <p:cNvSpPr/>
          <p:nvPr/>
        </p:nvSpPr>
        <p:spPr>
          <a:xfrm>
            <a:off x="548640" y="4846320"/>
            <a:ext cx="7314120" cy="8676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Rectangle 23"/>
          <p:cNvSpPr/>
          <p:nvPr/>
        </p:nvSpPr>
        <p:spPr>
          <a:xfrm>
            <a:off x="548640" y="4846320"/>
            <a:ext cx="108720" cy="867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3" name="TextBox 24"/>
          <p:cNvSpPr/>
          <p:nvPr/>
        </p:nvSpPr>
        <p:spPr>
          <a:xfrm>
            <a:off x="822960" y="4937760"/>
            <a:ext cx="456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4" name="TextBox 25"/>
          <p:cNvSpPr/>
          <p:nvPr/>
        </p:nvSpPr>
        <p:spPr>
          <a:xfrm>
            <a:off x="1417320" y="4937760"/>
            <a:ext cx="2284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Box 26"/>
          <p:cNvSpPr/>
          <p:nvPr/>
        </p:nvSpPr>
        <p:spPr>
          <a:xfrm>
            <a:off x="1417320" y="521208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TextBox 27"/>
          <p:cNvSpPr/>
          <p:nvPr/>
        </p:nvSpPr>
        <p:spPr>
          <a:xfrm>
            <a:off x="3749040" y="5349240"/>
            <a:ext cx="40222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7" name="Rectangle 28"/>
          <p:cNvSpPr/>
          <p:nvPr/>
        </p:nvSpPr>
        <p:spPr>
          <a:xfrm>
            <a:off x="8092440" y="1691640"/>
            <a:ext cx="3519360" cy="4570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8" name="TextBox 29"/>
          <p:cNvSpPr/>
          <p:nvPr/>
        </p:nvSpPr>
        <p:spPr>
          <a:xfrm>
            <a:off x="8275320" y="1783080"/>
            <a:ext cx="3153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Oval 30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Box 31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Box 32"/>
          <p:cNvSpPr/>
          <p:nvPr/>
        </p:nvSpPr>
        <p:spPr>
          <a:xfrm>
            <a:off x="8778240" y="21945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Oval 33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Box 34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Box 35"/>
          <p:cNvSpPr/>
          <p:nvPr/>
        </p:nvSpPr>
        <p:spPr>
          <a:xfrm>
            <a:off x="8778240" y="283464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Oval 36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Box 37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Box 38"/>
          <p:cNvSpPr/>
          <p:nvPr/>
        </p:nvSpPr>
        <p:spPr>
          <a:xfrm>
            <a:off x="8778240" y="347472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Oval 39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Box 40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Box 41"/>
          <p:cNvSpPr/>
          <p:nvPr/>
        </p:nvSpPr>
        <p:spPr>
          <a:xfrm>
            <a:off x="8778240" y="411480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1" name="Oval 42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2" name="TextBox 43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Box 44"/>
          <p:cNvSpPr/>
          <p:nvPr/>
        </p:nvSpPr>
        <p:spPr>
          <a:xfrm>
            <a:off x="8778240" y="47548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4" name="TextBox 45"/>
          <p:cNvSpPr/>
          <p:nvPr/>
        </p:nvSpPr>
        <p:spPr>
          <a:xfrm>
            <a:off x="548640" y="59893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Box 4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TextBox 4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1" name="Shape 3"/>
          <p:cNvSpPr/>
          <p:nvPr/>
        </p:nvSpPr>
        <p:spPr>
          <a:xfrm>
            <a:off x="4000680" y="1828800"/>
            <a:ext cx="1233360" cy="91332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2" name="Text 4"/>
          <p:cNvSpPr/>
          <p:nvPr/>
        </p:nvSpPr>
        <p:spPr>
          <a:xfrm>
            <a:off x="4000680" y="1828800"/>
            <a:ext cx="123336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Shape 5"/>
          <p:cNvSpPr/>
          <p:nvPr/>
        </p:nvSpPr>
        <p:spPr>
          <a:xfrm>
            <a:off x="3383280" y="2743200"/>
            <a:ext cx="2467800" cy="127908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4" name="Text 6"/>
          <p:cNvSpPr/>
          <p:nvPr/>
        </p:nvSpPr>
        <p:spPr>
          <a:xfrm>
            <a:off x="3383280" y="2743200"/>
            <a:ext cx="246780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Shape 7"/>
          <p:cNvSpPr/>
          <p:nvPr/>
        </p:nvSpPr>
        <p:spPr>
          <a:xfrm>
            <a:off x="2560320" y="4023360"/>
            <a:ext cx="4113720" cy="146196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6" name="Text 8"/>
          <p:cNvSpPr/>
          <p:nvPr/>
        </p:nvSpPr>
        <p:spPr>
          <a:xfrm>
            <a:off x="2560320" y="4023360"/>
            <a:ext cx="411372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Shape 9"/>
          <p:cNvSpPr/>
          <p:nvPr/>
        </p:nvSpPr>
        <p:spPr>
          <a:xfrm>
            <a:off x="7315200" y="1783080"/>
            <a:ext cx="4479480" cy="447948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8" name="Text 10"/>
          <p:cNvSpPr/>
          <p:nvPr/>
        </p:nvSpPr>
        <p:spPr>
          <a:xfrm>
            <a:off x="7498080" y="1874520"/>
            <a:ext cx="4113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Shape 11"/>
          <p:cNvSpPr/>
          <p:nvPr/>
        </p:nvSpPr>
        <p:spPr>
          <a:xfrm>
            <a:off x="7498080" y="2331720"/>
            <a:ext cx="90360" cy="8218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0" name="Text 12"/>
          <p:cNvSpPr/>
          <p:nvPr/>
        </p:nvSpPr>
        <p:spPr>
          <a:xfrm>
            <a:off x="7680960" y="23317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Shape 13"/>
          <p:cNvSpPr/>
          <p:nvPr/>
        </p:nvSpPr>
        <p:spPr>
          <a:xfrm>
            <a:off x="10469880" y="2377440"/>
            <a:ext cx="1141920" cy="27324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2" name="Text 14"/>
          <p:cNvSpPr/>
          <p:nvPr/>
        </p:nvSpPr>
        <p:spPr>
          <a:xfrm>
            <a:off x="10469880" y="2377440"/>
            <a:ext cx="1141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 15"/>
          <p:cNvSpPr/>
          <p:nvPr/>
        </p:nvSpPr>
        <p:spPr>
          <a:xfrm>
            <a:off x="7680960" y="2697480"/>
            <a:ext cx="39308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4" name="Shape 16"/>
          <p:cNvSpPr/>
          <p:nvPr/>
        </p:nvSpPr>
        <p:spPr>
          <a:xfrm>
            <a:off x="7498080" y="3246120"/>
            <a:ext cx="90360" cy="8218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5" name="Text 17"/>
          <p:cNvSpPr/>
          <p:nvPr/>
        </p:nvSpPr>
        <p:spPr>
          <a:xfrm>
            <a:off x="7680960" y="32461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Shape 18"/>
          <p:cNvSpPr/>
          <p:nvPr/>
        </p:nvSpPr>
        <p:spPr>
          <a:xfrm>
            <a:off x="10469880" y="3291840"/>
            <a:ext cx="1141920" cy="27324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7" name="Text 19"/>
          <p:cNvSpPr/>
          <p:nvPr/>
        </p:nvSpPr>
        <p:spPr>
          <a:xfrm>
            <a:off x="10469880" y="3291840"/>
            <a:ext cx="1141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0"/>
          <p:cNvSpPr/>
          <p:nvPr/>
        </p:nvSpPr>
        <p:spPr>
          <a:xfrm>
            <a:off x="7680960" y="3611880"/>
            <a:ext cx="39308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/api/*  (auth, posts, 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1"/>
          <p:cNvSpPr/>
          <p:nvPr/>
        </p:nvSpPr>
        <p:spPr>
          <a:xfrm>
            <a:off x="7498080" y="4160520"/>
            <a:ext cx="90360" cy="8218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2"/>
          <p:cNvSpPr/>
          <p:nvPr/>
        </p:nvSpPr>
        <p:spPr>
          <a:xfrm>
            <a:off x="7680960" y="41605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Shape 23"/>
          <p:cNvSpPr/>
          <p:nvPr/>
        </p:nvSpPr>
        <p:spPr>
          <a:xfrm>
            <a:off x="10469880" y="4206240"/>
            <a:ext cx="1141920" cy="2732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2" name="Text 24"/>
          <p:cNvSpPr/>
          <p:nvPr/>
        </p:nvSpPr>
        <p:spPr>
          <a:xfrm>
            <a:off x="10469880" y="4206240"/>
            <a:ext cx="1141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3" name="Text 25"/>
          <p:cNvSpPr/>
          <p:nvPr/>
        </p:nvSpPr>
        <p:spPr>
          <a:xfrm>
            <a:off x="7680960" y="4526280"/>
            <a:ext cx="39308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Shape 26"/>
          <p:cNvSpPr/>
          <p:nvPr/>
        </p:nvSpPr>
        <p:spPr>
          <a:xfrm>
            <a:off x="7498080" y="5074920"/>
            <a:ext cx="90360" cy="8218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5" name="Text 27"/>
          <p:cNvSpPr/>
          <p:nvPr/>
        </p:nvSpPr>
        <p:spPr>
          <a:xfrm>
            <a:off x="7680960" y="50749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6" name="Shape 28"/>
          <p:cNvSpPr/>
          <p:nvPr/>
        </p:nvSpPr>
        <p:spPr>
          <a:xfrm>
            <a:off x="10469880" y="5120640"/>
            <a:ext cx="1141920" cy="2732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7" name="Text 29"/>
          <p:cNvSpPr/>
          <p:nvPr/>
        </p:nvSpPr>
        <p:spPr>
          <a:xfrm>
            <a:off x="10469880" y="5120640"/>
            <a:ext cx="1141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Text 30"/>
          <p:cNvSpPr/>
          <p:nvPr/>
        </p:nvSpPr>
        <p:spPr>
          <a:xfrm>
            <a:off x="7680960" y="5440680"/>
            <a:ext cx="39308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9" name="Shape 31"/>
          <p:cNvSpPr/>
          <p:nvPr/>
        </p:nvSpPr>
        <p:spPr>
          <a:xfrm>
            <a:off x="548640" y="5577840"/>
            <a:ext cx="11063160" cy="68472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0" name="Text 32"/>
          <p:cNvSpPr/>
          <p:nvPr/>
        </p:nvSpPr>
        <p:spPr>
          <a:xfrm>
            <a:off x="777240" y="5623560"/>
            <a:ext cx="106059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2" name="Text 33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4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5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7" name="Shape 3"/>
          <p:cNvSpPr/>
          <p:nvPr/>
        </p:nvSpPr>
        <p:spPr>
          <a:xfrm>
            <a:off x="43452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Shape 4"/>
          <p:cNvSpPr/>
          <p:nvPr/>
        </p:nvSpPr>
        <p:spPr>
          <a:xfrm>
            <a:off x="800280" y="2423160"/>
            <a:ext cx="639000" cy="63900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9" name="Text 5"/>
          <p:cNvSpPr/>
          <p:nvPr/>
        </p:nvSpPr>
        <p:spPr>
          <a:xfrm>
            <a:off x="80028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Text 6"/>
          <p:cNvSpPr/>
          <p:nvPr/>
        </p:nvSpPr>
        <p:spPr>
          <a:xfrm>
            <a:off x="48024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1" name="Text 7"/>
          <p:cNvSpPr/>
          <p:nvPr/>
        </p:nvSpPr>
        <p:spPr>
          <a:xfrm>
            <a:off x="48024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2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Shape 9"/>
          <p:cNvSpPr/>
          <p:nvPr/>
        </p:nvSpPr>
        <p:spPr>
          <a:xfrm>
            <a:off x="185184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Shape 10"/>
          <p:cNvSpPr/>
          <p:nvPr/>
        </p:nvSpPr>
        <p:spPr>
          <a:xfrm>
            <a:off x="2217600" y="2423160"/>
            <a:ext cx="639000" cy="6390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5" name="Text 11"/>
          <p:cNvSpPr/>
          <p:nvPr/>
        </p:nvSpPr>
        <p:spPr>
          <a:xfrm>
            <a:off x="221760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 12"/>
          <p:cNvSpPr/>
          <p:nvPr/>
        </p:nvSpPr>
        <p:spPr>
          <a:xfrm>
            <a:off x="189756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 13"/>
          <p:cNvSpPr/>
          <p:nvPr/>
        </p:nvSpPr>
        <p:spPr>
          <a:xfrm>
            <a:off x="189756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69" name="Shape 15"/>
          <p:cNvSpPr/>
          <p:nvPr/>
        </p:nvSpPr>
        <p:spPr>
          <a:xfrm>
            <a:off x="326916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0" name="Shape 16"/>
          <p:cNvSpPr/>
          <p:nvPr/>
        </p:nvSpPr>
        <p:spPr>
          <a:xfrm>
            <a:off x="3634920" y="2423160"/>
            <a:ext cx="639000" cy="6390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1" name="Text 17"/>
          <p:cNvSpPr/>
          <p:nvPr/>
        </p:nvSpPr>
        <p:spPr>
          <a:xfrm>
            <a:off x="363492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 18"/>
          <p:cNvSpPr/>
          <p:nvPr/>
        </p:nvSpPr>
        <p:spPr>
          <a:xfrm>
            <a:off x="331488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 19"/>
          <p:cNvSpPr/>
          <p:nvPr/>
        </p:nvSpPr>
        <p:spPr>
          <a:xfrm>
            <a:off x="331488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5" name="Shape 21"/>
          <p:cNvSpPr/>
          <p:nvPr/>
        </p:nvSpPr>
        <p:spPr>
          <a:xfrm>
            <a:off x="468648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6" name="Shape 22"/>
          <p:cNvSpPr/>
          <p:nvPr/>
        </p:nvSpPr>
        <p:spPr>
          <a:xfrm>
            <a:off x="5052240" y="2423160"/>
            <a:ext cx="639000" cy="6390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7" name="Text 23"/>
          <p:cNvSpPr/>
          <p:nvPr/>
        </p:nvSpPr>
        <p:spPr>
          <a:xfrm>
            <a:off x="505224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 24"/>
          <p:cNvSpPr/>
          <p:nvPr/>
        </p:nvSpPr>
        <p:spPr>
          <a:xfrm>
            <a:off x="473220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 25"/>
          <p:cNvSpPr/>
          <p:nvPr/>
        </p:nvSpPr>
        <p:spPr>
          <a:xfrm>
            <a:off x="473220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1" name="Shape 27"/>
          <p:cNvSpPr/>
          <p:nvPr/>
        </p:nvSpPr>
        <p:spPr>
          <a:xfrm>
            <a:off x="610380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2" name="Shape 28"/>
          <p:cNvSpPr/>
          <p:nvPr/>
        </p:nvSpPr>
        <p:spPr>
          <a:xfrm>
            <a:off x="6469560" y="2423160"/>
            <a:ext cx="639000" cy="6390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3" name="Text 29"/>
          <p:cNvSpPr/>
          <p:nvPr/>
        </p:nvSpPr>
        <p:spPr>
          <a:xfrm>
            <a:off x="646956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 30"/>
          <p:cNvSpPr/>
          <p:nvPr/>
        </p:nvSpPr>
        <p:spPr>
          <a:xfrm>
            <a:off x="614952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Text 31"/>
          <p:cNvSpPr/>
          <p:nvPr/>
        </p:nvSpPr>
        <p:spPr>
          <a:xfrm>
            <a:off x="614952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6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7" name="Shape 33"/>
          <p:cNvSpPr/>
          <p:nvPr/>
        </p:nvSpPr>
        <p:spPr>
          <a:xfrm>
            <a:off x="752112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Shape 34"/>
          <p:cNvSpPr/>
          <p:nvPr/>
        </p:nvSpPr>
        <p:spPr>
          <a:xfrm>
            <a:off x="7886880" y="2423160"/>
            <a:ext cx="639000" cy="63900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9" name="Text 35"/>
          <p:cNvSpPr/>
          <p:nvPr/>
        </p:nvSpPr>
        <p:spPr>
          <a:xfrm>
            <a:off x="788688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Text 36"/>
          <p:cNvSpPr/>
          <p:nvPr/>
        </p:nvSpPr>
        <p:spPr>
          <a:xfrm>
            <a:off x="756684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1" name="Text 37"/>
          <p:cNvSpPr/>
          <p:nvPr/>
        </p:nvSpPr>
        <p:spPr>
          <a:xfrm>
            <a:off x="756684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3" name="Shape 39"/>
          <p:cNvSpPr/>
          <p:nvPr/>
        </p:nvSpPr>
        <p:spPr>
          <a:xfrm>
            <a:off x="893844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Shape 40"/>
          <p:cNvSpPr/>
          <p:nvPr/>
        </p:nvSpPr>
        <p:spPr>
          <a:xfrm>
            <a:off x="9304200" y="2423160"/>
            <a:ext cx="639000" cy="63900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5" name="Text 41"/>
          <p:cNvSpPr/>
          <p:nvPr/>
        </p:nvSpPr>
        <p:spPr>
          <a:xfrm>
            <a:off x="930420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Text 42"/>
          <p:cNvSpPr/>
          <p:nvPr/>
        </p:nvSpPr>
        <p:spPr>
          <a:xfrm>
            <a:off x="898416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7" name="Text 43"/>
          <p:cNvSpPr/>
          <p:nvPr/>
        </p:nvSpPr>
        <p:spPr>
          <a:xfrm>
            <a:off x="898416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99" name="Shape 45"/>
          <p:cNvSpPr/>
          <p:nvPr/>
        </p:nvSpPr>
        <p:spPr>
          <a:xfrm>
            <a:off x="10355760" y="2194560"/>
            <a:ext cx="1370520" cy="219348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Shape 46"/>
          <p:cNvSpPr/>
          <p:nvPr/>
        </p:nvSpPr>
        <p:spPr>
          <a:xfrm>
            <a:off x="10721520" y="2423160"/>
            <a:ext cx="639000" cy="63900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1" name="Text 47"/>
          <p:cNvSpPr/>
          <p:nvPr/>
        </p:nvSpPr>
        <p:spPr>
          <a:xfrm>
            <a:off x="10721520" y="2423160"/>
            <a:ext cx="639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 48"/>
          <p:cNvSpPr/>
          <p:nvPr/>
        </p:nvSpPr>
        <p:spPr>
          <a:xfrm>
            <a:off x="10401480" y="3154680"/>
            <a:ext cx="12790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 49"/>
          <p:cNvSpPr/>
          <p:nvPr/>
        </p:nvSpPr>
        <p:spPr>
          <a:xfrm>
            <a:off x="10401480" y="352044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4" name="Shape 50"/>
          <p:cNvSpPr/>
          <p:nvPr/>
        </p:nvSpPr>
        <p:spPr>
          <a:xfrm>
            <a:off x="548640" y="4754880"/>
            <a:ext cx="11063160" cy="155340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5" name="Text 51"/>
          <p:cNvSpPr/>
          <p:nvPr/>
        </p:nvSpPr>
        <p:spPr>
          <a:xfrm>
            <a:off x="731520" y="4846320"/>
            <a:ext cx="5485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 52"/>
          <p:cNvSpPr/>
          <p:nvPr/>
        </p:nvSpPr>
        <p:spPr>
          <a:xfrm>
            <a:off x="731520" y="512064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 53"/>
          <p:cNvSpPr/>
          <p:nvPr/>
        </p:nvSpPr>
        <p:spPr>
          <a:xfrm>
            <a:off x="731520" y="531252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Text 54"/>
          <p:cNvSpPr/>
          <p:nvPr/>
        </p:nvSpPr>
        <p:spPr>
          <a:xfrm>
            <a:off x="731520" y="550476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9" name="Text 55"/>
          <p:cNvSpPr/>
          <p:nvPr/>
        </p:nvSpPr>
        <p:spPr>
          <a:xfrm>
            <a:off x="731520" y="569664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 56"/>
          <p:cNvSpPr/>
          <p:nvPr/>
        </p:nvSpPr>
        <p:spPr>
          <a:xfrm>
            <a:off x="731520" y="588888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 57"/>
          <p:cNvSpPr/>
          <p:nvPr/>
        </p:nvSpPr>
        <p:spPr>
          <a:xfrm>
            <a:off x="731520" y="6080760"/>
            <a:ext cx="1069740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1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" name="Text 58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 59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5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6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Rectangle 4"/>
          <p:cNvSpPr/>
          <p:nvPr/>
        </p:nvSpPr>
        <p:spPr>
          <a:xfrm>
            <a:off x="54864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9" name="Rectangle 5"/>
          <p:cNvSpPr/>
          <p:nvPr/>
        </p:nvSpPr>
        <p:spPr>
          <a:xfrm>
            <a:off x="548640" y="2011680"/>
            <a:ext cx="1507680" cy="72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0" name="TextBox 6"/>
          <p:cNvSpPr/>
          <p:nvPr/>
        </p:nvSpPr>
        <p:spPr>
          <a:xfrm>
            <a:off x="54864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7"/>
          <p:cNvSpPr/>
          <p:nvPr/>
        </p:nvSpPr>
        <p:spPr>
          <a:xfrm>
            <a:off x="54864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8"/>
          <p:cNvSpPr/>
          <p:nvPr/>
        </p:nvSpPr>
        <p:spPr>
          <a:xfrm>
            <a:off x="54864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9"/>
          <p:cNvSpPr/>
          <p:nvPr/>
        </p:nvSpPr>
        <p:spPr>
          <a:xfrm>
            <a:off x="2075760" y="2514600"/>
            <a:ext cx="181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10"/>
          <p:cNvSpPr/>
          <p:nvPr/>
        </p:nvSpPr>
        <p:spPr>
          <a:xfrm>
            <a:off x="219456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11"/>
          <p:cNvSpPr/>
          <p:nvPr/>
        </p:nvSpPr>
        <p:spPr>
          <a:xfrm>
            <a:off x="2194560" y="2011680"/>
            <a:ext cx="1507680" cy="72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12"/>
          <p:cNvSpPr/>
          <p:nvPr/>
        </p:nvSpPr>
        <p:spPr>
          <a:xfrm>
            <a:off x="219456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13"/>
          <p:cNvSpPr/>
          <p:nvPr/>
        </p:nvSpPr>
        <p:spPr>
          <a:xfrm>
            <a:off x="219456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14"/>
          <p:cNvSpPr/>
          <p:nvPr/>
        </p:nvSpPr>
        <p:spPr>
          <a:xfrm>
            <a:off x="219456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15"/>
          <p:cNvSpPr/>
          <p:nvPr/>
        </p:nvSpPr>
        <p:spPr>
          <a:xfrm>
            <a:off x="3721680" y="2514600"/>
            <a:ext cx="181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Rectangle 16"/>
          <p:cNvSpPr/>
          <p:nvPr/>
        </p:nvSpPr>
        <p:spPr>
          <a:xfrm>
            <a:off x="384048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1" name="Rectangle 17"/>
          <p:cNvSpPr/>
          <p:nvPr/>
        </p:nvSpPr>
        <p:spPr>
          <a:xfrm>
            <a:off x="3840480" y="2011680"/>
            <a:ext cx="1507680" cy="72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2" name="TextBox 18"/>
          <p:cNvSpPr/>
          <p:nvPr/>
        </p:nvSpPr>
        <p:spPr>
          <a:xfrm>
            <a:off x="384048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19"/>
          <p:cNvSpPr/>
          <p:nvPr/>
        </p:nvSpPr>
        <p:spPr>
          <a:xfrm>
            <a:off x="384048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20"/>
          <p:cNvSpPr/>
          <p:nvPr/>
        </p:nvSpPr>
        <p:spPr>
          <a:xfrm>
            <a:off x="384048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21"/>
          <p:cNvSpPr/>
          <p:nvPr/>
        </p:nvSpPr>
        <p:spPr>
          <a:xfrm>
            <a:off x="5367600" y="2514600"/>
            <a:ext cx="181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Rectangle 22"/>
          <p:cNvSpPr/>
          <p:nvPr/>
        </p:nvSpPr>
        <p:spPr>
          <a:xfrm>
            <a:off x="548640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7" name="Rectangle 23"/>
          <p:cNvSpPr/>
          <p:nvPr/>
        </p:nvSpPr>
        <p:spPr>
          <a:xfrm>
            <a:off x="5486400" y="2011680"/>
            <a:ext cx="1507680" cy="72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8" name="TextBox 24"/>
          <p:cNvSpPr/>
          <p:nvPr/>
        </p:nvSpPr>
        <p:spPr>
          <a:xfrm>
            <a:off x="548640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25"/>
          <p:cNvSpPr/>
          <p:nvPr/>
        </p:nvSpPr>
        <p:spPr>
          <a:xfrm>
            <a:off x="548640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26"/>
          <p:cNvSpPr/>
          <p:nvPr/>
        </p:nvSpPr>
        <p:spPr>
          <a:xfrm>
            <a:off x="548640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27"/>
          <p:cNvSpPr/>
          <p:nvPr/>
        </p:nvSpPr>
        <p:spPr>
          <a:xfrm>
            <a:off x="7013520" y="2514600"/>
            <a:ext cx="181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Rectangle 28"/>
          <p:cNvSpPr/>
          <p:nvPr/>
        </p:nvSpPr>
        <p:spPr>
          <a:xfrm>
            <a:off x="713232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3" name="Rectangle 29"/>
          <p:cNvSpPr/>
          <p:nvPr/>
        </p:nvSpPr>
        <p:spPr>
          <a:xfrm>
            <a:off x="7132320" y="2011680"/>
            <a:ext cx="1507680" cy="7200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4" name="TextBox 30"/>
          <p:cNvSpPr/>
          <p:nvPr/>
        </p:nvSpPr>
        <p:spPr>
          <a:xfrm>
            <a:off x="713232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5" name="TextBox 31"/>
          <p:cNvSpPr/>
          <p:nvPr/>
        </p:nvSpPr>
        <p:spPr>
          <a:xfrm>
            <a:off x="713232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2"/>
          <p:cNvSpPr/>
          <p:nvPr/>
        </p:nvSpPr>
        <p:spPr>
          <a:xfrm>
            <a:off x="713232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TextBox 33"/>
          <p:cNvSpPr/>
          <p:nvPr/>
        </p:nvSpPr>
        <p:spPr>
          <a:xfrm>
            <a:off x="8659440" y="2514600"/>
            <a:ext cx="181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8" name="Rectangle 34"/>
          <p:cNvSpPr/>
          <p:nvPr/>
        </p:nvSpPr>
        <p:spPr>
          <a:xfrm>
            <a:off x="8778240" y="2011680"/>
            <a:ext cx="1507680" cy="118764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Rectangle 35"/>
          <p:cNvSpPr/>
          <p:nvPr/>
        </p:nvSpPr>
        <p:spPr>
          <a:xfrm>
            <a:off x="8778240" y="2011680"/>
            <a:ext cx="1507680" cy="72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0" name="TextBox 36"/>
          <p:cNvSpPr/>
          <p:nvPr/>
        </p:nvSpPr>
        <p:spPr>
          <a:xfrm>
            <a:off x="8778240" y="2194560"/>
            <a:ext cx="1507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37"/>
          <p:cNvSpPr/>
          <p:nvPr/>
        </p:nvSpPr>
        <p:spPr>
          <a:xfrm>
            <a:off x="8778240" y="2743200"/>
            <a:ext cx="15076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38"/>
          <p:cNvSpPr/>
          <p:nvPr/>
        </p:nvSpPr>
        <p:spPr>
          <a:xfrm>
            <a:off x="8778240" y="2971800"/>
            <a:ext cx="1507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39"/>
          <p:cNvSpPr/>
          <p:nvPr/>
        </p:nvSpPr>
        <p:spPr>
          <a:xfrm>
            <a:off x="548640" y="3749040"/>
            <a:ext cx="6856920" cy="2467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Oval 40"/>
          <p:cNvSpPr/>
          <p:nvPr/>
        </p:nvSpPr>
        <p:spPr>
          <a:xfrm>
            <a:off x="777240" y="3931920"/>
            <a:ext cx="136080" cy="1360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Oval 41"/>
          <p:cNvSpPr/>
          <p:nvPr/>
        </p:nvSpPr>
        <p:spPr>
          <a:xfrm>
            <a:off x="960120" y="3931920"/>
            <a:ext cx="136080" cy="1360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6" name="Oval 42"/>
          <p:cNvSpPr/>
          <p:nvPr/>
        </p:nvSpPr>
        <p:spPr>
          <a:xfrm>
            <a:off x="1143000" y="3931920"/>
            <a:ext cx="136080" cy="1360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7" name="TextBox 43"/>
          <p:cNvSpPr/>
          <p:nvPr/>
        </p:nvSpPr>
        <p:spPr>
          <a:xfrm>
            <a:off x="1371600" y="384048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44"/>
          <p:cNvSpPr/>
          <p:nvPr/>
        </p:nvSpPr>
        <p:spPr>
          <a:xfrm>
            <a:off x="777240" y="429768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TextBox 45"/>
          <p:cNvSpPr/>
          <p:nvPr/>
        </p:nvSpPr>
        <p:spPr>
          <a:xfrm>
            <a:off x="777240" y="449892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0" name="TextBox 46"/>
          <p:cNvSpPr/>
          <p:nvPr/>
        </p:nvSpPr>
        <p:spPr>
          <a:xfrm>
            <a:off x="777240" y="470016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1" name="TextBox 47"/>
          <p:cNvSpPr/>
          <p:nvPr/>
        </p:nvSpPr>
        <p:spPr>
          <a:xfrm>
            <a:off x="777240" y="490104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48"/>
          <p:cNvSpPr/>
          <p:nvPr/>
        </p:nvSpPr>
        <p:spPr>
          <a:xfrm>
            <a:off x="777240" y="510228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49"/>
          <p:cNvSpPr/>
          <p:nvPr/>
        </p:nvSpPr>
        <p:spPr>
          <a:xfrm>
            <a:off x="777240" y="530352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50"/>
          <p:cNvSpPr/>
          <p:nvPr/>
        </p:nvSpPr>
        <p:spPr>
          <a:xfrm>
            <a:off x="777240" y="550476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TextBox 51"/>
          <p:cNvSpPr/>
          <p:nvPr/>
        </p:nvSpPr>
        <p:spPr>
          <a:xfrm>
            <a:off x="777240" y="5706000"/>
            <a:ext cx="63997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6" name="Rectangle 52"/>
          <p:cNvSpPr/>
          <p:nvPr/>
        </p:nvSpPr>
        <p:spPr>
          <a:xfrm>
            <a:off x="8092440" y="3749040"/>
            <a:ext cx="3519360" cy="2467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53"/>
          <p:cNvSpPr/>
          <p:nvPr/>
        </p:nvSpPr>
        <p:spPr>
          <a:xfrm>
            <a:off x="8275320" y="3840480"/>
            <a:ext cx="3153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Oval 54"/>
          <p:cNvSpPr/>
          <p:nvPr/>
        </p:nvSpPr>
        <p:spPr>
          <a:xfrm>
            <a:off x="8275320" y="429768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9" name="TextBox 55"/>
          <p:cNvSpPr/>
          <p:nvPr/>
        </p:nvSpPr>
        <p:spPr>
          <a:xfrm>
            <a:off x="8275320" y="4297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56"/>
          <p:cNvSpPr/>
          <p:nvPr/>
        </p:nvSpPr>
        <p:spPr>
          <a:xfrm>
            <a:off x="8778240" y="42519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Oval 57"/>
          <p:cNvSpPr/>
          <p:nvPr/>
        </p:nvSpPr>
        <p:spPr>
          <a:xfrm>
            <a:off x="8275320" y="493776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58"/>
          <p:cNvSpPr/>
          <p:nvPr/>
        </p:nvSpPr>
        <p:spPr>
          <a:xfrm>
            <a:off x="8275320" y="49377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TextBox 59"/>
          <p:cNvSpPr/>
          <p:nvPr/>
        </p:nvSpPr>
        <p:spPr>
          <a:xfrm>
            <a:off x="8778240" y="489204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4" name="Oval 60"/>
          <p:cNvSpPr/>
          <p:nvPr/>
        </p:nvSpPr>
        <p:spPr>
          <a:xfrm>
            <a:off x="8275320" y="5577840"/>
            <a:ext cx="410400" cy="4104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5" name="TextBox 61"/>
          <p:cNvSpPr/>
          <p:nvPr/>
        </p:nvSpPr>
        <p:spPr>
          <a:xfrm>
            <a:off x="8275320" y="55778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TextBox 62"/>
          <p:cNvSpPr/>
          <p:nvPr/>
        </p:nvSpPr>
        <p:spPr>
          <a:xfrm>
            <a:off x="8778240" y="553212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7" name="TextBox 63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64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0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1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Rectangle 4"/>
          <p:cNvSpPr/>
          <p:nvPr/>
        </p:nvSpPr>
        <p:spPr>
          <a:xfrm>
            <a:off x="548640" y="1691640"/>
            <a:ext cx="73141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Oval 5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5" name="Oval 6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Oval 7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8040" tIns="45000" rIns="680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8"/>
          <p:cNvSpPr/>
          <p:nvPr/>
        </p:nvSpPr>
        <p:spPr>
          <a:xfrm>
            <a:off x="1371600" y="1783080"/>
            <a:ext cx="63997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9"/>
          <p:cNvSpPr/>
          <p:nvPr/>
        </p:nvSpPr>
        <p:spPr>
          <a:xfrm>
            <a:off x="777240" y="21945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11"/>
          <p:cNvSpPr/>
          <p:nvPr/>
        </p:nvSpPr>
        <p:spPr>
          <a:xfrm>
            <a:off x="777240" y="23774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12"/>
          <p:cNvSpPr/>
          <p:nvPr/>
        </p:nvSpPr>
        <p:spPr>
          <a:xfrm>
            <a:off x="777240" y="25603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3"/>
          <p:cNvSpPr/>
          <p:nvPr/>
        </p:nvSpPr>
        <p:spPr>
          <a:xfrm>
            <a:off x="777240" y="27432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</a:t>
            </a: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2" name="TextBox 15"/>
          <p:cNvSpPr/>
          <p:nvPr/>
        </p:nvSpPr>
        <p:spPr>
          <a:xfrm>
            <a:off x="777240" y="29260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Box 16"/>
          <p:cNvSpPr/>
          <p:nvPr/>
        </p:nvSpPr>
        <p:spPr>
          <a:xfrm>
            <a:off x="777240" y="31089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7"/>
          <p:cNvSpPr/>
          <p:nvPr/>
        </p:nvSpPr>
        <p:spPr>
          <a:xfrm>
            <a:off x="777240" y="32918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TextBox 18"/>
          <p:cNvSpPr/>
          <p:nvPr/>
        </p:nvSpPr>
        <p:spPr>
          <a:xfrm>
            <a:off x="777240" y="34747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777240" y="36576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777240" y="38404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8" name="TextBox 23"/>
          <p:cNvSpPr/>
          <p:nvPr/>
        </p:nvSpPr>
        <p:spPr>
          <a:xfrm>
            <a:off x="777240" y="40233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4"/>
          <p:cNvSpPr/>
          <p:nvPr/>
        </p:nvSpPr>
        <p:spPr>
          <a:xfrm>
            <a:off x="777240" y="42062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6"/>
          <p:cNvSpPr/>
          <p:nvPr/>
        </p:nvSpPr>
        <p:spPr>
          <a:xfrm>
            <a:off x="777240" y="43891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TextBox 27"/>
          <p:cNvSpPr/>
          <p:nvPr/>
        </p:nvSpPr>
        <p:spPr>
          <a:xfrm>
            <a:off x="777240" y="45720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2" name="TextBox 29"/>
          <p:cNvSpPr/>
          <p:nvPr/>
        </p:nvSpPr>
        <p:spPr>
          <a:xfrm>
            <a:off x="777240" y="47548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30"/>
          <p:cNvSpPr/>
          <p:nvPr/>
        </p:nvSpPr>
        <p:spPr>
          <a:xfrm>
            <a:off x="777240" y="49377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4" name="TextBox 32"/>
          <p:cNvSpPr/>
          <p:nvPr/>
        </p:nvSpPr>
        <p:spPr>
          <a:xfrm>
            <a:off x="777240" y="51206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TextBox 33"/>
          <p:cNvSpPr/>
          <p:nvPr/>
        </p:nvSpPr>
        <p:spPr>
          <a:xfrm>
            <a:off x="777240" y="530352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6" name="TextBox 35"/>
          <p:cNvSpPr/>
          <p:nvPr/>
        </p:nvSpPr>
        <p:spPr>
          <a:xfrm>
            <a:off x="777240" y="548640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Box 36"/>
          <p:cNvSpPr/>
          <p:nvPr/>
        </p:nvSpPr>
        <p:spPr>
          <a:xfrm>
            <a:off x="777240" y="566928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TextBox 38"/>
          <p:cNvSpPr/>
          <p:nvPr/>
        </p:nvSpPr>
        <p:spPr>
          <a:xfrm>
            <a:off x="777240" y="585216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9" name="TextBox 39"/>
          <p:cNvSpPr/>
          <p:nvPr/>
        </p:nvSpPr>
        <p:spPr>
          <a:xfrm>
            <a:off x="777240" y="6035040"/>
            <a:ext cx="6856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Rectangle 40"/>
          <p:cNvSpPr/>
          <p:nvPr/>
        </p:nvSpPr>
        <p:spPr>
          <a:xfrm>
            <a:off x="8092440" y="1691640"/>
            <a:ext cx="3519360" cy="45709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Box 41"/>
          <p:cNvSpPr/>
          <p:nvPr/>
        </p:nvSpPr>
        <p:spPr>
          <a:xfrm>
            <a:off x="8275320" y="1783080"/>
            <a:ext cx="3153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Oval 42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3" name="TextBox 43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4" name="TextBox 44"/>
          <p:cNvSpPr/>
          <p:nvPr/>
        </p:nvSpPr>
        <p:spPr>
          <a:xfrm>
            <a:off x="8778240" y="21945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Oval 45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Box 46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Box 47"/>
          <p:cNvSpPr/>
          <p:nvPr/>
        </p:nvSpPr>
        <p:spPr>
          <a:xfrm>
            <a:off x="8778240" y="283464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Oval 48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Box 49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TextBox 50"/>
          <p:cNvSpPr/>
          <p:nvPr/>
        </p:nvSpPr>
        <p:spPr>
          <a:xfrm>
            <a:off x="8778240" y="347472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1" name="Oval 51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2" name="TextBox 52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TextBox 53"/>
          <p:cNvSpPr/>
          <p:nvPr/>
        </p:nvSpPr>
        <p:spPr>
          <a:xfrm>
            <a:off x="8778240" y="411480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4" name="Oval 54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5" name="TextBox 55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6" name="TextBox 56"/>
          <p:cNvSpPr/>
          <p:nvPr/>
        </p:nvSpPr>
        <p:spPr>
          <a:xfrm>
            <a:off x="8778240" y="47548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Oval 57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8" name="TextBox 58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Box 59"/>
          <p:cNvSpPr/>
          <p:nvPr/>
        </p:nvSpPr>
        <p:spPr>
          <a:xfrm>
            <a:off x="8778240" y="53949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TextBox 60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1" name="TextBox 61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3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3" name="Rectangle 1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tIns="45000" rIns="36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4" name="TextBox 2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Box 3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Rectangle 4"/>
          <p:cNvSpPr/>
          <p:nvPr/>
        </p:nvSpPr>
        <p:spPr>
          <a:xfrm>
            <a:off x="548640" y="1691640"/>
            <a:ext cx="36565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Rectangle 5"/>
          <p:cNvSpPr/>
          <p:nvPr/>
        </p:nvSpPr>
        <p:spPr>
          <a:xfrm>
            <a:off x="548640" y="1691640"/>
            <a:ext cx="3656520" cy="903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TextBox 6"/>
          <p:cNvSpPr/>
          <p:nvPr/>
        </p:nvSpPr>
        <p:spPr>
          <a:xfrm>
            <a:off x="731520" y="1965960"/>
            <a:ext cx="730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9" name="TextBox 7"/>
          <p:cNvSpPr/>
          <p:nvPr/>
        </p:nvSpPr>
        <p:spPr>
          <a:xfrm>
            <a:off x="1508760" y="196596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Box 8"/>
          <p:cNvSpPr/>
          <p:nvPr/>
        </p:nvSpPr>
        <p:spPr>
          <a:xfrm>
            <a:off x="1508760" y="2331720"/>
            <a:ext cx="2513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Rectangle 9"/>
          <p:cNvSpPr/>
          <p:nvPr/>
        </p:nvSpPr>
        <p:spPr>
          <a:xfrm>
            <a:off x="731520" y="2788920"/>
            <a:ext cx="3290760" cy="456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2" name="TextBox 10"/>
          <p:cNvSpPr/>
          <p:nvPr/>
        </p:nvSpPr>
        <p:spPr>
          <a:xfrm>
            <a:off x="822960" y="2853000"/>
            <a:ext cx="3107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3" name="TextBox 11"/>
          <p:cNvSpPr/>
          <p:nvPr/>
        </p:nvSpPr>
        <p:spPr>
          <a:xfrm>
            <a:off x="777240" y="352044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4" name="TextBox 12"/>
          <p:cNvSpPr/>
          <p:nvPr/>
        </p:nvSpPr>
        <p:spPr>
          <a:xfrm>
            <a:off x="777240" y="377640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5" name="TextBox 13"/>
          <p:cNvSpPr/>
          <p:nvPr/>
        </p:nvSpPr>
        <p:spPr>
          <a:xfrm>
            <a:off x="777240" y="403236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Box 14"/>
          <p:cNvSpPr/>
          <p:nvPr/>
        </p:nvSpPr>
        <p:spPr>
          <a:xfrm>
            <a:off x="777240" y="428868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Box 15"/>
          <p:cNvSpPr/>
          <p:nvPr/>
        </p:nvSpPr>
        <p:spPr>
          <a:xfrm>
            <a:off x="731520" y="49834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TextBox 16"/>
          <p:cNvSpPr/>
          <p:nvPr/>
        </p:nvSpPr>
        <p:spPr>
          <a:xfrm>
            <a:off x="73152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9" name="TextBox 17"/>
          <p:cNvSpPr/>
          <p:nvPr/>
        </p:nvSpPr>
        <p:spPr>
          <a:xfrm>
            <a:off x="731520" y="56235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0" name="Rectangle 18"/>
          <p:cNvSpPr/>
          <p:nvPr/>
        </p:nvSpPr>
        <p:spPr>
          <a:xfrm>
            <a:off x="4343400" y="1691640"/>
            <a:ext cx="36565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Rectangle 19"/>
          <p:cNvSpPr/>
          <p:nvPr/>
        </p:nvSpPr>
        <p:spPr>
          <a:xfrm>
            <a:off x="4343400" y="1691640"/>
            <a:ext cx="3656520" cy="90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2" name="TextBox 20"/>
          <p:cNvSpPr/>
          <p:nvPr/>
        </p:nvSpPr>
        <p:spPr>
          <a:xfrm>
            <a:off x="4526280" y="1965960"/>
            <a:ext cx="730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Box 21"/>
          <p:cNvSpPr/>
          <p:nvPr/>
        </p:nvSpPr>
        <p:spPr>
          <a:xfrm>
            <a:off x="5303520" y="196596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TextBox 22"/>
          <p:cNvSpPr/>
          <p:nvPr/>
        </p:nvSpPr>
        <p:spPr>
          <a:xfrm>
            <a:off x="5303520" y="2331720"/>
            <a:ext cx="2513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5" name="Rectangle 23"/>
          <p:cNvSpPr/>
          <p:nvPr/>
        </p:nvSpPr>
        <p:spPr>
          <a:xfrm>
            <a:off x="4526280" y="2788920"/>
            <a:ext cx="3290760" cy="456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TextBox 24"/>
          <p:cNvSpPr/>
          <p:nvPr/>
        </p:nvSpPr>
        <p:spPr>
          <a:xfrm>
            <a:off x="4617720" y="2853000"/>
            <a:ext cx="3107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7" name="TextBox 25"/>
          <p:cNvSpPr/>
          <p:nvPr/>
        </p:nvSpPr>
        <p:spPr>
          <a:xfrm>
            <a:off x="4572000" y="352044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Box 26"/>
          <p:cNvSpPr/>
          <p:nvPr/>
        </p:nvSpPr>
        <p:spPr>
          <a:xfrm>
            <a:off x="4572000" y="377640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Box 27"/>
          <p:cNvSpPr/>
          <p:nvPr/>
        </p:nvSpPr>
        <p:spPr>
          <a:xfrm>
            <a:off x="4572000" y="403236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TextBox 28"/>
          <p:cNvSpPr/>
          <p:nvPr/>
        </p:nvSpPr>
        <p:spPr>
          <a:xfrm>
            <a:off x="4572000" y="428868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1" name="TextBox 29"/>
          <p:cNvSpPr/>
          <p:nvPr/>
        </p:nvSpPr>
        <p:spPr>
          <a:xfrm>
            <a:off x="4526280" y="49834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2" name="TextBox 30"/>
          <p:cNvSpPr/>
          <p:nvPr/>
        </p:nvSpPr>
        <p:spPr>
          <a:xfrm>
            <a:off x="452628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3" name="TextBox 31"/>
          <p:cNvSpPr/>
          <p:nvPr/>
        </p:nvSpPr>
        <p:spPr>
          <a:xfrm>
            <a:off x="4526280" y="56235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Rectangle 32"/>
          <p:cNvSpPr/>
          <p:nvPr/>
        </p:nvSpPr>
        <p:spPr>
          <a:xfrm>
            <a:off x="8138160" y="1691640"/>
            <a:ext cx="3656520" cy="45709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5" name="Rectangle 33"/>
          <p:cNvSpPr/>
          <p:nvPr/>
        </p:nvSpPr>
        <p:spPr>
          <a:xfrm>
            <a:off x="8138160" y="1691640"/>
            <a:ext cx="3656520" cy="9036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6" name="TextBox 34"/>
          <p:cNvSpPr/>
          <p:nvPr/>
        </p:nvSpPr>
        <p:spPr>
          <a:xfrm>
            <a:off x="8321040" y="1965960"/>
            <a:ext cx="7304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35"/>
          <p:cNvSpPr/>
          <p:nvPr/>
        </p:nvSpPr>
        <p:spPr>
          <a:xfrm>
            <a:off x="9098280" y="196596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36"/>
          <p:cNvSpPr/>
          <p:nvPr/>
        </p:nvSpPr>
        <p:spPr>
          <a:xfrm>
            <a:off x="9098280" y="2331720"/>
            <a:ext cx="2513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9" name="Rectangle 37"/>
          <p:cNvSpPr/>
          <p:nvPr/>
        </p:nvSpPr>
        <p:spPr>
          <a:xfrm>
            <a:off x="8321040" y="2788920"/>
            <a:ext cx="3290760" cy="45612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0" name="TextBox 38"/>
          <p:cNvSpPr/>
          <p:nvPr/>
        </p:nvSpPr>
        <p:spPr>
          <a:xfrm>
            <a:off x="8412480" y="2853000"/>
            <a:ext cx="3107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Box 39"/>
          <p:cNvSpPr/>
          <p:nvPr/>
        </p:nvSpPr>
        <p:spPr>
          <a:xfrm>
            <a:off x="8366760" y="352044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40"/>
          <p:cNvSpPr/>
          <p:nvPr/>
        </p:nvSpPr>
        <p:spPr>
          <a:xfrm>
            <a:off x="8366760" y="377640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3" name="TextBox 41"/>
          <p:cNvSpPr/>
          <p:nvPr/>
        </p:nvSpPr>
        <p:spPr>
          <a:xfrm>
            <a:off x="8366760" y="403236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4" name="TextBox 42"/>
          <p:cNvSpPr/>
          <p:nvPr/>
        </p:nvSpPr>
        <p:spPr>
          <a:xfrm>
            <a:off x="8366760" y="4288680"/>
            <a:ext cx="31993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43"/>
          <p:cNvSpPr/>
          <p:nvPr/>
        </p:nvSpPr>
        <p:spPr>
          <a:xfrm>
            <a:off x="8321040" y="498348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Box 44"/>
          <p:cNvSpPr/>
          <p:nvPr/>
        </p:nvSpPr>
        <p:spPr>
          <a:xfrm>
            <a:off x="8321040" y="534924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Box 45"/>
          <p:cNvSpPr/>
          <p:nvPr/>
        </p:nvSpPr>
        <p:spPr>
          <a:xfrm>
            <a:off x="8321040" y="5623560"/>
            <a:ext cx="3290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4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4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4" name="Shape 3"/>
          <p:cNvSpPr/>
          <p:nvPr/>
        </p:nvSpPr>
        <p:spPr>
          <a:xfrm>
            <a:off x="548640" y="1691640"/>
            <a:ext cx="7314120" cy="45709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5" name="Shape 4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Shape 5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7" name="Shape 6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8" name="Text 7"/>
          <p:cNvSpPr/>
          <p:nvPr/>
        </p:nvSpPr>
        <p:spPr>
          <a:xfrm>
            <a:off x="1371600" y="178308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9" name="Text 8"/>
          <p:cNvSpPr/>
          <p:nvPr/>
        </p:nvSpPr>
        <p:spPr>
          <a:xfrm>
            <a:off x="777240" y="22402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 9"/>
          <p:cNvSpPr/>
          <p:nvPr/>
        </p:nvSpPr>
        <p:spPr>
          <a:xfrm>
            <a:off x="777240" y="24141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 10"/>
          <p:cNvSpPr/>
          <p:nvPr/>
        </p:nvSpPr>
        <p:spPr>
          <a:xfrm>
            <a:off x="777240" y="25876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Text 11"/>
          <p:cNvSpPr/>
          <p:nvPr/>
        </p:nvSpPr>
        <p:spPr>
          <a:xfrm>
            <a:off x="777240" y="27615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3" name="Text 12"/>
          <p:cNvSpPr/>
          <p:nvPr/>
        </p:nvSpPr>
        <p:spPr>
          <a:xfrm>
            <a:off x="777240" y="29350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4" name="Text 13"/>
          <p:cNvSpPr/>
          <p:nvPr/>
        </p:nvSpPr>
        <p:spPr>
          <a:xfrm>
            <a:off x="777240" y="31089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 14"/>
          <p:cNvSpPr/>
          <p:nvPr/>
        </p:nvSpPr>
        <p:spPr>
          <a:xfrm>
            <a:off x="777240" y="32828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 15"/>
          <p:cNvSpPr/>
          <p:nvPr/>
        </p:nvSpPr>
        <p:spPr>
          <a:xfrm>
            <a:off x="777240" y="34563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 16"/>
          <p:cNvSpPr/>
          <p:nvPr/>
        </p:nvSpPr>
        <p:spPr>
          <a:xfrm>
            <a:off x="777240" y="36302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Text 17"/>
          <p:cNvSpPr/>
          <p:nvPr/>
        </p:nvSpPr>
        <p:spPr>
          <a:xfrm>
            <a:off x="777240" y="38037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9" name="Text 18"/>
          <p:cNvSpPr/>
          <p:nvPr/>
        </p:nvSpPr>
        <p:spPr>
          <a:xfrm>
            <a:off x="777240" y="39776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0" name="Text 19"/>
          <p:cNvSpPr/>
          <p:nvPr/>
        </p:nvSpPr>
        <p:spPr>
          <a:xfrm>
            <a:off x="777240" y="41515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 20"/>
          <p:cNvSpPr/>
          <p:nvPr/>
        </p:nvSpPr>
        <p:spPr>
          <a:xfrm>
            <a:off x="777240" y="43250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 21"/>
          <p:cNvSpPr/>
          <p:nvPr/>
        </p:nvSpPr>
        <p:spPr>
          <a:xfrm>
            <a:off x="777240" y="44989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 22"/>
          <p:cNvSpPr/>
          <p:nvPr/>
        </p:nvSpPr>
        <p:spPr>
          <a:xfrm>
            <a:off x="777240" y="46724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Text 23"/>
          <p:cNvSpPr/>
          <p:nvPr/>
        </p:nvSpPr>
        <p:spPr>
          <a:xfrm>
            <a:off x="777240" y="48463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5" name="Text 24"/>
          <p:cNvSpPr/>
          <p:nvPr/>
        </p:nvSpPr>
        <p:spPr>
          <a:xfrm>
            <a:off x="777240" y="50202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6" name="Text 25"/>
          <p:cNvSpPr/>
          <p:nvPr/>
        </p:nvSpPr>
        <p:spPr>
          <a:xfrm>
            <a:off x="777240" y="51937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 26"/>
          <p:cNvSpPr/>
          <p:nvPr/>
        </p:nvSpPr>
        <p:spPr>
          <a:xfrm>
            <a:off x="777240" y="53676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 27"/>
          <p:cNvSpPr/>
          <p:nvPr/>
        </p:nvSpPr>
        <p:spPr>
          <a:xfrm>
            <a:off x="777240" y="55411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 28"/>
          <p:cNvSpPr/>
          <p:nvPr/>
        </p:nvSpPr>
        <p:spPr>
          <a:xfrm>
            <a:off x="777240" y="57150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Text 29"/>
          <p:cNvSpPr/>
          <p:nvPr/>
        </p:nvSpPr>
        <p:spPr>
          <a:xfrm>
            <a:off x="777240" y="58888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1" name="Shape 30"/>
          <p:cNvSpPr/>
          <p:nvPr/>
        </p:nvSpPr>
        <p:spPr>
          <a:xfrm>
            <a:off x="8092440" y="1691640"/>
            <a:ext cx="3519360" cy="45709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 31"/>
          <p:cNvSpPr/>
          <p:nvPr/>
        </p:nvSpPr>
        <p:spPr>
          <a:xfrm>
            <a:off x="8275320" y="1783080"/>
            <a:ext cx="3199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Shape 32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4" name="Text 33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 34"/>
          <p:cNvSpPr/>
          <p:nvPr/>
        </p:nvSpPr>
        <p:spPr>
          <a:xfrm>
            <a:off x="8778240" y="21945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Shape 35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Text 36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8" name="Text 37"/>
          <p:cNvSpPr/>
          <p:nvPr/>
        </p:nvSpPr>
        <p:spPr>
          <a:xfrm>
            <a:off x="8778240" y="28346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Shape 38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0" name="Text 39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 40"/>
          <p:cNvSpPr/>
          <p:nvPr/>
        </p:nvSpPr>
        <p:spPr>
          <a:xfrm>
            <a:off x="8778240" y="34747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Shape 41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Text 42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4" name="Text 43"/>
          <p:cNvSpPr/>
          <p:nvPr/>
        </p:nvSpPr>
        <p:spPr>
          <a:xfrm>
            <a:off x="8778240" y="41148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Shape 44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6" name="Text 45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Text 46"/>
          <p:cNvSpPr/>
          <p:nvPr/>
        </p:nvSpPr>
        <p:spPr>
          <a:xfrm>
            <a:off x="8778240" y="47548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8" name="Shape 47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Text 48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0" name="Text 49"/>
          <p:cNvSpPr/>
          <p:nvPr/>
        </p:nvSpPr>
        <p:spPr>
          <a:xfrm>
            <a:off x="8778240" y="53949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2" name="Text 50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 51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7" name="Shape 3"/>
          <p:cNvSpPr/>
          <p:nvPr/>
        </p:nvSpPr>
        <p:spPr>
          <a:xfrm>
            <a:off x="548640" y="1691640"/>
            <a:ext cx="7314120" cy="457092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8" name="Shape 4"/>
          <p:cNvSpPr/>
          <p:nvPr/>
        </p:nvSpPr>
        <p:spPr>
          <a:xfrm>
            <a:off x="777240" y="1874520"/>
            <a:ext cx="136080" cy="13608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9" name="Shape 5"/>
          <p:cNvSpPr/>
          <p:nvPr/>
        </p:nvSpPr>
        <p:spPr>
          <a:xfrm>
            <a:off x="960120" y="1874520"/>
            <a:ext cx="136080" cy="13608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0" name="Shape 6"/>
          <p:cNvSpPr/>
          <p:nvPr/>
        </p:nvSpPr>
        <p:spPr>
          <a:xfrm>
            <a:off x="1143000" y="1874520"/>
            <a:ext cx="136080" cy="13608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tIns="45000" rIns="6804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 7"/>
          <p:cNvSpPr/>
          <p:nvPr/>
        </p:nvSpPr>
        <p:spPr>
          <a:xfrm>
            <a:off x="1371600" y="1783080"/>
            <a:ext cx="5485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Text 8"/>
          <p:cNvSpPr/>
          <p:nvPr/>
        </p:nvSpPr>
        <p:spPr>
          <a:xfrm>
            <a:off x="777240" y="22402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3" name="Text 9"/>
          <p:cNvSpPr/>
          <p:nvPr/>
        </p:nvSpPr>
        <p:spPr>
          <a:xfrm>
            <a:off x="777240" y="24141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 10"/>
          <p:cNvSpPr/>
          <p:nvPr/>
        </p:nvSpPr>
        <p:spPr>
          <a:xfrm>
            <a:off x="777240" y="25876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Text 11"/>
          <p:cNvSpPr/>
          <p:nvPr/>
        </p:nvSpPr>
        <p:spPr>
          <a:xfrm>
            <a:off x="777240" y="27615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6" name="Text 12"/>
          <p:cNvSpPr/>
          <p:nvPr/>
        </p:nvSpPr>
        <p:spPr>
          <a:xfrm>
            <a:off x="777240" y="29350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 13"/>
          <p:cNvSpPr/>
          <p:nvPr/>
        </p:nvSpPr>
        <p:spPr>
          <a:xfrm>
            <a:off x="777240" y="31089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Text 14"/>
          <p:cNvSpPr/>
          <p:nvPr/>
        </p:nvSpPr>
        <p:spPr>
          <a:xfrm>
            <a:off x="777240" y="32828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postgresql://postgres:postgres@db:5432/social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9" name="Text 15"/>
          <p:cNvSpPr/>
          <p:nvPr/>
        </p:nvSpPr>
        <p:spPr>
          <a:xfrm>
            <a:off x="777240" y="34563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REDIS_URL: Upstash Redis REST (UPSTASH_REDIS_REST_URL)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 16"/>
          <p:cNvSpPr/>
          <p:nvPr/>
        </p:nvSpPr>
        <p:spPr>
          <a:xfrm>
            <a:off x="777240" y="36302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 17"/>
          <p:cNvSpPr/>
          <p:nvPr/>
        </p:nvSpPr>
        <p:spPr>
          <a:xfrm>
            <a:off x="777240" y="380376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depends_on: [db, redis]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 18"/>
          <p:cNvSpPr/>
          <p:nvPr/>
        </p:nvSpPr>
        <p:spPr>
          <a:xfrm>
            <a:off x="777240" y="39776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3" name="Text 19"/>
          <p:cNvSpPr/>
          <p:nvPr/>
        </p:nvSpPr>
        <p:spPr>
          <a:xfrm>
            <a:off x="777240" y="41515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4" name="Text 20"/>
          <p:cNvSpPr/>
          <p:nvPr/>
        </p:nvSpPr>
        <p:spPr>
          <a:xfrm>
            <a:off x="777240" y="43250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5" name="Text 21"/>
          <p:cNvSpPr/>
          <p:nvPr/>
        </p:nvSpPr>
        <p:spPr>
          <a:xfrm>
            <a:off x="777240" y="44989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 22"/>
          <p:cNvSpPr/>
          <p:nvPr/>
        </p:nvSpPr>
        <p:spPr>
          <a:xfrm>
            <a:off x="777240" y="467244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 23"/>
          <p:cNvSpPr/>
          <p:nvPr/>
        </p:nvSpPr>
        <p:spPr>
          <a:xfrm>
            <a:off x="777240" y="48463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8" name="Text 24"/>
          <p:cNvSpPr/>
          <p:nvPr/>
        </p:nvSpPr>
        <p:spPr>
          <a:xfrm>
            <a:off x="777240" y="50202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9" name="Text 25"/>
          <p:cNvSpPr/>
          <p:nvPr/>
        </p:nvSpPr>
        <p:spPr>
          <a:xfrm>
            <a:off x="777240" y="51937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0" name="Text 26"/>
          <p:cNvSpPr/>
          <p:nvPr/>
        </p:nvSpPr>
        <p:spPr>
          <a:xfrm>
            <a:off x="777240" y="53676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1" name="Text 27"/>
          <p:cNvSpPr/>
          <p:nvPr/>
        </p:nvSpPr>
        <p:spPr>
          <a:xfrm>
            <a:off x="777240" y="554112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 28"/>
          <p:cNvSpPr/>
          <p:nvPr/>
        </p:nvSpPr>
        <p:spPr>
          <a:xfrm>
            <a:off x="777240" y="571500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 29"/>
          <p:cNvSpPr/>
          <p:nvPr/>
        </p:nvSpPr>
        <p:spPr>
          <a:xfrm>
            <a:off x="777240" y="5888880"/>
            <a:ext cx="6948360" cy="1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Shape 30"/>
          <p:cNvSpPr/>
          <p:nvPr/>
        </p:nvSpPr>
        <p:spPr>
          <a:xfrm>
            <a:off x="8092440" y="1691640"/>
            <a:ext cx="3519360" cy="457092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5" name="Text 31"/>
          <p:cNvSpPr/>
          <p:nvPr/>
        </p:nvSpPr>
        <p:spPr>
          <a:xfrm>
            <a:off x="8275320" y="1783080"/>
            <a:ext cx="3199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Shape 32"/>
          <p:cNvSpPr/>
          <p:nvPr/>
        </p:nvSpPr>
        <p:spPr>
          <a:xfrm>
            <a:off x="8275320" y="2240280"/>
            <a:ext cx="410400" cy="41040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7" name="Text 33"/>
          <p:cNvSpPr/>
          <p:nvPr/>
        </p:nvSpPr>
        <p:spPr>
          <a:xfrm>
            <a:off x="8275320" y="22402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 34"/>
          <p:cNvSpPr/>
          <p:nvPr/>
        </p:nvSpPr>
        <p:spPr>
          <a:xfrm>
            <a:off x="8778240" y="21945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Shape 35"/>
          <p:cNvSpPr/>
          <p:nvPr/>
        </p:nvSpPr>
        <p:spPr>
          <a:xfrm>
            <a:off x="8275320" y="2880360"/>
            <a:ext cx="410400" cy="41040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Text 36"/>
          <p:cNvSpPr/>
          <p:nvPr/>
        </p:nvSpPr>
        <p:spPr>
          <a:xfrm>
            <a:off x="8275320" y="288036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 37"/>
          <p:cNvSpPr/>
          <p:nvPr/>
        </p:nvSpPr>
        <p:spPr>
          <a:xfrm>
            <a:off x="8778240" y="283464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 + Redis + App orchestrés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Shape 38"/>
          <p:cNvSpPr/>
          <p:nvPr/>
        </p:nvSpPr>
        <p:spPr>
          <a:xfrm>
            <a:off x="8275320" y="3520440"/>
            <a:ext cx="410400" cy="41040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3" name="Text 39"/>
          <p:cNvSpPr/>
          <p:nvPr/>
        </p:nvSpPr>
        <p:spPr>
          <a:xfrm>
            <a:off x="8275320" y="352044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 40"/>
          <p:cNvSpPr/>
          <p:nvPr/>
        </p:nvSpPr>
        <p:spPr>
          <a:xfrm>
            <a:off x="8778240" y="347472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Shape 41"/>
          <p:cNvSpPr/>
          <p:nvPr/>
        </p:nvSpPr>
        <p:spPr>
          <a:xfrm>
            <a:off x="8275320" y="4160520"/>
            <a:ext cx="410400" cy="41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6" name="Text 42"/>
          <p:cNvSpPr/>
          <p:nvPr/>
        </p:nvSpPr>
        <p:spPr>
          <a:xfrm>
            <a:off x="8275320" y="416052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 43"/>
          <p:cNvSpPr/>
          <p:nvPr/>
        </p:nvSpPr>
        <p:spPr>
          <a:xfrm>
            <a:off x="8778240" y="411480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Shape 44"/>
          <p:cNvSpPr/>
          <p:nvPr/>
        </p:nvSpPr>
        <p:spPr>
          <a:xfrm>
            <a:off x="8275320" y="4800600"/>
            <a:ext cx="410400" cy="41040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9" name="Text 45"/>
          <p:cNvSpPr/>
          <p:nvPr/>
        </p:nvSpPr>
        <p:spPr>
          <a:xfrm>
            <a:off x="8275320" y="480060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 46"/>
          <p:cNvSpPr/>
          <p:nvPr/>
        </p:nvSpPr>
        <p:spPr>
          <a:xfrm>
            <a:off x="8778240" y="475488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Shape 47"/>
          <p:cNvSpPr/>
          <p:nvPr/>
        </p:nvSpPr>
        <p:spPr>
          <a:xfrm>
            <a:off x="8275320" y="5440680"/>
            <a:ext cx="410400" cy="41040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2" name="Text 48"/>
          <p:cNvSpPr/>
          <p:nvPr/>
        </p:nvSpPr>
        <p:spPr>
          <a:xfrm>
            <a:off x="8275320" y="5440680"/>
            <a:ext cx="4104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 49"/>
          <p:cNvSpPr/>
          <p:nvPr/>
        </p:nvSpPr>
        <p:spPr>
          <a:xfrm>
            <a:off x="8778240" y="5394960"/>
            <a:ext cx="2742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5" name="Text 50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Text 51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</a:t>
            </a: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Shape 3"/>
          <p:cNvSpPr/>
          <p:nvPr/>
        </p:nvSpPr>
        <p:spPr>
          <a:xfrm>
            <a:off x="480240" y="1691640"/>
            <a:ext cx="3702240" cy="42051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1" name="Shape 4"/>
          <p:cNvSpPr/>
          <p:nvPr/>
        </p:nvSpPr>
        <p:spPr>
          <a:xfrm>
            <a:off x="480240" y="1691640"/>
            <a:ext cx="3702240" cy="456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2" name="Text 5"/>
          <p:cNvSpPr/>
          <p:nvPr/>
        </p:nvSpPr>
        <p:spPr>
          <a:xfrm>
            <a:off x="48024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3" name="Shape 6"/>
          <p:cNvSpPr/>
          <p:nvPr/>
        </p:nvSpPr>
        <p:spPr>
          <a:xfrm>
            <a:off x="708840" y="2331720"/>
            <a:ext cx="547560" cy="54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4" name="Text 7"/>
          <p:cNvSpPr/>
          <p:nvPr/>
        </p:nvSpPr>
        <p:spPr>
          <a:xfrm>
            <a:off x="708840" y="2331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Text 8"/>
          <p:cNvSpPr/>
          <p:nvPr/>
        </p:nvSpPr>
        <p:spPr>
          <a:xfrm>
            <a:off x="1348920" y="2331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6" name="Text 9"/>
          <p:cNvSpPr/>
          <p:nvPr/>
        </p:nvSpPr>
        <p:spPr>
          <a:xfrm>
            <a:off x="1348920" y="2651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Shape 10"/>
          <p:cNvSpPr/>
          <p:nvPr/>
        </p:nvSpPr>
        <p:spPr>
          <a:xfrm>
            <a:off x="708840" y="3474720"/>
            <a:ext cx="547560" cy="54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8" name="Text 11"/>
          <p:cNvSpPr/>
          <p:nvPr/>
        </p:nvSpPr>
        <p:spPr>
          <a:xfrm>
            <a:off x="708840" y="3474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9" name="Text 12"/>
          <p:cNvSpPr/>
          <p:nvPr/>
        </p:nvSpPr>
        <p:spPr>
          <a:xfrm>
            <a:off x="1348920" y="3474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 13"/>
          <p:cNvSpPr/>
          <p:nvPr/>
        </p:nvSpPr>
        <p:spPr>
          <a:xfrm>
            <a:off x="1348920" y="3794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Shape 14"/>
          <p:cNvSpPr/>
          <p:nvPr/>
        </p:nvSpPr>
        <p:spPr>
          <a:xfrm>
            <a:off x="708840" y="4617720"/>
            <a:ext cx="547560" cy="5475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 15"/>
          <p:cNvSpPr/>
          <p:nvPr/>
        </p:nvSpPr>
        <p:spPr>
          <a:xfrm>
            <a:off x="708840" y="4617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 16"/>
          <p:cNvSpPr/>
          <p:nvPr/>
        </p:nvSpPr>
        <p:spPr>
          <a:xfrm>
            <a:off x="1348920" y="4617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 17"/>
          <p:cNvSpPr/>
          <p:nvPr/>
        </p:nvSpPr>
        <p:spPr>
          <a:xfrm>
            <a:off x="1348920" y="4937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6" name="Shape 19"/>
          <p:cNvSpPr/>
          <p:nvPr/>
        </p:nvSpPr>
        <p:spPr>
          <a:xfrm>
            <a:off x="4229280" y="1691640"/>
            <a:ext cx="3702240" cy="42051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7" name="Shape 20"/>
          <p:cNvSpPr/>
          <p:nvPr/>
        </p:nvSpPr>
        <p:spPr>
          <a:xfrm>
            <a:off x="4229280" y="1691640"/>
            <a:ext cx="3702240" cy="456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 21"/>
          <p:cNvSpPr/>
          <p:nvPr/>
        </p:nvSpPr>
        <p:spPr>
          <a:xfrm>
            <a:off x="422928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Shape 22"/>
          <p:cNvSpPr/>
          <p:nvPr/>
        </p:nvSpPr>
        <p:spPr>
          <a:xfrm>
            <a:off x="4457880" y="2331720"/>
            <a:ext cx="547560" cy="54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0" name="Text 23"/>
          <p:cNvSpPr/>
          <p:nvPr/>
        </p:nvSpPr>
        <p:spPr>
          <a:xfrm>
            <a:off x="4457880" y="2331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1" name="Text 24"/>
          <p:cNvSpPr/>
          <p:nvPr/>
        </p:nvSpPr>
        <p:spPr>
          <a:xfrm>
            <a:off x="5097960" y="2331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2" name="Text 25"/>
          <p:cNvSpPr/>
          <p:nvPr/>
        </p:nvSpPr>
        <p:spPr>
          <a:xfrm>
            <a:off x="5097960" y="2651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Shape 26"/>
          <p:cNvSpPr/>
          <p:nvPr/>
        </p:nvSpPr>
        <p:spPr>
          <a:xfrm>
            <a:off x="4457880" y="3474720"/>
            <a:ext cx="547560" cy="54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4" name="Text 27"/>
          <p:cNvSpPr/>
          <p:nvPr/>
        </p:nvSpPr>
        <p:spPr>
          <a:xfrm>
            <a:off x="4457880" y="3474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Text 28"/>
          <p:cNvSpPr/>
          <p:nvPr/>
        </p:nvSpPr>
        <p:spPr>
          <a:xfrm>
            <a:off x="5097960" y="3474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6" name="Text 29"/>
          <p:cNvSpPr/>
          <p:nvPr/>
        </p:nvSpPr>
        <p:spPr>
          <a:xfrm>
            <a:off x="5097960" y="3794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Shape 30"/>
          <p:cNvSpPr/>
          <p:nvPr/>
        </p:nvSpPr>
        <p:spPr>
          <a:xfrm>
            <a:off x="4457880" y="4617720"/>
            <a:ext cx="547560" cy="547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8" name="Text 31"/>
          <p:cNvSpPr/>
          <p:nvPr/>
        </p:nvSpPr>
        <p:spPr>
          <a:xfrm>
            <a:off x="4457880" y="4617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 32"/>
          <p:cNvSpPr/>
          <p:nvPr/>
        </p:nvSpPr>
        <p:spPr>
          <a:xfrm>
            <a:off x="5097960" y="4617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 33"/>
          <p:cNvSpPr/>
          <p:nvPr/>
        </p:nvSpPr>
        <p:spPr>
          <a:xfrm>
            <a:off x="5097960" y="4937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2" name="Shape 35"/>
          <p:cNvSpPr/>
          <p:nvPr/>
        </p:nvSpPr>
        <p:spPr>
          <a:xfrm>
            <a:off x="7978320" y="1691640"/>
            <a:ext cx="3702240" cy="420516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3" name="Shape 36"/>
          <p:cNvSpPr/>
          <p:nvPr/>
        </p:nvSpPr>
        <p:spPr>
          <a:xfrm>
            <a:off x="7978320" y="1691640"/>
            <a:ext cx="3702240" cy="45612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4" name="Text 37"/>
          <p:cNvSpPr/>
          <p:nvPr/>
        </p:nvSpPr>
        <p:spPr>
          <a:xfrm>
            <a:off x="797832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5" name="Shape 38"/>
          <p:cNvSpPr/>
          <p:nvPr/>
        </p:nvSpPr>
        <p:spPr>
          <a:xfrm>
            <a:off x="8206920" y="2331720"/>
            <a:ext cx="547560" cy="547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 39"/>
          <p:cNvSpPr/>
          <p:nvPr/>
        </p:nvSpPr>
        <p:spPr>
          <a:xfrm>
            <a:off x="8206920" y="2331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 40"/>
          <p:cNvSpPr/>
          <p:nvPr/>
        </p:nvSpPr>
        <p:spPr>
          <a:xfrm>
            <a:off x="8847000" y="2331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 41"/>
          <p:cNvSpPr/>
          <p:nvPr/>
        </p:nvSpPr>
        <p:spPr>
          <a:xfrm>
            <a:off x="8847000" y="2651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Shape 42"/>
          <p:cNvSpPr/>
          <p:nvPr/>
        </p:nvSpPr>
        <p:spPr>
          <a:xfrm>
            <a:off x="8206920" y="3474720"/>
            <a:ext cx="547560" cy="547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 43"/>
          <p:cNvSpPr/>
          <p:nvPr/>
        </p:nvSpPr>
        <p:spPr>
          <a:xfrm>
            <a:off x="8206920" y="3474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 44"/>
          <p:cNvSpPr/>
          <p:nvPr/>
        </p:nvSpPr>
        <p:spPr>
          <a:xfrm>
            <a:off x="8847000" y="3474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 45"/>
          <p:cNvSpPr/>
          <p:nvPr/>
        </p:nvSpPr>
        <p:spPr>
          <a:xfrm>
            <a:off x="8847000" y="3794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Shape 46"/>
          <p:cNvSpPr/>
          <p:nvPr/>
        </p:nvSpPr>
        <p:spPr>
          <a:xfrm>
            <a:off x="8206920" y="4617720"/>
            <a:ext cx="547560" cy="5475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4" name="Text 47"/>
          <p:cNvSpPr/>
          <p:nvPr/>
        </p:nvSpPr>
        <p:spPr>
          <a:xfrm>
            <a:off x="8206920" y="46177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 48"/>
          <p:cNvSpPr/>
          <p:nvPr/>
        </p:nvSpPr>
        <p:spPr>
          <a:xfrm>
            <a:off x="8847000" y="4617720"/>
            <a:ext cx="2696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 49"/>
          <p:cNvSpPr/>
          <p:nvPr/>
        </p:nvSpPr>
        <p:spPr>
          <a:xfrm>
            <a:off x="8847000" y="4937760"/>
            <a:ext cx="2696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Shape 50"/>
          <p:cNvSpPr/>
          <p:nvPr/>
        </p:nvSpPr>
        <p:spPr>
          <a:xfrm>
            <a:off x="548640" y="6035040"/>
            <a:ext cx="11063160" cy="27324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8" name="Text 51"/>
          <p:cNvSpPr/>
          <p:nvPr/>
        </p:nvSpPr>
        <p:spPr>
          <a:xfrm>
            <a:off x="777240" y="603504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0" name="Text 52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 53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2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4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5" name="Shape 3"/>
          <p:cNvSpPr/>
          <p:nvPr/>
        </p:nvSpPr>
        <p:spPr>
          <a:xfrm>
            <a:off x="548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46" name="Text 4"/>
          <p:cNvSpPr/>
          <p:nvPr/>
        </p:nvSpPr>
        <p:spPr>
          <a:xfrm>
            <a:off x="731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 5"/>
          <p:cNvSpPr/>
          <p:nvPr/>
        </p:nvSpPr>
        <p:spPr>
          <a:xfrm>
            <a:off x="777240" y="224028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 6"/>
          <p:cNvSpPr/>
          <p:nvPr/>
        </p:nvSpPr>
        <p:spPr>
          <a:xfrm>
            <a:off x="1280160" y="22402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 7"/>
          <p:cNvSpPr/>
          <p:nvPr/>
        </p:nvSpPr>
        <p:spPr>
          <a:xfrm>
            <a:off x="1280160" y="251460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 8"/>
          <p:cNvSpPr/>
          <p:nvPr/>
        </p:nvSpPr>
        <p:spPr>
          <a:xfrm>
            <a:off x="777240" y="288036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 9"/>
          <p:cNvSpPr/>
          <p:nvPr/>
        </p:nvSpPr>
        <p:spPr>
          <a:xfrm>
            <a:off x="1280160" y="288036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 10"/>
          <p:cNvSpPr/>
          <p:nvPr/>
        </p:nvSpPr>
        <p:spPr>
          <a:xfrm>
            <a:off x="1280160" y="315468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 11"/>
          <p:cNvSpPr/>
          <p:nvPr/>
        </p:nvSpPr>
        <p:spPr>
          <a:xfrm>
            <a:off x="777240" y="352044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4" name="Text 12"/>
          <p:cNvSpPr/>
          <p:nvPr/>
        </p:nvSpPr>
        <p:spPr>
          <a:xfrm>
            <a:off x="1280160" y="352044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5" name="Text 13"/>
          <p:cNvSpPr/>
          <p:nvPr/>
        </p:nvSpPr>
        <p:spPr>
          <a:xfrm>
            <a:off x="1280160" y="379476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4"/>
          <p:cNvSpPr/>
          <p:nvPr/>
        </p:nvSpPr>
        <p:spPr>
          <a:xfrm>
            <a:off x="777240" y="416052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Text 15"/>
          <p:cNvSpPr/>
          <p:nvPr/>
        </p:nvSpPr>
        <p:spPr>
          <a:xfrm>
            <a:off x="1280160" y="416052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8" name="Text 16"/>
          <p:cNvSpPr/>
          <p:nvPr/>
        </p:nvSpPr>
        <p:spPr>
          <a:xfrm>
            <a:off x="1280160" y="443484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9" name="Text 17"/>
          <p:cNvSpPr/>
          <p:nvPr/>
        </p:nvSpPr>
        <p:spPr>
          <a:xfrm>
            <a:off x="777240" y="480060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0" name="Text 18"/>
          <p:cNvSpPr/>
          <p:nvPr/>
        </p:nvSpPr>
        <p:spPr>
          <a:xfrm>
            <a:off x="1280160" y="480060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1" name="Text 19"/>
          <p:cNvSpPr/>
          <p:nvPr/>
        </p:nvSpPr>
        <p:spPr>
          <a:xfrm>
            <a:off x="1280160" y="507492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2" name="Text 20"/>
          <p:cNvSpPr/>
          <p:nvPr/>
        </p:nvSpPr>
        <p:spPr>
          <a:xfrm>
            <a:off x="777240" y="5440680"/>
            <a:ext cx="4561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21"/>
          <p:cNvSpPr/>
          <p:nvPr/>
        </p:nvSpPr>
        <p:spPr>
          <a:xfrm>
            <a:off x="1280160" y="54406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22"/>
          <p:cNvSpPr/>
          <p:nvPr/>
        </p:nvSpPr>
        <p:spPr>
          <a:xfrm>
            <a:off x="1280160" y="5715000"/>
            <a:ext cx="457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Shape 23"/>
          <p:cNvSpPr/>
          <p:nvPr/>
        </p:nvSpPr>
        <p:spPr>
          <a:xfrm>
            <a:off x="6263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6" name="Text 24"/>
          <p:cNvSpPr/>
          <p:nvPr/>
        </p:nvSpPr>
        <p:spPr>
          <a:xfrm>
            <a:off x="6446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Shape 25"/>
          <p:cNvSpPr/>
          <p:nvPr/>
        </p:nvSpPr>
        <p:spPr>
          <a:xfrm>
            <a:off x="6446520" y="2240280"/>
            <a:ext cx="501840" cy="5018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8" name="Text 26"/>
          <p:cNvSpPr/>
          <p:nvPr/>
        </p:nvSpPr>
        <p:spPr>
          <a:xfrm>
            <a:off x="6446520" y="22402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27"/>
          <p:cNvSpPr/>
          <p:nvPr/>
        </p:nvSpPr>
        <p:spPr>
          <a:xfrm>
            <a:off x="7040880" y="224028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28"/>
          <p:cNvSpPr/>
          <p:nvPr/>
        </p:nvSpPr>
        <p:spPr>
          <a:xfrm>
            <a:off x="7040880" y="251460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Shape 29"/>
          <p:cNvSpPr/>
          <p:nvPr/>
        </p:nvSpPr>
        <p:spPr>
          <a:xfrm>
            <a:off x="6446520" y="3017520"/>
            <a:ext cx="501840" cy="5018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2" name="Text 30"/>
          <p:cNvSpPr/>
          <p:nvPr/>
        </p:nvSpPr>
        <p:spPr>
          <a:xfrm>
            <a:off x="6446520" y="3017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31"/>
          <p:cNvSpPr/>
          <p:nvPr/>
        </p:nvSpPr>
        <p:spPr>
          <a:xfrm>
            <a:off x="7040880" y="301752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32"/>
          <p:cNvSpPr/>
          <p:nvPr/>
        </p:nvSpPr>
        <p:spPr>
          <a:xfrm>
            <a:off x="7040880" y="329184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Shape 33"/>
          <p:cNvSpPr/>
          <p:nvPr/>
        </p:nvSpPr>
        <p:spPr>
          <a:xfrm>
            <a:off x="6446520" y="3794760"/>
            <a:ext cx="501840" cy="5018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76" name="Text 34"/>
          <p:cNvSpPr/>
          <p:nvPr/>
        </p:nvSpPr>
        <p:spPr>
          <a:xfrm>
            <a:off x="6446520" y="37947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35"/>
          <p:cNvSpPr/>
          <p:nvPr/>
        </p:nvSpPr>
        <p:spPr>
          <a:xfrm>
            <a:off x="7040880" y="379476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36"/>
          <p:cNvSpPr/>
          <p:nvPr/>
        </p:nvSpPr>
        <p:spPr>
          <a:xfrm>
            <a:off x="7040880" y="406908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Shape 37"/>
          <p:cNvSpPr/>
          <p:nvPr/>
        </p:nvSpPr>
        <p:spPr>
          <a:xfrm>
            <a:off x="6446520" y="4572000"/>
            <a:ext cx="501840" cy="5018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0" name="Text 38"/>
          <p:cNvSpPr/>
          <p:nvPr/>
        </p:nvSpPr>
        <p:spPr>
          <a:xfrm>
            <a:off x="6446520" y="457200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39"/>
          <p:cNvSpPr/>
          <p:nvPr/>
        </p:nvSpPr>
        <p:spPr>
          <a:xfrm>
            <a:off x="7040880" y="457200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40"/>
          <p:cNvSpPr/>
          <p:nvPr/>
        </p:nvSpPr>
        <p:spPr>
          <a:xfrm>
            <a:off x="7040880" y="484632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Shape 41"/>
          <p:cNvSpPr/>
          <p:nvPr/>
        </p:nvSpPr>
        <p:spPr>
          <a:xfrm>
            <a:off x="6446520" y="5349240"/>
            <a:ext cx="501840" cy="50184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4" name="Text 42"/>
          <p:cNvSpPr/>
          <p:nvPr/>
        </p:nvSpPr>
        <p:spPr>
          <a:xfrm>
            <a:off x="6446520" y="53492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Text 43"/>
          <p:cNvSpPr/>
          <p:nvPr/>
        </p:nvSpPr>
        <p:spPr>
          <a:xfrm>
            <a:off x="7040880" y="5349240"/>
            <a:ext cx="4570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6" name="Text 44"/>
          <p:cNvSpPr/>
          <p:nvPr/>
        </p:nvSpPr>
        <p:spPr>
          <a:xfrm>
            <a:off x="7040880" y="562356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8" name="Text 45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46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46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1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3" name="Shape 3"/>
          <p:cNvSpPr/>
          <p:nvPr/>
        </p:nvSpPr>
        <p:spPr>
          <a:xfrm>
            <a:off x="548640" y="1691640"/>
            <a:ext cx="2696400" cy="16448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4"/>
          <p:cNvSpPr/>
          <p:nvPr/>
        </p:nvSpPr>
        <p:spPr>
          <a:xfrm>
            <a:off x="548640" y="1783080"/>
            <a:ext cx="2696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5"/>
          <p:cNvSpPr/>
          <p:nvPr/>
        </p:nvSpPr>
        <p:spPr>
          <a:xfrm>
            <a:off x="548640" y="2697480"/>
            <a:ext cx="26964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6"/>
          <p:cNvSpPr/>
          <p:nvPr/>
        </p:nvSpPr>
        <p:spPr>
          <a:xfrm>
            <a:off x="3383280" y="1691640"/>
            <a:ext cx="2696400" cy="16448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7"/>
          <p:cNvSpPr/>
          <p:nvPr/>
        </p:nvSpPr>
        <p:spPr>
          <a:xfrm>
            <a:off x="3383280" y="1783080"/>
            <a:ext cx="2696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8"/>
          <p:cNvSpPr/>
          <p:nvPr/>
        </p:nvSpPr>
        <p:spPr>
          <a:xfrm>
            <a:off x="3383280" y="2697480"/>
            <a:ext cx="26964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9"/>
          <p:cNvSpPr/>
          <p:nvPr/>
        </p:nvSpPr>
        <p:spPr>
          <a:xfrm>
            <a:off x="6217920" y="1691640"/>
            <a:ext cx="2696400" cy="16448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10"/>
          <p:cNvSpPr/>
          <p:nvPr/>
        </p:nvSpPr>
        <p:spPr>
          <a:xfrm>
            <a:off x="6217920" y="1783080"/>
            <a:ext cx="2696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11"/>
          <p:cNvSpPr/>
          <p:nvPr/>
        </p:nvSpPr>
        <p:spPr>
          <a:xfrm>
            <a:off x="6217920" y="2697480"/>
            <a:ext cx="26964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12"/>
          <p:cNvSpPr/>
          <p:nvPr/>
        </p:nvSpPr>
        <p:spPr>
          <a:xfrm>
            <a:off x="9052560" y="1691640"/>
            <a:ext cx="2696400" cy="164484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13"/>
          <p:cNvSpPr/>
          <p:nvPr/>
        </p:nvSpPr>
        <p:spPr>
          <a:xfrm>
            <a:off x="9052560" y="1783080"/>
            <a:ext cx="2696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14"/>
          <p:cNvSpPr/>
          <p:nvPr/>
        </p:nvSpPr>
        <p:spPr>
          <a:xfrm>
            <a:off x="9052560" y="2697480"/>
            <a:ext cx="269640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5" name="Text 15"/>
          <p:cNvSpPr/>
          <p:nvPr/>
        </p:nvSpPr>
        <p:spPr>
          <a:xfrm>
            <a:off x="548640" y="3611880"/>
            <a:ext cx="10971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6" name="Shape 16"/>
          <p:cNvSpPr/>
          <p:nvPr/>
        </p:nvSpPr>
        <p:spPr>
          <a:xfrm>
            <a:off x="548640" y="3977640"/>
            <a:ext cx="5531040" cy="233064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07" name="Chart 0"/>
          <p:cNvGraphicFramePr/>
          <p:nvPr/>
        </p:nvGraphicFramePr>
        <p:xfrm>
          <a:off x="640080" y="4069080"/>
          <a:ext cx="5348160" cy="214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208" name="Shape 17"/>
          <p:cNvSpPr/>
          <p:nvPr/>
        </p:nvSpPr>
        <p:spPr>
          <a:xfrm>
            <a:off x="6263640" y="3977640"/>
            <a:ext cx="5531040" cy="233064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9" name="Text 18"/>
          <p:cNvSpPr/>
          <p:nvPr/>
        </p:nvSpPr>
        <p:spPr>
          <a:xfrm>
            <a:off x="6400800" y="4069080"/>
            <a:ext cx="5348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10" name="Chart 1"/>
          <p:cNvGraphicFramePr/>
          <p:nvPr/>
        </p:nvGraphicFramePr>
        <p:xfrm>
          <a:off x="6400800" y="4343400"/>
          <a:ext cx="5211000" cy="187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211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12" name="Text 19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3" name="Text 20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47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5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7" name="Shape 3"/>
          <p:cNvSpPr/>
          <p:nvPr/>
        </p:nvSpPr>
        <p:spPr>
          <a:xfrm>
            <a:off x="548640" y="1691640"/>
            <a:ext cx="3656520" cy="155340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8" name="Text 4"/>
          <p:cNvSpPr/>
          <p:nvPr/>
        </p:nvSpPr>
        <p:spPr>
          <a:xfrm>
            <a:off x="548640" y="1691640"/>
            <a:ext cx="36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5"/>
          <p:cNvSpPr/>
          <p:nvPr/>
        </p:nvSpPr>
        <p:spPr>
          <a:xfrm>
            <a:off x="548640" y="260604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6"/>
          <p:cNvSpPr/>
          <p:nvPr/>
        </p:nvSpPr>
        <p:spPr>
          <a:xfrm>
            <a:off x="548640" y="28803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Shape 7"/>
          <p:cNvSpPr/>
          <p:nvPr/>
        </p:nvSpPr>
        <p:spPr>
          <a:xfrm>
            <a:off x="4389120" y="1691640"/>
            <a:ext cx="7222680" cy="15534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2" name="Text 8"/>
          <p:cNvSpPr/>
          <p:nvPr/>
        </p:nvSpPr>
        <p:spPr>
          <a:xfrm>
            <a:off x="4572000" y="1783080"/>
            <a:ext cx="6856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9"/>
          <p:cNvSpPr/>
          <p:nvPr/>
        </p:nvSpPr>
        <p:spPr>
          <a:xfrm>
            <a:off x="4572000" y="2103120"/>
            <a:ext cx="6856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0"/>
          <p:cNvSpPr/>
          <p:nvPr/>
        </p:nvSpPr>
        <p:spPr>
          <a:xfrm>
            <a:off x="548640" y="338328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Shape 11"/>
          <p:cNvSpPr/>
          <p:nvPr/>
        </p:nvSpPr>
        <p:spPr>
          <a:xfrm>
            <a:off x="54864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6" name="Shape 12"/>
          <p:cNvSpPr/>
          <p:nvPr/>
        </p:nvSpPr>
        <p:spPr>
          <a:xfrm>
            <a:off x="548640" y="3703320"/>
            <a:ext cx="90360" cy="1050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7" name="Text 13"/>
          <p:cNvSpPr/>
          <p:nvPr/>
        </p:nvSpPr>
        <p:spPr>
          <a:xfrm>
            <a:off x="77724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14"/>
          <p:cNvSpPr/>
          <p:nvPr/>
        </p:nvSpPr>
        <p:spPr>
          <a:xfrm>
            <a:off x="77724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Shape 15"/>
          <p:cNvSpPr/>
          <p:nvPr/>
        </p:nvSpPr>
        <p:spPr>
          <a:xfrm>
            <a:off x="621792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0" name="Shape 16"/>
          <p:cNvSpPr/>
          <p:nvPr/>
        </p:nvSpPr>
        <p:spPr>
          <a:xfrm>
            <a:off x="6217920" y="3703320"/>
            <a:ext cx="90360" cy="1050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1" name="Text 17"/>
          <p:cNvSpPr/>
          <p:nvPr/>
        </p:nvSpPr>
        <p:spPr>
          <a:xfrm>
            <a:off x="644652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18"/>
          <p:cNvSpPr/>
          <p:nvPr/>
        </p:nvSpPr>
        <p:spPr>
          <a:xfrm>
            <a:off x="644652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Shape 19"/>
          <p:cNvSpPr/>
          <p:nvPr/>
        </p:nvSpPr>
        <p:spPr>
          <a:xfrm>
            <a:off x="54864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4" name="Shape 20"/>
          <p:cNvSpPr/>
          <p:nvPr/>
        </p:nvSpPr>
        <p:spPr>
          <a:xfrm>
            <a:off x="548640" y="4846320"/>
            <a:ext cx="90360" cy="1050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5" name="Text 21"/>
          <p:cNvSpPr/>
          <p:nvPr/>
        </p:nvSpPr>
        <p:spPr>
          <a:xfrm>
            <a:off x="77724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2"/>
          <p:cNvSpPr/>
          <p:nvPr/>
        </p:nvSpPr>
        <p:spPr>
          <a:xfrm>
            <a:off x="77724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Shape 23"/>
          <p:cNvSpPr/>
          <p:nvPr/>
        </p:nvSpPr>
        <p:spPr>
          <a:xfrm>
            <a:off x="621792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8" name="Shape 24"/>
          <p:cNvSpPr/>
          <p:nvPr/>
        </p:nvSpPr>
        <p:spPr>
          <a:xfrm>
            <a:off x="6217920" y="4846320"/>
            <a:ext cx="90360" cy="10504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25"/>
          <p:cNvSpPr/>
          <p:nvPr/>
        </p:nvSpPr>
        <p:spPr>
          <a:xfrm>
            <a:off x="644652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Text 26"/>
          <p:cNvSpPr/>
          <p:nvPr/>
        </p:nvSpPr>
        <p:spPr>
          <a:xfrm>
            <a:off x="644652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1" name="Text 27"/>
          <p:cNvSpPr/>
          <p:nvPr/>
        </p:nvSpPr>
        <p:spPr>
          <a:xfrm>
            <a:off x="548640" y="59893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Shape 28"/>
          <p:cNvSpPr/>
          <p:nvPr/>
        </p:nvSpPr>
        <p:spPr>
          <a:xfrm>
            <a:off x="2743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3" name="Text 29"/>
          <p:cNvSpPr/>
          <p:nvPr/>
        </p:nvSpPr>
        <p:spPr>
          <a:xfrm>
            <a:off x="2743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4" name="Shape 30"/>
          <p:cNvSpPr/>
          <p:nvPr/>
        </p:nvSpPr>
        <p:spPr>
          <a:xfrm>
            <a:off x="5029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5" name="Text 31"/>
          <p:cNvSpPr/>
          <p:nvPr/>
        </p:nvSpPr>
        <p:spPr>
          <a:xfrm>
            <a:off x="5029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2"/>
          <p:cNvSpPr/>
          <p:nvPr/>
        </p:nvSpPr>
        <p:spPr>
          <a:xfrm>
            <a:off x="7315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3"/>
          <p:cNvSpPr/>
          <p:nvPr/>
        </p:nvSpPr>
        <p:spPr>
          <a:xfrm>
            <a:off x="7315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Shape 34"/>
          <p:cNvSpPr/>
          <p:nvPr/>
        </p:nvSpPr>
        <p:spPr>
          <a:xfrm>
            <a:off x="9601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9" name="Text 35"/>
          <p:cNvSpPr/>
          <p:nvPr/>
        </p:nvSpPr>
        <p:spPr>
          <a:xfrm>
            <a:off x="9601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1" name="Text 3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Text 3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48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Shape 3"/>
          <p:cNvSpPr/>
          <p:nvPr/>
        </p:nvSpPr>
        <p:spPr>
          <a:xfrm>
            <a:off x="548640" y="1691640"/>
            <a:ext cx="3656520" cy="155340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7" name="Text 4"/>
          <p:cNvSpPr/>
          <p:nvPr/>
        </p:nvSpPr>
        <p:spPr>
          <a:xfrm>
            <a:off x="548640" y="1691640"/>
            <a:ext cx="36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8" name="Text 5"/>
          <p:cNvSpPr/>
          <p:nvPr/>
        </p:nvSpPr>
        <p:spPr>
          <a:xfrm>
            <a:off x="548640" y="260604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9" name="Text 6"/>
          <p:cNvSpPr/>
          <p:nvPr/>
        </p:nvSpPr>
        <p:spPr>
          <a:xfrm>
            <a:off x="548640" y="28803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Shape 7"/>
          <p:cNvSpPr/>
          <p:nvPr/>
        </p:nvSpPr>
        <p:spPr>
          <a:xfrm>
            <a:off x="4389120" y="1691640"/>
            <a:ext cx="7222680" cy="15534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1" name="Text 8"/>
          <p:cNvSpPr/>
          <p:nvPr/>
        </p:nvSpPr>
        <p:spPr>
          <a:xfrm>
            <a:off x="4572000" y="1783080"/>
            <a:ext cx="6856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9"/>
          <p:cNvSpPr/>
          <p:nvPr/>
        </p:nvSpPr>
        <p:spPr>
          <a:xfrm>
            <a:off x="4572000" y="2103120"/>
            <a:ext cx="6856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Text 10"/>
          <p:cNvSpPr/>
          <p:nvPr/>
        </p:nvSpPr>
        <p:spPr>
          <a:xfrm>
            <a:off x="548640" y="338328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4" name="Shape 11"/>
          <p:cNvSpPr/>
          <p:nvPr/>
        </p:nvSpPr>
        <p:spPr>
          <a:xfrm>
            <a:off x="54864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12"/>
          <p:cNvSpPr/>
          <p:nvPr/>
        </p:nvSpPr>
        <p:spPr>
          <a:xfrm>
            <a:off x="548640" y="3703320"/>
            <a:ext cx="90360" cy="1050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13"/>
          <p:cNvSpPr/>
          <p:nvPr/>
        </p:nvSpPr>
        <p:spPr>
          <a:xfrm>
            <a:off x="77724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Text 14"/>
          <p:cNvSpPr/>
          <p:nvPr/>
        </p:nvSpPr>
        <p:spPr>
          <a:xfrm>
            <a:off x="77724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8" name="Shape 15"/>
          <p:cNvSpPr/>
          <p:nvPr/>
        </p:nvSpPr>
        <p:spPr>
          <a:xfrm>
            <a:off x="621792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9" name="Shape 16"/>
          <p:cNvSpPr/>
          <p:nvPr/>
        </p:nvSpPr>
        <p:spPr>
          <a:xfrm>
            <a:off x="6217920" y="3703320"/>
            <a:ext cx="90360" cy="1050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0" name="Text 17"/>
          <p:cNvSpPr/>
          <p:nvPr/>
        </p:nvSpPr>
        <p:spPr>
          <a:xfrm>
            <a:off x="644652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Text 18"/>
          <p:cNvSpPr/>
          <p:nvPr/>
        </p:nvSpPr>
        <p:spPr>
          <a:xfrm>
            <a:off x="644652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2" name="Shape 19"/>
          <p:cNvSpPr/>
          <p:nvPr/>
        </p:nvSpPr>
        <p:spPr>
          <a:xfrm>
            <a:off x="54864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3" name="Shape 20"/>
          <p:cNvSpPr/>
          <p:nvPr/>
        </p:nvSpPr>
        <p:spPr>
          <a:xfrm>
            <a:off x="548640" y="4846320"/>
            <a:ext cx="90360" cy="1050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4" name="Text 21"/>
          <p:cNvSpPr/>
          <p:nvPr/>
        </p:nvSpPr>
        <p:spPr>
          <a:xfrm>
            <a:off x="77724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Text 22"/>
          <p:cNvSpPr/>
          <p:nvPr/>
        </p:nvSpPr>
        <p:spPr>
          <a:xfrm>
            <a:off x="77724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6" name="Shape 23"/>
          <p:cNvSpPr/>
          <p:nvPr/>
        </p:nvSpPr>
        <p:spPr>
          <a:xfrm>
            <a:off x="621792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7" name="Shape 24"/>
          <p:cNvSpPr/>
          <p:nvPr/>
        </p:nvSpPr>
        <p:spPr>
          <a:xfrm>
            <a:off x="6217920" y="4846320"/>
            <a:ext cx="90360" cy="10504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8" name="Text 25"/>
          <p:cNvSpPr/>
          <p:nvPr/>
        </p:nvSpPr>
        <p:spPr>
          <a:xfrm>
            <a:off x="644652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Text 26"/>
          <p:cNvSpPr/>
          <p:nvPr/>
        </p:nvSpPr>
        <p:spPr>
          <a:xfrm>
            <a:off x="644652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0" name="Text 27"/>
          <p:cNvSpPr/>
          <p:nvPr/>
        </p:nvSpPr>
        <p:spPr>
          <a:xfrm>
            <a:off x="548640" y="59893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1" name="Shape 28"/>
          <p:cNvSpPr/>
          <p:nvPr/>
        </p:nvSpPr>
        <p:spPr>
          <a:xfrm>
            <a:off x="2743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9"/>
          <p:cNvSpPr/>
          <p:nvPr/>
        </p:nvSpPr>
        <p:spPr>
          <a:xfrm>
            <a:off x="2743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30"/>
          <p:cNvSpPr/>
          <p:nvPr/>
        </p:nvSpPr>
        <p:spPr>
          <a:xfrm>
            <a:off x="5029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31"/>
          <p:cNvSpPr/>
          <p:nvPr/>
        </p:nvSpPr>
        <p:spPr>
          <a:xfrm>
            <a:off x="5029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Shape 32"/>
          <p:cNvSpPr/>
          <p:nvPr/>
        </p:nvSpPr>
        <p:spPr>
          <a:xfrm>
            <a:off x="7315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6" name="Text 33"/>
          <p:cNvSpPr/>
          <p:nvPr/>
        </p:nvSpPr>
        <p:spPr>
          <a:xfrm>
            <a:off x="7315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34"/>
          <p:cNvSpPr/>
          <p:nvPr/>
        </p:nvSpPr>
        <p:spPr>
          <a:xfrm>
            <a:off x="9601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35"/>
          <p:cNvSpPr/>
          <p:nvPr/>
        </p:nvSpPr>
        <p:spPr>
          <a:xfrm>
            <a:off x="9601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8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0" name="Text 3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Text 3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2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5" name="Shape 3"/>
          <p:cNvSpPr/>
          <p:nvPr/>
        </p:nvSpPr>
        <p:spPr>
          <a:xfrm>
            <a:off x="548640" y="1691640"/>
            <a:ext cx="3656520" cy="155340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Text 4"/>
          <p:cNvSpPr/>
          <p:nvPr/>
        </p:nvSpPr>
        <p:spPr>
          <a:xfrm>
            <a:off x="548640" y="1691640"/>
            <a:ext cx="36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7" name="Text 5"/>
          <p:cNvSpPr/>
          <p:nvPr/>
        </p:nvSpPr>
        <p:spPr>
          <a:xfrm>
            <a:off x="548640" y="260604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8" name="Text 6"/>
          <p:cNvSpPr/>
          <p:nvPr/>
        </p:nvSpPr>
        <p:spPr>
          <a:xfrm>
            <a:off x="548640" y="28803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7"/>
          <p:cNvSpPr/>
          <p:nvPr/>
        </p:nvSpPr>
        <p:spPr>
          <a:xfrm>
            <a:off x="4389120" y="1691640"/>
            <a:ext cx="7222680" cy="15534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8"/>
          <p:cNvSpPr/>
          <p:nvPr/>
        </p:nvSpPr>
        <p:spPr>
          <a:xfrm>
            <a:off x="4572000" y="1783080"/>
            <a:ext cx="6856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9"/>
          <p:cNvSpPr/>
          <p:nvPr/>
        </p:nvSpPr>
        <p:spPr>
          <a:xfrm>
            <a:off x="4572000" y="2103120"/>
            <a:ext cx="6856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10"/>
          <p:cNvSpPr/>
          <p:nvPr/>
        </p:nvSpPr>
        <p:spPr>
          <a:xfrm>
            <a:off x="548640" y="338328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11"/>
          <p:cNvSpPr/>
          <p:nvPr/>
        </p:nvSpPr>
        <p:spPr>
          <a:xfrm>
            <a:off x="54864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Shape 12"/>
          <p:cNvSpPr/>
          <p:nvPr/>
        </p:nvSpPr>
        <p:spPr>
          <a:xfrm>
            <a:off x="548640" y="3703320"/>
            <a:ext cx="90360" cy="1050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5" name="Text 13"/>
          <p:cNvSpPr/>
          <p:nvPr/>
        </p:nvSpPr>
        <p:spPr>
          <a:xfrm>
            <a:off x="77724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14"/>
          <p:cNvSpPr/>
          <p:nvPr/>
        </p:nvSpPr>
        <p:spPr>
          <a:xfrm>
            <a:off x="77724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15"/>
          <p:cNvSpPr/>
          <p:nvPr/>
        </p:nvSpPr>
        <p:spPr>
          <a:xfrm>
            <a:off x="621792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Shape 16"/>
          <p:cNvSpPr/>
          <p:nvPr/>
        </p:nvSpPr>
        <p:spPr>
          <a:xfrm>
            <a:off x="6217920" y="3703320"/>
            <a:ext cx="90360" cy="1050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9" name="Text 17"/>
          <p:cNvSpPr/>
          <p:nvPr/>
        </p:nvSpPr>
        <p:spPr>
          <a:xfrm>
            <a:off x="644652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18"/>
          <p:cNvSpPr/>
          <p:nvPr/>
        </p:nvSpPr>
        <p:spPr>
          <a:xfrm>
            <a:off x="644652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19"/>
          <p:cNvSpPr/>
          <p:nvPr/>
        </p:nvSpPr>
        <p:spPr>
          <a:xfrm>
            <a:off x="54864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Shape 20"/>
          <p:cNvSpPr/>
          <p:nvPr/>
        </p:nvSpPr>
        <p:spPr>
          <a:xfrm>
            <a:off x="548640" y="4846320"/>
            <a:ext cx="90360" cy="1050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3" name="Text 21"/>
          <p:cNvSpPr/>
          <p:nvPr/>
        </p:nvSpPr>
        <p:spPr>
          <a:xfrm>
            <a:off x="77724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4" name="Text 22"/>
          <p:cNvSpPr/>
          <p:nvPr/>
        </p:nvSpPr>
        <p:spPr>
          <a:xfrm>
            <a:off x="77724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Shape 23"/>
          <p:cNvSpPr/>
          <p:nvPr/>
        </p:nvSpPr>
        <p:spPr>
          <a:xfrm>
            <a:off x="621792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6" name="Shape 24"/>
          <p:cNvSpPr/>
          <p:nvPr/>
        </p:nvSpPr>
        <p:spPr>
          <a:xfrm>
            <a:off x="6217920" y="4846320"/>
            <a:ext cx="90360" cy="10504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7" name="Text 25"/>
          <p:cNvSpPr/>
          <p:nvPr/>
        </p:nvSpPr>
        <p:spPr>
          <a:xfrm>
            <a:off x="644652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Text 26"/>
          <p:cNvSpPr/>
          <p:nvPr/>
        </p:nvSpPr>
        <p:spPr>
          <a:xfrm>
            <a:off x="644652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9" name="Text 27"/>
          <p:cNvSpPr/>
          <p:nvPr/>
        </p:nvSpPr>
        <p:spPr>
          <a:xfrm>
            <a:off x="548640" y="59893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0" name="Shape 28"/>
          <p:cNvSpPr/>
          <p:nvPr/>
        </p:nvSpPr>
        <p:spPr>
          <a:xfrm>
            <a:off x="2743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1" name="Text 29"/>
          <p:cNvSpPr/>
          <p:nvPr/>
        </p:nvSpPr>
        <p:spPr>
          <a:xfrm>
            <a:off x="2743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Shape 30"/>
          <p:cNvSpPr/>
          <p:nvPr/>
        </p:nvSpPr>
        <p:spPr>
          <a:xfrm>
            <a:off x="5029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3" name="Text 31"/>
          <p:cNvSpPr/>
          <p:nvPr/>
        </p:nvSpPr>
        <p:spPr>
          <a:xfrm>
            <a:off x="5029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Shape 32"/>
          <p:cNvSpPr/>
          <p:nvPr/>
        </p:nvSpPr>
        <p:spPr>
          <a:xfrm>
            <a:off x="7315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5" name="Text 33"/>
          <p:cNvSpPr/>
          <p:nvPr/>
        </p:nvSpPr>
        <p:spPr>
          <a:xfrm>
            <a:off x="7315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Shape 34"/>
          <p:cNvSpPr/>
          <p:nvPr/>
        </p:nvSpPr>
        <p:spPr>
          <a:xfrm>
            <a:off x="9601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7" name="Text 35"/>
          <p:cNvSpPr/>
          <p:nvPr/>
        </p:nvSpPr>
        <p:spPr>
          <a:xfrm>
            <a:off x="9601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9" name="Text 3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3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4" name="Shape 3"/>
          <p:cNvSpPr/>
          <p:nvPr/>
        </p:nvSpPr>
        <p:spPr>
          <a:xfrm>
            <a:off x="548640" y="1691640"/>
            <a:ext cx="3656520" cy="155340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5" name="Text 4"/>
          <p:cNvSpPr/>
          <p:nvPr/>
        </p:nvSpPr>
        <p:spPr>
          <a:xfrm>
            <a:off x="548640" y="1691640"/>
            <a:ext cx="3656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5"/>
          <p:cNvSpPr/>
          <p:nvPr/>
        </p:nvSpPr>
        <p:spPr>
          <a:xfrm>
            <a:off x="548640" y="2606040"/>
            <a:ext cx="3656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6"/>
          <p:cNvSpPr/>
          <p:nvPr/>
        </p:nvSpPr>
        <p:spPr>
          <a:xfrm>
            <a:off x="548640" y="288036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Shape 7"/>
          <p:cNvSpPr/>
          <p:nvPr/>
        </p:nvSpPr>
        <p:spPr>
          <a:xfrm>
            <a:off x="4389120" y="1691640"/>
            <a:ext cx="7222680" cy="155340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9" name="Text 8"/>
          <p:cNvSpPr/>
          <p:nvPr/>
        </p:nvSpPr>
        <p:spPr>
          <a:xfrm>
            <a:off x="4572000" y="1783080"/>
            <a:ext cx="6856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0" name="Text 9"/>
          <p:cNvSpPr/>
          <p:nvPr/>
        </p:nvSpPr>
        <p:spPr>
          <a:xfrm>
            <a:off x="4572000" y="2103120"/>
            <a:ext cx="68569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Text 10"/>
          <p:cNvSpPr/>
          <p:nvPr/>
        </p:nvSpPr>
        <p:spPr>
          <a:xfrm>
            <a:off x="548640" y="338328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2" name="Shape 11"/>
          <p:cNvSpPr/>
          <p:nvPr/>
        </p:nvSpPr>
        <p:spPr>
          <a:xfrm>
            <a:off x="54864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3" name="Shape 12"/>
          <p:cNvSpPr/>
          <p:nvPr/>
        </p:nvSpPr>
        <p:spPr>
          <a:xfrm>
            <a:off x="548640" y="3703320"/>
            <a:ext cx="90360" cy="1050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4" name="Text 13"/>
          <p:cNvSpPr/>
          <p:nvPr/>
        </p:nvSpPr>
        <p:spPr>
          <a:xfrm>
            <a:off x="77724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Text 14"/>
          <p:cNvSpPr/>
          <p:nvPr/>
        </p:nvSpPr>
        <p:spPr>
          <a:xfrm>
            <a:off x="77724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6" name="Shape 15"/>
          <p:cNvSpPr/>
          <p:nvPr/>
        </p:nvSpPr>
        <p:spPr>
          <a:xfrm>
            <a:off x="6217920" y="3703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7" name="Shape 16"/>
          <p:cNvSpPr/>
          <p:nvPr/>
        </p:nvSpPr>
        <p:spPr>
          <a:xfrm>
            <a:off x="6217920" y="3703320"/>
            <a:ext cx="90360" cy="1050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8" name="Text 17"/>
          <p:cNvSpPr/>
          <p:nvPr/>
        </p:nvSpPr>
        <p:spPr>
          <a:xfrm>
            <a:off x="6446520" y="3840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Text 18"/>
          <p:cNvSpPr/>
          <p:nvPr/>
        </p:nvSpPr>
        <p:spPr>
          <a:xfrm>
            <a:off x="6446520" y="4160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0" name="Shape 19"/>
          <p:cNvSpPr/>
          <p:nvPr/>
        </p:nvSpPr>
        <p:spPr>
          <a:xfrm>
            <a:off x="54864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1" name="Shape 20"/>
          <p:cNvSpPr/>
          <p:nvPr/>
        </p:nvSpPr>
        <p:spPr>
          <a:xfrm>
            <a:off x="548640" y="4846320"/>
            <a:ext cx="90360" cy="1050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2" name="Text 21"/>
          <p:cNvSpPr/>
          <p:nvPr/>
        </p:nvSpPr>
        <p:spPr>
          <a:xfrm>
            <a:off x="77724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Text 22"/>
          <p:cNvSpPr/>
          <p:nvPr/>
        </p:nvSpPr>
        <p:spPr>
          <a:xfrm>
            <a:off x="77724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4" name="Shape 23"/>
          <p:cNvSpPr/>
          <p:nvPr/>
        </p:nvSpPr>
        <p:spPr>
          <a:xfrm>
            <a:off x="6217920" y="4846320"/>
            <a:ext cx="5531040" cy="105048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5" name="Shape 24"/>
          <p:cNvSpPr/>
          <p:nvPr/>
        </p:nvSpPr>
        <p:spPr>
          <a:xfrm>
            <a:off x="6217920" y="4846320"/>
            <a:ext cx="90360" cy="10504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6" name="Text 25"/>
          <p:cNvSpPr/>
          <p:nvPr/>
        </p:nvSpPr>
        <p:spPr>
          <a:xfrm>
            <a:off x="6446520" y="4983480"/>
            <a:ext cx="5165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Text 26"/>
          <p:cNvSpPr/>
          <p:nvPr/>
        </p:nvSpPr>
        <p:spPr>
          <a:xfrm>
            <a:off x="6446520" y="5303520"/>
            <a:ext cx="5165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8" name="Text 27"/>
          <p:cNvSpPr/>
          <p:nvPr/>
        </p:nvSpPr>
        <p:spPr>
          <a:xfrm>
            <a:off x="548640" y="5989320"/>
            <a:ext cx="3656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Shape 28"/>
          <p:cNvSpPr/>
          <p:nvPr/>
        </p:nvSpPr>
        <p:spPr>
          <a:xfrm>
            <a:off x="2743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0" name="Text 29"/>
          <p:cNvSpPr/>
          <p:nvPr/>
        </p:nvSpPr>
        <p:spPr>
          <a:xfrm>
            <a:off x="2743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1" name="Shape 30"/>
          <p:cNvSpPr/>
          <p:nvPr/>
        </p:nvSpPr>
        <p:spPr>
          <a:xfrm>
            <a:off x="5029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2" name="Text 31"/>
          <p:cNvSpPr/>
          <p:nvPr/>
        </p:nvSpPr>
        <p:spPr>
          <a:xfrm>
            <a:off x="5029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Shape 32"/>
          <p:cNvSpPr/>
          <p:nvPr/>
        </p:nvSpPr>
        <p:spPr>
          <a:xfrm>
            <a:off x="7315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4" name="Text 33"/>
          <p:cNvSpPr/>
          <p:nvPr/>
        </p:nvSpPr>
        <p:spPr>
          <a:xfrm>
            <a:off x="7315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Shape 34"/>
          <p:cNvSpPr/>
          <p:nvPr/>
        </p:nvSpPr>
        <p:spPr>
          <a:xfrm>
            <a:off x="9601200" y="5989320"/>
            <a:ext cx="2193480" cy="27324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6" name="Text 35"/>
          <p:cNvSpPr/>
          <p:nvPr/>
        </p:nvSpPr>
        <p:spPr>
          <a:xfrm>
            <a:off x="9601200" y="5989320"/>
            <a:ext cx="2193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8" name="Text 3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3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0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1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3" name="Shape 3"/>
          <p:cNvSpPr/>
          <p:nvPr/>
        </p:nvSpPr>
        <p:spPr>
          <a:xfrm>
            <a:off x="548640" y="169164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Shape 4"/>
          <p:cNvSpPr/>
          <p:nvPr/>
        </p:nvSpPr>
        <p:spPr>
          <a:xfrm>
            <a:off x="777240" y="1920240"/>
            <a:ext cx="867600" cy="86760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5" name="Text 5"/>
          <p:cNvSpPr/>
          <p:nvPr/>
        </p:nvSpPr>
        <p:spPr>
          <a:xfrm>
            <a:off x="777240" y="1920240"/>
            <a:ext cx="8676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Text 6"/>
          <p:cNvSpPr/>
          <p:nvPr/>
        </p:nvSpPr>
        <p:spPr>
          <a:xfrm>
            <a:off x="1783080" y="1965960"/>
            <a:ext cx="4205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7" name="Text 7"/>
          <p:cNvSpPr/>
          <p:nvPr/>
        </p:nvSpPr>
        <p:spPr>
          <a:xfrm>
            <a:off x="777240" y="2880360"/>
            <a:ext cx="5165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Shape 8"/>
          <p:cNvSpPr/>
          <p:nvPr/>
        </p:nvSpPr>
        <p:spPr>
          <a:xfrm>
            <a:off x="6217920" y="169164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9" name="Shape 9"/>
          <p:cNvSpPr/>
          <p:nvPr/>
        </p:nvSpPr>
        <p:spPr>
          <a:xfrm>
            <a:off x="6446520" y="1920240"/>
            <a:ext cx="867600" cy="86760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0" name="Text 10"/>
          <p:cNvSpPr/>
          <p:nvPr/>
        </p:nvSpPr>
        <p:spPr>
          <a:xfrm>
            <a:off x="6446520" y="1920240"/>
            <a:ext cx="8676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1" name="Text 11"/>
          <p:cNvSpPr/>
          <p:nvPr/>
        </p:nvSpPr>
        <p:spPr>
          <a:xfrm>
            <a:off x="7452360" y="1965960"/>
            <a:ext cx="4205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2" name="Text 12"/>
          <p:cNvSpPr/>
          <p:nvPr/>
        </p:nvSpPr>
        <p:spPr>
          <a:xfrm>
            <a:off x="6446520" y="2880360"/>
            <a:ext cx="5165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3" name="Shape 13"/>
          <p:cNvSpPr/>
          <p:nvPr/>
        </p:nvSpPr>
        <p:spPr>
          <a:xfrm>
            <a:off x="548640" y="402336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4" name="Shape 14"/>
          <p:cNvSpPr/>
          <p:nvPr/>
        </p:nvSpPr>
        <p:spPr>
          <a:xfrm>
            <a:off x="777240" y="4251960"/>
            <a:ext cx="867600" cy="86760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5" name="Text 15"/>
          <p:cNvSpPr/>
          <p:nvPr/>
        </p:nvSpPr>
        <p:spPr>
          <a:xfrm>
            <a:off x="777240" y="4251960"/>
            <a:ext cx="8676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6" name="Text 16"/>
          <p:cNvSpPr/>
          <p:nvPr/>
        </p:nvSpPr>
        <p:spPr>
          <a:xfrm>
            <a:off x="1783080" y="4297680"/>
            <a:ext cx="4205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17"/>
          <p:cNvSpPr/>
          <p:nvPr/>
        </p:nvSpPr>
        <p:spPr>
          <a:xfrm>
            <a:off x="777240" y="5212080"/>
            <a:ext cx="5165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8" name="Shape 18"/>
          <p:cNvSpPr/>
          <p:nvPr/>
        </p:nvSpPr>
        <p:spPr>
          <a:xfrm>
            <a:off x="6217920" y="4023360"/>
            <a:ext cx="5531040" cy="219348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9" name="Shape 19"/>
          <p:cNvSpPr/>
          <p:nvPr/>
        </p:nvSpPr>
        <p:spPr>
          <a:xfrm>
            <a:off x="6446520" y="4251960"/>
            <a:ext cx="867600" cy="86760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0" name="Text 20"/>
          <p:cNvSpPr/>
          <p:nvPr/>
        </p:nvSpPr>
        <p:spPr>
          <a:xfrm>
            <a:off x="6446520" y="4251960"/>
            <a:ext cx="86760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1" name="Text 21"/>
          <p:cNvSpPr/>
          <p:nvPr/>
        </p:nvSpPr>
        <p:spPr>
          <a:xfrm>
            <a:off x="7452360" y="4297680"/>
            <a:ext cx="4205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2" name="Text 22"/>
          <p:cNvSpPr/>
          <p:nvPr/>
        </p:nvSpPr>
        <p:spPr>
          <a:xfrm>
            <a:off x="6446520" y="5212080"/>
            <a:ext cx="516528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4" name="Text 23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Text 24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6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9" name="Shape 3"/>
          <p:cNvSpPr/>
          <p:nvPr/>
        </p:nvSpPr>
        <p:spPr>
          <a:xfrm>
            <a:off x="548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Text 4"/>
          <p:cNvSpPr/>
          <p:nvPr/>
        </p:nvSpPr>
        <p:spPr>
          <a:xfrm>
            <a:off x="731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1" name="Shape 5"/>
          <p:cNvSpPr/>
          <p:nvPr/>
        </p:nvSpPr>
        <p:spPr>
          <a:xfrm>
            <a:off x="777240" y="23500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2" name="Text 6"/>
          <p:cNvSpPr/>
          <p:nvPr/>
        </p:nvSpPr>
        <p:spPr>
          <a:xfrm>
            <a:off x="1005840" y="22402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7"/>
          <p:cNvSpPr/>
          <p:nvPr/>
        </p:nvSpPr>
        <p:spPr>
          <a:xfrm>
            <a:off x="777240" y="28072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Text 8"/>
          <p:cNvSpPr/>
          <p:nvPr/>
        </p:nvSpPr>
        <p:spPr>
          <a:xfrm>
            <a:off x="1005840" y="26974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5" name="Shape 9"/>
          <p:cNvSpPr/>
          <p:nvPr/>
        </p:nvSpPr>
        <p:spPr>
          <a:xfrm>
            <a:off x="777240" y="32644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6" name="Text 10"/>
          <p:cNvSpPr/>
          <p:nvPr/>
        </p:nvSpPr>
        <p:spPr>
          <a:xfrm>
            <a:off x="1005840" y="31546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1"/>
          <p:cNvSpPr/>
          <p:nvPr/>
        </p:nvSpPr>
        <p:spPr>
          <a:xfrm>
            <a:off x="777240" y="37216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Text 12"/>
          <p:cNvSpPr/>
          <p:nvPr/>
        </p:nvSpPr>
        <p:spPr>
          <a:xfrm>
            <a:off x="1005840" y="36118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9" name="Shape 13"/>
          <p:cNvSpPr/>
          <p:nvPr/>
        </p:nvSpPr>
        <p:spPr>
          <a:xfrm>
            <a:off x="777240" y="41788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0" name="Text 14"/>
          <p:cNvSpPr/>
          <p:nvPr/>
        </p:nvSpPr>
        <p:spPr>
          <a:xfrm>
            <a:off x="1005840" y="40690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15"/>
          <p:cNvSpPr/>
          <p:nvPr/>
        </p:nvSpPr>
        <p:spPr>
          <a:xfrm>
            <a:off x="777240" y="46360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Text 16"/>
          <p:cNvSpPr/>
          <p:nvPr/>
        </p:nvSpPr>
        <p:spPr>
          <a:xfrm>
            <a:off x="1005840" y="45262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3" name="Shape 17"/>
          <p:cNvSpPr/>
          <p:nvPr/>
        </p:nvSpPr>
        <p:spPr>
          <a:xfrm>
            <a:off x="777240" y="50932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4" name="Text 18"/>
          <p:cNvSpPr/>
          <p:nvPr/>
        </p:nvSpPr>
        <p:spPr>
          <a:xfrm>
            <a:off x="1005840" y="49834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Shape 19"/>
          <p:cNvSpPr/>
          <p:nvPr/>
        </p:nvSpPr>
        <p:spPr>
          <a:xfrm>
            <a:off x="777240" y="55504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6" name="Text 20"/>
          <p:cNvSpPr/>
          <p:nvPr/>
        </p:nvSpPr>
        <p:spPr>
          <a:xfrm>
            <a:off x="1005840" y="54406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7" name="Shape 21"/>
          <p:cNvSpPr/>
          <p:nvPr/>
        </p:nvSpPr>
        <p:spPr>
          <a:xfrm>
            <a:off x="6263640" y="1691640"/>
            <a:ext cx="5531040" cy="457092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8" name="Text 22"/>
          <p:cNvSpPr/>
          <p:nvPr/>
        </p:nvSpPr>
        <p:spPr>
          <a:xfrm>
            <a:off x="6446520" y="1783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9" name="Shape 23"/>
          <p:cNvSpPr/>
          <p:nvPr/>
        </p:nvSpPr>
        <p:spPr>
          <a:xfrm>
            <a:off x="6492240" y="23500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0" name="Text 24"/>
          <p:cNvSpPr/>
          <p:nvPr/>
        </p:nvSpPr>
        <p:spPr>
          <a:xfrm>
            <a:off x="6720840" y="22402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1" name="Shape 25"/>
          <p:cNvSpPr/>
          <p:nvPr/>
        </p:nvSpPr>
        <p:spPr>
          <a:xfrm>
            <a:off x="6492240" y="28072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2" name="Text 26"/>
          <p:cNvSpPr/>
          <p:nvPr/>
        </p:nvSpPr>
        <p:spPr>
          <a:xfrm>
            <a:off x="6720840" y="26974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3" name="Shape 27"/>
          <p:cNvSpPr/>
          <p:nvPr/>
        </p:nvSpPr>
        <p:spPr>
          <a:xfrm>
            <a:off x="6492240" y="32644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4" name="Text 28"/>
          <p:cNvSpPr/>
          <p:nvPr/>
        </p:nvSpPr>
        <p:spPr>
          <a:xfrm>
            <a:off x="6720840" y="31546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5" name="Shape 29"/>
          <p:cNvSpPr/>
          <p:nvPr/>
        </p:nvSpPr>
        <p:spPr>
          <a:xfrm>
            <a:off x="6492240" y="37216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6" name="Text 30"/>
          <p:cNvSpPr/>
          <p:nvPr/>
        </p:nvSpPr>
        <p:spPr>
          <a:xfrm>
            <a:off x="6720840" y="36118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organisée et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7" name="Shape 31"/>
          <p:cNvSpPr/>
          <p:nvPr/>
        </p:nvSpPr>
        <p:spPr>
          <a:xfrm>
            <a:off x="6492240" y="41788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8" name="Text 32"/>
          <p:cNvSpPr/>
          <p:nvPr/>
        </p:nvSpPr>
        <p:spPr>
          <a:xfrm>
            <a:off x="6720840" y="40690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33"/>
          <p:cNvSpPr/>
          <p:nvPr/>
        </p:nvSpPr>
        <p:spPr>
          <a:xfrm>
            <a:off x="6492240" y="46360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Text 34"/>
          <p:cNvSpPr/>
          <p:nvPr/>
        </p:nvSpPr>
        <p:spPr>
          <a:xfrm>
            <a:off x="6720840" y="45262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1" name="Shape 35"/>
          <p:cNvSpPr/>
          <p:nvPr/>
        </p:nvSpPr>
        <p:spPr>
          <a:xfrm>
            <a:off x="6492240" y="50932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2" name="Text 36"/>
          <p:cNvSpPr/>
          <p:nvPr/>
        </p:nvSpPr>
        <p:spPr>
          <a:xfrm>
            <a:off x="6720840" y="49834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Shape 37"/>
          <p:cNvSpPr/>
          <p:nvPr/>
        </p:nvSpPr>
        <p:spPr>
          <a:xfrm>
            <a:off x="6492240" y="5550480"/>
            <a:ext cx="145080" cy="14508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4" name="Text 38"/>
          <p:cNvSpPr/>
          <p:nvPr/>
        </p:nvSpPr>
        <p:spPr>
          <a:xfrm>
            <a:off x="6720840" y="5440680"/>
            <a:ext cx="4845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3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6" name="Text 39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40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8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9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0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1" name="Shape 3"/>
          <p:cNvSpPr/>
          <p:nvPr/>
        </p:nvSpPr>
        <p:spPr>
          <a:xfrm>
            <a:off x="480240" y="1691640"/>
            <a:ext cx="3702240" cy="45709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2" name="Shape 4"/>
          <p:cNvSpPr/>
          <p:nvPr/>
        </p:nvSpPr>
        <p:spPr>
          <a:xfrm>
            <a:off x="480240" y="1691640"/>
            <a:ext cx="3702240" cy="456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Text 5"/>
          <p:cNvSpPr/>
          <p:nvPr/>
        </p:nvSpPr>
        <p:spPr>
          <a:xfrm>
            <a:off x="48024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4" name="Shape 6"/>
          <p:cNvSpPr/>
          <p:nvPr/>
        </p:nvSpPr>
        <p:spPr>
          <a:xfrm>
            <a:off x="708840" y="246888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5" name="Text 7"/>
          <p:cNvSpPr/>
          <p:nvPr/>
        </p:nvSpPr>
        <p:spPr>
          <a:xfrm>
            <a:off x="983160" y="237744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8"/>
          <p:cNvSpPr/>
          <p:nvPr/>
        </p:nvSpPr>
        <p:spPr>
          <a:xfrm>
            <a:off x="708840" y="342900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Text 9"/>
          <p:cNvSpPr/>
          <p:nvPr/>
        </p:nvSpPr>
        <p:spPr>
          <a:xfrm>
            <a:off x="983160" y="333756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/register,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/chat/send via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@upstash/ratelimi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8" name="Shape 10"/>
          <p:cNvSpPr/>
          <p:nvPr/>
        </p:nvSpPr>
        <p:spPr>
          <a:xfrm>
            <a:off x="708840" y="438912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9" name="Text 11"/>
          <p:cNvSpPr/>
          <p:nvPr/>
        </p:nvSpPr>
        <p:spPr>
          <a:xfrm>
            <a:off x="983160" y="429768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12"/>
          <p:cNvSpPr/>
          <p:nvPr/>
        </p:nvSpPr>
        <p:spPr>
          <a:xfrm>
            <a:off x="708840" y="5349240"/>
            <a:ext cx="145080" cy="14508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Text 13"/>
          <p:cNvSpPr/>
          <p:nvPr/>
        </p:nvSpPr>
        <p:spPr>
          <a:xfrm>
            <a:off x="983160" y="525780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2" name="Shape 14"/>
          <p:cNvSpPr/>
          <p:nvPr/>
        </p:nvSpPr>
        <p:spPr>
          <a:xfrm>
            <a:off x="4229280" y="1691640"/>
            <a:ext cx="3702240" cy="45709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3" name="Shape 15"/>
          <p:cNvSpPr/>
          <p:nvPr/>
        </p:nvSpPr>
        <p:spPr>
          <a:xfrm>
            <a:off x="4229280" y="1691640"/>
            <a:ext cx="3702240" cy="45612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4" name="Text 16"/>
          <p:cNvSpPr/>
          <p:nvPr/>
        </p:nvSpPr>
        <p:spPr>
          <a:xfrm>
            <a:off x="422928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17"/>
          <p:cNvSpPr/>
          <p:nvPr/>
        </p:nvSpPr>
        <p:spPr>
          <a:xfrm>
            <a:off x="4457880" y="2468880"/>
            <a:ext cx="145080" cy="1450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18"/>
          <p:cNvSpPr/>
          <p:nvPr/>
        </p:nvSpPr>
        <p:spPr>
          <a:xfrm>
            <a:off x="4732200" y="237744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19"/>
          <p:cNvSpPr/>
          <p:nvPr/>
        </p:nvSpPr>
        <p:spPr>
          <a:xfrm>
            <a:off x="4457880" y="3429000"/>
            <a:ext cx="145080" cy="1450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20"/>
          <p:cNvSpPr/>
          <p:nvPr/>
        </p:nvSpPr>
        <p:spPr>
          <a:xfrm>
            <a:off x="4732200" y="333756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21"/>
          <p:cNvSpPr/>
          <p:nvPr/>
        </p:nvSpPr>
        <p:spPr>
          <a:xfrm>
            <a:off x="4457880" y="4389120"/>
            <a:ext cx="145080" cy="1450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22"/>
          <p:cNvSpPr/>
          <p:nvPr/>
        </p:nvSpPr>
        <p:spPr>
          <a:xfrm>
            <a:off x="4732200" y="429768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23"/>
          <p:cNvSpPr/>
          <p:nvPr/>
        </p:nvSpPr>
        <p:spPr>
          <a:xfrm>
            <a:off x="4457880" y="5349240"/>
            <a:ext cx="145080" cy="14508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24"/>
          <p:cNvSpPr/>
          <p:nvPr/>
        </p:nvSpPr>
        <p:spPr>
          <a:xfrm>
            <a:off x="4732200" y="525780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3" name="Shape 25"/>
          <p:cNvSpPr/>
          <p:nvPr/>
        </p:nvSpPr>
        <p:spPr>
          <a:xfrm>
            <a:off x="7978320" y="1691640"/>
            <a:ext cx="3702240" cy="457092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4" name="Shape 26"/>
          <p:cNvSpPr/>
          <p:nvPr/>
        </p:nvSpPr>
        <p:spPr>
          <a:xfrm>
            <a:off x="7978320" y="1691640"/>
            <a:ext cx="3702240" cy="4561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5" name="Text 27"/>
          <p:cNvSpPr/>
          <p:nvPr/>
        </p:nvSpPr>
        <p:spPr>
          <a:xfrm>
            <a:off x="7978320" y="169164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6" name="Shape 28"/>
          <p:cNvSpPr/>
          <p:nvPr/>
        </p:nvSpPr>
        <p:spPr>
          <a:xfrm>
            <a:off x="8206920" y="2468880"/>
            <a:ext cx="145080" cy="1450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7" name="Text 29"/>
          <p:cNvSpPr/>
          <p:nvPr/>
        </p:nvSpPr>
        <p:spPr>
          <a:xfrm>
            <a:off x="8481240" y="237744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30"/>
          <p:cNvSpPr/>
          <p:nvPr/>
        </p:nvSpPr>
        <p:spPr>
          <a:xfrm>
            <a:off x="8206920" y="3429000"/>
            <a:ext cx="145080" cy="1450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Text 31"/>
          <p:cNvSpPr/>
          <p:nvPr/>
        </p:nvSpPr>
        <p:spPr>
          <a:xfrm>
            <a:off x="8481240" y="333756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0" name="Shape 32"/>
          <p:cNvSpPr/>
          <p:nvPr/>
        </p:nvSpPr>
        <p:spPr>
          <a:xfrm>
            <a:off x="8206920" y="4389120"/>
            <a:ext cx="145080" cy="1450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1" name="Text 33"/>
          <p:cNvSpPr/>
          <p:nvPr/>
        </p:nvSpPr>
        <p:spPr>
          <a:xfrm>
            <a:off x="8481240" y="429768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Shape 34"/>
          <p:cNvSpPr/>
          <p:nvPr/>
        </p:nvSpPr>
        <p:spPr>
          <a:xfrm>
            <a:off x="8206920" y="5349240"/>
            <a:ext cx="145080" cy="1450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2720" tIns="45000" rIns="727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3" name="Text 35"/>
          <p:cNvSpPr/>
          <p:nvPr/>
        </p:nvSpPr>
        <p:spPr>
          <a:xfrm>
            <a:off x="8481240" y="5257800"/>
            <a:ext cx="30164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7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5" name="Text 36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37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7" name="Text 0"/>
          <p:cNvSpPr/>
          <p:nvPr/>
        </p:nvSpPr>
        <p:spPr>
          <a:xfrm>
            <a:off x="548640" y="41148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8" name="Text 1"/>
          <p:cNvSpPr/>
          <p:nvPr/>
        </p:nvSpPr>
        <p:spPr>
          <a:xfrm>
            <a:off x="548640" y="685800"/>
            <a:ext cx="10971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9" name="Shape 2"/>
          <p:cNvSpPr/>
          <p:nvPr/>
        </p:nvSpPr>
        <p:spPr>
          <a:xfrm>
            <a:off x="365760" y="457200"/>
            <a:ext cx="72000" cy="776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00" tIns="45000" rIns="36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0" name="Shape 3"/>
          <p:cNvSpPr/>
          <p:nvPr/>
        </p:nvSpPr>
        <p:spPr>
          <a:xfrm>
            <a:off x="548640" y="1828800"/>
            <a:ext cx="90360" cy="16448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360" tIns="45000" rIns="45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1" name="Text 4"/>
          <p:cNvSpPr/>
          <p:nvPr/>
        </p:nvSpPr>
        <p:spPr>
          <a:xfrm>
            <a:off x="822960" y="1783080"/>
            <a:ext cx="107888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2" name="Text 5"/>
          <p:cNvSpPr/>
          <p:nvPr/>
        </p:nvSpPr>
        <p:spPr>
          <a:xfrm>
            <a:off x="822960" y="2697480"/>
            <a:ext cx="10788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3" name="Shape 6"/>
          <p:cNvSpPr/>
          <p:nvPr/>
        </p:nvSpPr>
        <p:spPr>
          <a:xfrm>
            <a:off x="548640" y="3657600"/>
            <a:ext cx="2696400" cy="18277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4" name="Shape 7"/>
          <p:cNvSpPr/>
          <p:nvPr/>
        </p:nvSpPr>
        <p:spPr>
          <a:xfrm>
            <a:off x="1600200" y="3886200"/>
            <a:ext cx="593280" cy="5932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5" name="Text 8"/>
          <p:cNvSpPr/>
          <p:nvPr/>
        </p:nvSpPr>
        <p:spPr>
          <a:xfrm>
            <a:off x="1600200" y="3886200"/>
            <a:ext cx="5932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6" name="Text 9"/>
          <p:cNvSpPr/>
          <p:nvPr/>
        </p:nvSpPr>
        <p:spPr>
          <a:xfrm>
            <a:off x="640080" y="457200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7" name="Text 10"/>
          <p:cNvSpPr/>
          <p:nvPr/>
        </p:nvSpPr>
        <p:spPr>
          <a:xfrm>
            <a:off x="640080" y="4937760"/>
            <a:ext cx="2513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Shape 11"/>
          <p:cNvSpPr/>
          <p:nvPr/>
        </p:nvSpPr>
        <p:spPr>
          <a:xfrm>
            <a:off x="3383280" y="3657600"/>
            <a:ext cx="2696400" cy="18277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9" name="Shape 12"/>
          <p:cNvSpPr/>
          <p:nvPr/>
        </p:nvSpPr>
        <p:spPr>
          <a:xfrm>
            <a:off x="4434840" y="3886200"/>
            <a:ext cx="593280" cy="5932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Text 13"/>
          <p:cNvSpPr/>
          <p:nvPr/>
        </p:nvSpPr>
        <p:spPr>
          <a:xfrm>
            <a:off x="4434840" y="3886200"/>
            <a:ext cx="5932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1" name="Text 14"/>
          <p:cNvSpPr/>
          <p:nvPr/>
        </p:nvSpPr>
        <p:spPr>
          <a:xfrm>
            <a:off x="3474720" y="457200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15"/>
          <p:cNvSpPr/>
          <p:nvPr/>
        </p:nvSpPr>
        <p:spPr>
          <a:xfrm>
            <a:off x="3474720" y="4937760"/>
            <a:ext cx="2513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Shape 16"/>
          <p:cNvSpPr/>
          <p:nvPr/>
        </p:nvSpPr>
        <p:spPr>
          <a:xfrm>
            <a:off x="6217920" y="3657600"/>
            <a:ext cx="2696400" cy="18277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4" name="Shape 17"/>
          <p:cNvSpPr/>
          <p:nvPr/>
        </p:nvSpPr>
        <p:spPr>
          <a:xfrm>
            <a:off x="7269480" y="3886200"/>
            <a:ext cx="593280" cy="5932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18"/>
          <p:cNvSpPr/>
          <p:nvPr/>
        </p:nvSpPr>
        <p:spPr>
          <a:xfrm>
            <a:off x="7269480" y="3886200"/>
            <a:ext cx="5932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Text 19"/>
          <p:cNvSpPr/>
          <p:nvPr/>
        </p:nvSpPr>
        <p:spPr>
          <a:xfrm>
            <a:off x="6309360" y="457200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7" name="Text 20"/>
          <p:cNvSpPr/>
          <p:nvPr/>
        </p:nvSpPr>
        <p:spPr>
          <a:xfrm>
            <a:off x="6309360" y="4937760"/>
            <a:ext cx="2513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21"/>
          <p:cNvSpPr/>
          <p:nvPr/>
        </p:nvSpPr>
        <p:spPr>
          <a:xfrm>
            <a:off x="9052560" y="3657600"/>
            <a:ext cx="2696400" cy="182772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Shape 22"/>
          <p:cNvSpPr/>
          <p:nvPr/>
        </p:nvSpPr>
        <p:spPr>
          <a:xfrm>
            <a:off x="10104120" y="3886200"/>
            <a:ext cx="593280" cy="5932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0" name="Text 23"/>
          <p:cNvSpPr/>
          <p:nvPr/>
        </p:nvSpPr>
        <p:spPr>
          <a:xfrm>
            <a:off x="10104120" y="3886200"/>
            <a:ext cx="59328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1" name="Text 24"/>
          <p:cNvSpPr/>
          <p:nvPr/>
        </p:nvSpPr>
        <p:spPr>
          <a:xfrm>
            <a:off x="9144000" y="4572000"/>
            <a:ext cx="2513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2" name="Text 25"/>
          <p:cNvSpPr/>
          <p:nvPr/>
        </p:nvSpPr>
        <p:spPr>
          <a:xfrm>
            <a:off x="9144000" y="4937760"/>
            <a:ext cx="2513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3" name="Text 26"/>
          <p:cNvSpPr/>
          <p:nvPr/>
        </p:nvSpPr>
        <p:spPr>
          <a:xfrm>
            <a:off x="548640" y="5852160"/>
            <a:ext cx="11063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Disponible pour une alternance · 12 mois · Normandie / télétravail · CDA RNCP 37873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5" name="Text 27"/>
          <p:cNvSpPr/>
          <p:nvPr/>
        </p:nvSpPr>
        <p:spPr>
          <a:xfrm>
            <a:off x="73152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28"/>
          <p:cNvSpPr/>
          <p:nvPr/>
        </p:nvSpPr>
        <p:spPr>
          <a:xfrm>
            <a:off x="11064240" y="6446520"/>
            <a:ext cx="639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56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7" name="Shape 0"/>
          <p:cNvSpPr/>
          <p:nvPr/>
        </p:nvSpPr>
        <p:spPr>
          <a:xfrm>
            <a:off x="-2743200" y="3200400"/>
            <a:ext cx="7314120" cy="731412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1"/>
          <p:cNvSpPr/>
          <p:nvPr/>
        </p:nvSpPr>
        <p:spPr>
          <a:xfrm>
            <a:off x="7589520" y="-2743200"/>
            <a:ext cx="7314120" cy="731412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2"/>
          <p:cNvSpPr/>
          <p:nvPr/>
        </p:nvSpPr>
        <p:spPr>
          <a:xfrm>
            <a:off x="457200" y="3108960"/>
            <a:ext cx="1124604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3"/>
          <p:cNvSpPr/>
          <p:nvPr/>
        </p:nvSpPr>
        <p:spPr>
          <a:xfrm>
            <a:off x="474120" y="4343400"/>
            <a:ext cx="112460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8"/>
          <p:cNvSpPr/>
          <p:nvPr/>
        </p:nvSpPr>
        <p:spPr>
          <a:xfrm>
            <a:off x="3657600" y="5212080"/>
            <a:ext cx="364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Text 16"/>
          <p:cNvSpPr/>
          <p:nvPr/>
        </p:nvSpPr>
        <p:spPr>
          <a:xfrm>
            <a:off x="457200" y="6172200"/>
            <a:ext cx="112460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13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8640" cy="195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4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5040" cy="4123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2026-05-21T17:19:44Z</dcterms:modified>
  <cp:revision>9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