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hart2.xml" ContentType="application/vnd.openxmlformats-officedocument.drawingml.chart+xml"/>
  <Override PartName="/ppt/charts/colors2.xml" ContentType="application/vnd.ms-office.chartcolorstyl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40.xml" ContentType="application/vnd.openxmlformats-officedocument.presentationml.slide+xml"/>
  <Override PartName="/ppt/slides/slide62.xml" ContentType="application/vnd.openxmlformats-officedocument.presentationml.slide+xml"/>
  <Override PartName="/ppt/slides/slide48.xml" ContentType="application/vnd.openxmlformats-officedocument.presentationml.slide+xml"/>
  <Override PartName="/ppt/slides/slide31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27.xml" ContentType="application/vnd.openxmlformats-officedocument.presentationml.slide+xml"/>
  <Override PartName="/ppt/slides/slide43.xml" ContentType="application/vnd.openxmlformats-officedocument.presentationml.slide+xml"/>
  <Override PartName="/ppt/slides/slide61.xml" ContentType="application/vnd.openxmlformats-officedocument.presentationml.slide+xml"/>
  <Override PartName="/ppt/slides/slide2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60.xml" ContentType="application/vnd.openxmlformats-officedocument.presentationml.slide+xml"/>
  <Override PartName="/ppt/slides/slide49.xml" ContentType="application/vnd.openxmlformats-officedocument.presentationml.slide+xml"/>
  <Override PartName="/ppt/slides/slide57.xml" ContentType="application/vnd.openxmlformats-officedocument.presentationml.slide+xml"/>
  <Override PartName="/ppt/slides/slide29.xml" ContentType="application/vnd.openxmlformats-officedocument.presentationml.slide+xml"/>
  <Override PartName="/ppt/slides/slide12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4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1.xml" ContentType="application/vnd.openxmlformats-officedocument.presentationml.slide+xml"/>
  <Override PartName="/ppt/slides/slide16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58.xml" ContentType="application/vnd.openxmlformats-officedocument.presentationml.slide+xml"/>
  <Override PartName="/ppt/slides/slide21.xml" ContentType="application/vnd.openxmlformats-officedocument.presentationml.slide+xml"/>
  <Override PartName="/ppt/slides/slide26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59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9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8.xml" ContentType="application/vnd.openxmlformats-officedocument.presentationml.slide+xml"/>
  <Override PartName="/ppt/slides/slide44.xml" ContentType="application/vnd.openxmlformats-officedocument.presentationml.slide+xml"/>
  <Override PartName="/ppt/slides/slide56.xml" ContentType="application/vnd.openxmlformats-officedocument.presentationml.slide+xml"/>
  <Override PartName="/ppt/slides/slide24.xml" ContentType="application/vnd.openxmlformats-officedocument.presentationml.slide+xml"/>
  <Override PartName="/ppt/slides/slide50.xml" ContentType="application/vnd.openxmlformats-officedocument.presentationml.slide+xml"/>
  <Override PartName="/ppt/slides/slide53.xml" ContentType="application/vnd.openxmlformats-officedocument.presentationml.slide+xml"/>
  <Override PartName="/ppt/notesSlides/notesSlide35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63399534"/>
        <c:axId val="51555041"/>
      </c:barChart>
      <c:catAx>
        <c:axId val="6339953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51555041"/>
        <c:crosses val="autoZero"/>
        <c:auto val="1"/>
        <c:lblAlgn val="ctr"/>
        <c:lblOffset val="100"/>
        <c:noMultiLvlLbl val="0"/>
      </c:catAx>
      <c:valAx>
        <c:axId val="51555041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63399534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11BC9D9-D0B4-4A0C-B22C-5F0286A3CE4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0DF10BC-D13E-4E34-9F5E-B62F81685E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6CED86-2E93-4F2F-9D9D-1F29445C9A1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1771A2-1DB3-48B2-975C-81A5D83201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D71F16D-11AD-44D7-BBC4-03B9C5A26A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9CB309-65A8-442B-8F4A-38E2B879E13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0B6AF74-89D6-422D-86B1-F5EA08A61E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C84AF8-D68B-4C31-A3C6-AA71B3C412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690CD06-9988-4330-AA15-8D49B099E3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FDC41A5-71B5-497E-B11A-4687072CE80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4B0800-654C-4508-B6AF-81A1FE9727E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1D03AD-4328-4363-A7ED-F273D45AB2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F3828B-6721-4D61-821C-BE147A55A3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A0FAB54-FC03-43A1-A631-64D6EDE68C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3DA501-75D9-42BF-AA5D-4076EB603C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2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90E3678-6567-4A70-9CE3-797B69BEF5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5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7EC0D6F-99F3-46C6-97DE-01FC6537CA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8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04589F-C669-4A14-8586-4C8169AEDB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1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3C7A0B-2314-4E60-AABD-E78E0430845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4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8A7B8E5-1A2D-4503-B5E7-C44B526942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7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DAB3644-8CA3-4E1A-BBBF-18DAE431A74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0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17EEAB-1F18-4804-80D2-F1A3E60EF2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3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BCFF0A-1BCA-4798-8BC3-023CC5A08D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6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3CEE8B8-AEEF-4757-BED9-2EDB889497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9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53A72ED-7282-47E1-A856-0603209668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2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08CC81-3552-4993-B585-AF5EFE8CA4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4EFC8D-2ABA-4B48-8521-F75858079B6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FAFA2E-1BBE-4D28-90EB-1683526E5F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1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A581F89-9FE9-4FE6-94FB-33DA54D2DD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4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F2D9E5F-A03D-46F4-B426-3AE0A05BA4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7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E338FAF-479A-49BA-B3B2-876D3E20C7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0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4BD69B-73E3-48B3-B4B2-D24DB64400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3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7EB10C-0942-447A-BB1D-46CF29D2AA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6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D4BB65-3535-4991-968F-2FEFCA87E9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AB040E5-67A3-4828-8EC4-1987F095FA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EF4C1C-42D5-4CF2-8CD1-74B513A1BA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E5B1D7C-4F3F-46D4-AB6C-270695EFE8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20AD92-F141-4214-9E09-6B5721018E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8485F7-0758-4D70-B399-1B9786273A7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ED8570-5BFD-47F0-84E6-06E5FF67EE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696D55-E008-433F-8C22-B833F3A4223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BE9F2E-07F0-465B-B667-0D69BD7D15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B57DEAB-3155-4B5B-B981-4191C33AE0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399060-B0F1-4C15-97A9-E46731F850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505F621-B162-4232-A4E2-AD95CDA838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047D88-678C-45DF-9071-3A4C316ED50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2B9740F-05BC-4F5E-BCBC-16A6C36AEB7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7B90F5-D6C5-4D94-BB5D-FDD96A10A0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11240" cy="731124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396840" cy="639684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39240" cy="273924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3480" cy="40752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348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CDA  ·  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444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Support de soutenance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444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 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 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44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plateforme sociale full-stack temps réel — Next.js 15, Prisma, PostgreSQL, 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3320" cy="32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11240" cy="81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d'Applications  ·  Promotion 2024-2026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91800" cy="4120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3640" cy="365364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41960" cy="164196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candidat &amp; le contexte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Parcours, reconversion, formation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Problématique, périmètre,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Conception &amp; modélisation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&amp; développement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Tests, CI/CD &amp; déploiement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Qualit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autom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atisati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on,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produ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 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péte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nces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Apprentissages, mapping 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LE CANDIDAT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22120" cy="292212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22120" cy="36180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221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684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</a:t>
            </a: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industriel au </a:t>
            </a: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68440" cy="12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pendant 20 ans (KONE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Ascenseurs, SOCOTEC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Équipements), j'ai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entamé en 2024 une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transition complète vers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développement full-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 via la formation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 Rouen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4840" cy="127620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484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48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4840" cy="127620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484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</a:t>
            </a: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0</a:t>
            </a: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</a:t>
            </a: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48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4840" cy="127620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484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48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rtif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ica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(R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4840" cy="127620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484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48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Appétence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110920"/>
            <a:ext cx="7677000" cy="118476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498960" cy="4989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296960" y="5322240"/>
            <a:ext cx="498960" cy="5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21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gu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eu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498960" cy="4989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341320"/>
            <a:ext cx="49896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21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498960" cy="4989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377320"/>
            <a:ext cx="49896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21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498960" cy="4989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377320"/>
            <a:ext cx="498960" cy="53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21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5200" cy="1825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terrain, puis le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50760" cy="45680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5080" cy="32508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 PRO MSMA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5080" cy="32508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5080" cy="32508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5080" cy="32508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5080" cy="32508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5080" cy="32508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688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21280" y="2103120"/>
            <a:ext cx="2190600" cy="168768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44240" y="2240280"/>
            <a:ext cx="544680" cy="54468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44240" y="2168280"/>
            <a:ext cx="54468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12720" y="2834640"/>
            <a:ext cx="2007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12720" y="3154680"/>
            <a:ext cx="20077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 priorisées HIGH/MED/LOW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15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752200" y="2103120"/>
            <a:ext cx="2190600" cy="168768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575160" y="2240280"/>
            <a:ext cx="544680" cy="544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575160" y="2096280"/>
            <a:ext cx="544680" cy="80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843640" y="2834640"/>
            <a:ext cx="2007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 planning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843640" y="3154680"/>
            <a:ext cx="20077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4946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4983480" y="2103120"/>
            <a:ext cx="2190600" cy="168768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806440" y="2240280"/>
            <a:ext cx="544680" cy="5446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806440" y="2132280"/>
            <a:ext cx="54468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074920" y="2834640"/>
            <a:ext cx="2007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074920" y="3154680"/>
            <a:ext cx="20077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10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178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214760" y="2103120"/>
            <a:ext cx="2190600" cy="168768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037720" y="2240280"/>
            <a:ext cx="544680" cy="5446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073720" y="2132280"/>
            <a:ext cx="54468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306200" y="2834640"/>
            <a:ext cx="2007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306200" y="3154680"/>
            <a:ext cx="20077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sprint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40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445680" y="2103120"/>
            <a:ext cx="2190600" cy="168768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268640" y="2240280"/>
            <a:ext cx="544680" cy="544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268640" y="224028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537120" y="2834640"/>
            <a:ext cx="2007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537120" y="3154680"/>
            <a:ext cx="20077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2816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52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90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90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Doing / 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90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Pull 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90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CI bloquante : lint + test +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2816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52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61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6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61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6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sprints d'environ 10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61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6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réparties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61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6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+ rétro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8"/>
          <p:cNvSpPr/>
          <p:nvPr/>
        </p:nvSpPr>
        <p:spPr>
          <a:xfrm>
            <a:off x="731520" y="5669280"/>
            <a:ext cx="6854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53"/>
          <p:cNvSpPr/>
          <p:nvPr/>
        </p:nvSpPr>
        <p:spPr>
          <a:xfrm>
            <a:off x="548640" y="608076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6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4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5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2"/>
          <p:cNvSpPr/>
          <p:nvPr/>
        </p:nvSpPr>
        <p:spPr>
          <a:xfrm>
            <a:off x="549000" y="1692000"/>
            <a:ext cx="7220520" cy="42944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"/>
          <p:cNvSpPr/>
          <p:nvPr/>
        </p:nvSpPr>
        <p:spPr>
          <a:xfrm>
            <a:off x="731880" y="1984680"/>
            <a:ext cx="11854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1966320" y="2103480"/>
            <a:ext cx="5574600" cy="334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"/>
          <p:cNvSpPr/>
          <p:nvPr/>
        </p:nvSpPr>
        <p:spPr>
          <a:xfrm>
            <a:off x="2350440" y="2048760"/>
            <a:ext cx="142920" cy="1429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4682160" y="2048760"/>
            <a:ext cx="142920" cy="1429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7013880" y="2048760"/>
            <a:ext cx="142920" cy="1429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731880" y="3127680"/>
            <a:ext cx="11854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1966320" y="3246480"/>
            <a:ext cx="5574600" cy="33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2350440" y="3191760"/>
            <a:ext cx="142920" cy="14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3516120" y="3191760"/>
            <a:ext cx="142920" cy="14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682160" y="3191760"/>
            <a:ext cx="142920" cy="14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5847840" y="3191760"/>
            <a:ext cx="142920" cy="14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16"/>
          <p:cNvSpPr/>
          <p:nvPr/>
        </p:nvSpPr>
        <p:spPr>
          <a:xfrm>
            <a:off x="7013880" y="3191760"/>
            <a:ext cx="142920" cy="14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57"/>
          <p:cNvSpPr/>
          <p:nvPr/>
        </p:nvSpPr>
        <p:spPr>
          <a:xfrm>
            <a:off x="731880" y="4270680"/>
            <a:ext cx="11854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1"/>
          <p:cNvSpPr/>
          <p:nvPr/>
        </p:nvSpPr>
        <p:spPr>
          <a:xfrm>
            <a:off x="1966320" y="4389480"/>
            <a:ext cx="5574600" cy="33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9"/>
          <p:cNvSpPr/>
          <p:nvPr/>
        </p:nvSpPr>
        <p:spPr>
          <a:xfrm>
            <a:off x="2350440" y="4334760"/>
            <a:ext cx="142920" cy="14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3"/>
          <p:cNvSpPr/>
          <p:nvPr/>
        </p:nvSpPr>
        <p:spPr>
          <a:xfrm>
            <a:off x="3904920" y="4334760"/>
            <a:ext cx="142920" cy="14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1"/>
          <p:cNvSpPr/>
          <p:nvPr/>
        </p:nvSpPr>
        <p:spPr>
          <a:xfrm>
            <a:off x="5459400" y="4334760"/>
            <a:ext cx="142920" cy="14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2"/>
          <p:cNvSpPr/>
          <p:nvPr/>
        </p:nvSpPr>
        <p:spPr>
          <a:xfrm>
            <a:off x="7013880" y="4334760"/>
            <a:ext cx="142920" cy="14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65"/>
          <p:cNvSpPr/>
          <p:nvPr/>
        </p:nvSpPr>
        <p:spPr>
          <a:xfrm>
            <a:off x="731880" y="5322240"/>
            <a:ext cx="11854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5"/>
          <p:cNvSpPr/>
          <p:nvPr/>
        </p:nvSpPr>
        <p:spPr>
          <a:xfrm>
            <a:off x="1966320" y="5441040"/>
            <a:ext cx="5574600" cy="33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Oval 25"/>
          <p:cNvSpPr/>
          <p:nvPr/>
        </p:nvSpPr>
        <p:spPr>
          <a:xfrm>
            <a:off x="2350440" y="5386320"/>
            <a:ext cx="142920" cy="14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26"/>
          <p:cNvSpPr/>
          <p:nvPr/>
        </p:nvSpPr>
        <p:spPr>
          <a:xfrm>
            <a:off x="3904920" y="5386320"/>
            <a:ext cx="142920" cy="14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27"/>
          <p:cNvSpPr/>
          <p:nvPr/>
        </p:nvSpPr>
        <p:spPr>
          <a:xfrm>
            <a:off x="5459400" y="5386320"/>
            <a:ext cx="142920" cy="14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4"/>
          <p:cNvSpPr/>
          <p:nvPr/>
        </p:nvSpPr>
        <p:spPr>
          <a:xfrm>
            <a:off x="7013880" y="5386320"/>
            <a:ext cx="142920" cy="14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6"/>
          <p:cNvSpPr/>
          <p:nvPr/>
        </p:nvSpPr>
        <p:spPr>
          <a:xfrm>
            <a:off x="5029560" y="3840840"/>
            <a:ext cx="7282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5303880" y="3337920"/>
            <a:ext cx="33480" cy="1048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5000" rIns="16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31"/>
          <p:cNvSpPr/>
          <p:nvPr/>
        </p:nvSpPr>
        <p:spPr>
          <a:xfrm>
            <a:off x="5249160" y="3246480"/>
            <a:ext cx="142920" cy="14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67"/>
          <p:cNvSpPr/>
          <p:nvPr/>
        </p:nvSpPr>
        <p:spPr>
          <a:xfrm>
            <a:off x="6309720" y="3840840"/>
            <a:ext cx="7282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80"/>
          <p:cNvSpPr/>
          <p:nvPr/>
        </p:nvSpPr>
        <p:spPr>
          <a:xfrm>
            <a:off x="6584040" y="3337920"/>
            <a:ext cx="33480" cy="20998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5000" rIns="16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34"/>
          <p:cNvSpPr/>
          <p:nvPr/>
        </p:nvSpPr>
        <p:spPr>
          <a:xfrm>
            <a:off x="6529320" y="3246480"/>
            <a:ext cx="142920" cy="14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8"/>
          <p:cNvSpPr/>
          <p:nvPr/>
        </p:nvSpPr>
        <p:spPr>
          <a:xfrm>
            <a:off x="3968640" y="2590200"/>
            <a:ext cx="9111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1"/>
          <p:cNvSpPr/>
          <p:nvPr/>
        </p:nvSpPr>
        <p:spPr>
          <a:xfrm>
            <a:off x="3932280" y="2194920"/>
            <a:ext cx="33480" cy="10483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5000" rIns="16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37"/>
          <p:cNvSpPr/>
          <p:nvPr/>
        </p:nvSpPr>
        <p:spPr>
          <a:xfrm>
            <a:off x="3877560" y="2103480"/>
            <a:ext cx="142920" cy="1429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9"/>
          <p:cNvSpPr/>
          <p:nvPr/>
        </p:nvSpPr>
        <p:spPr>
          <a:xfrm>
            <a:off x="731880" y="5669640"/>
            <a:ext cx="6854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105"/>
          <p:cNvSpPr/>
          <p:nvPr/>
        </p:nvSpPr>
        <p:spPr>
          <a:xfrm>
            <a:off x="8092440" y="1692000"/>
            <a:ext cx="3517200" cy="42944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0"/>
          <p:cNvSpPr/>
          <p:nvPr/>
        </p:nvSpPr>
        <p:spPr>
          <a:xfrm>
            <a:off x="8275320" y="1783440"/>
            <a:ext cx="31514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10"/>
          <p:cNvSpPr/>
          <p:nvPr/>
        </p:nvSpPr>
        <p:spPr>
          <a:xfrm>
            <a:off x="8275320" y="2194920"/>
            <a:ext cx="408240" cy="4082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71"/>
          <p:cNvSpPr/>
          <p:nvPr/>
        </p:nvSpPr>
        <p:spPr>
          <a:xfrm>
            <a:off x="8275320" y="2194920"/>
            <a:ext cx="4082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2"/>
          <p:cNvSpPr/>
          <p:nvPr/>
        </p:nvSpPr>
        <p:spPr>
          <a:xfrm>
            <a:off x="8778240" y="2293200"/>
            <a:ext cx="2648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Oval 44"/>
          <p:cNvSpPr/>
          <p:nvPr/>
        </p:nvSpPr>
        <p:spPr>
          <a:xfrm>
            <a:off x="8275320" y="2972160"/>
            <a:ext cx="408240" cy="4082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73"/>
          <p:cNvSpPr/>
          <p:nvPr/>
        </p:nvSpPr>
        <p:spPr>
          <a:xfrm>
            <a:off x="8275320" y="2972160"/>
            <a:ext cx="4082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4"/>
          <p:cNvSpPr/>
          <p:nvPr/>
        </p:nvSpPr>
        <p:spPr>
          <a:xfrm>
            <a:off x="8778240" y="3070440"/>
            <a:ext cx="2648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47"/>
          <p:cNvSpPr/>
          <p:nvPr/>
        </p:nvSpPr>
        <p:spPr>
          <a:xfrm>
            <a:off x="8275320" y="3749400"/>
            <a:ext cx="408240" cy="4082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5"/>
          <p:cNvSpPr/>
          <p:nvPr/>
        </p:nvSpPr>
        <p:spPr>
          <a:xfrm>
            <a:off x="8275320" y="3749400"/>
            <a:ext cx="4082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6"/>
          <p:cNvSpPr/>
          <p:nvPr/>
        </p:nvSpPr>
        <p:spPr>
          <a:xfrm>
            <a:off x="8778240" y="3847680"/>
            <a:ext cx="2648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Oval 50"/>
          <p:cNvSpPr/>
          <p:nvPr/>
        </p:nvSpPr>
        <p:spPr>
          <a:xfrm>
            <a:off x="8275320" y="4526640"/>
            <a:ext cx="408240" cy="4082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7"/>
          <p:cNvSpPr/>
          <p:nvPr/>
        </p:nvSpPr>
        <p:spPr>
          <a:xfrm>
            <a:off x="8275320" y="4526640"/>
            <a:ext cx="4082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8"/>
          <p:cNvSpPr/>
          <p:nvPr/>
        </p:nvSpPr>
        <p:spPr>
          <a:xfrm>
            <a:off x="8778240" y="4624920"/>
            <a:ext cx="2648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4"/>
          <p:cNvSpPr/>
          <p:nvPr/>
        </p:nvSpPr>
        <p:spPr>
          <a:xfrm>
            <a:off x="548640" y="1691640"/>
            <a:ext cx="73112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48640" y="1691640"/>
            <a:ext cx="7311240" cy="4075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6"/>
          <p:cNvSpPr/>
          <p:nvPr/>
        </p:nvSpPr>
        <p:spPr>
          <a:xfrm>
            <a:off x="731520" y="1783080"/>
            <a:ext cx="681840" cy="224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731520" y="1783080"/>
            <a:ext cx="6818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554480" y="1783080"/>
            <a:ext cx="62139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#73  Profil utilisateur — données publiques par ID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9"/>
          <p:cNvSpPr/>
          <p:nvPr/>
        </p:nvSpPr>
        <p:spPr>
          <a:xfrm>
            <a:off x="731520" y="2194560"/>
            <a:ext cx="69454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CLecart  wants to merge  10 commits  into  main  ← from  10-get-profileid-public-profile-data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731520" y="2560320"/>
            <a:ext cx="69454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1"/>
          <p:cNvSpPr/>
          <p:nvPr/>
        </p:nvSpPr>
        <p:spPr>
          <a:xfrm>
            <a:off x="777240" y="2926080"/>
            <a:ext cx="105840" cy="1058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32760" rIns="5292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960120" y="288036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feat(post):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651760" y="2880360"/>
            <a:ext cx="51166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create post avec upload image, validation serveur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14"/>
          <p:cNvSpPr/>
          <p:nvPr/>
        </p:nvSpPr>
        <p:spPr>
          <a:xfrm>
            <a:off x="777240" y="3200400"/>
            <a:ext cx="105840" cy="1058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32760" rIns="5292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960120" y="315468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fix(api):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51760" y="3154680"/>
            <a:ext cx="51166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auth cookie JWT + vérification userId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val 17"/>
          <p:cNvSpPr/>
          <p:nvPr/>
        </p:nvSpPr>
        <p:spPr>
          <a:xfrm>
            <a:off x="777240" y="3474720"/>
            <a:ext cx="105840" cy="10584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32760" rIns="5292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960120" y="342900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feat(profile):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2651760" y="3429000"/>
            <a:ext cx="51166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route GET /api/user/[id] — données publiques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Oval 20"/>
          <p:cNvSpPr/>
          <p:nvPr/>
        </p:nvSpPr>
        <p:spPr>
          <a:xfrm>
            <a:off x="777240" y="3749040"/>
            <a:ext cx="105840" cy="1058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32760" rIns="5292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960120" y="370332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chore: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51760" y="3703320"/>
            <a:ext cx="51166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suppression imports inutilisés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731520" y="4251960"/>
            <a:ext cx="69454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Checks CI · 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Oval 24"/>
          <p:cNvSpPr/>
          <p:nvPr/>
        </p:nvSpPr>
        <p:spPr>
          <a:xfrm>
            <a:off x="777240" y="4572000"/>
            <a:ext cx="178920" cy="178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777240" y="4536000"/>
            <a:ext cx="17892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1051560" y="455364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2743200" y="455364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Oval 28"/>
          <p:cNvSpPr/>
          <p:nvPr/>
        </p:nvSpPr>
        <p:spPr>
          <a:xfrm>
            <a:off x="777240" y="4846320"/>
            <a:ext cx="178920" cy="178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777240" y="4810320"/>
            <a:ext cx="1789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1051560" y="482796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2743200" y="482796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Oval 32"/>
          <p:cNvSpPr/>
          <p:nvPr/>
        </p:nvSpPr>
        <p:spPr>
          <a:xfrm>
            <a:off x="777240" y="5120640"/>
            <a:ext cx="178920" cy="178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777240" y="5084640"/>
            <a:ext cx="17892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1051560" y="510228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5"/>
          <p:cNvSpPr/>
          <p:nvPr/>
        </p:nvSpPr>
        <p:spPr>
          <a:xfrm>
            <a:off x="2743200" y="510228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36"/>
          <p:cNvSpPr/>
          <p:nvPr/>
        </p:nvSpPr>
        <p:spPr>
          <a:xfrm>
            <a:off x="777240" y="5394960"/>
            <a:ext cx="178920" cy="178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37"/>
          <p:cNvSpPr/>
          <p:nvPr/>
        </p:nvSpPr>
        <p:spPr>
          <a:xfrm>
            <a:off x="777240" y="5358960"/>
            <a:ext cx="1789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8"/>
          <p:cNvSpPr/>
          <p:nvPr/>
        </p:nvSpPr>
        <p:spPr>
          <a:xfrm>
            <a:off x="1051560" y="537660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39"/>
          <p:cNvSpPr/>
          <p:nvPr/>
        </p:nvSpPr>
        <p:spPr>
          <a:xfrm>
            <a:off x="2743200" y="537660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0"/>
          <p:cNvSpPr/>
          <p:nvPr/>
        </p:nvSpPr>
        <p:spPr>
          <a:xfrm>
            <a:off x="731520" y="5760720"/>
            <a:ext cx="1641960" cy="361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41"/>
          <p:cNvSpPr/>
          <p:nvPr/>
        </p:nvSpPr>
        <p:spPr>
          <a:xfrm>
            <a:off x="731520" y="5832720"/>
            <a:ext cx="164196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2"/>
          <p:cNvSpPr/>
          <p:nvPr/>
        </p:nvSpPr>
        <p:spPr>
          <a:xfrm>
            <a:off x="2560320" y="584244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43"/>
          <p:cNvSpPr/>
          <p:nvPr/>
        </p:nvSpPr>
        <p:spPr>
          <a:xfrm>
            <a:off x="8092440" y="1691640"/>
            <a:ext cx="3516480" cy="4568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44"/>
          <p:cNvSpPr/>
          <p:nvPr/>
        </p:nvSpPr>
        <p:spPr>
          <a:xfrm>
            <a:off x="8275320" y="1783080"/>
            <a:ext cx="3150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Pratiques 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Oval 45"/>
          <p:cNvSpPr/>
          <p:nvPr/>
        </p:nvSpPr>
        <p:spPr>
          <a:xfrm>
            <a:off x="8275320" y="2194560"/>
            <a:ext cx="407520" cy="4075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6"/>
          <p:cNvSpPr/>
          <p:nvPr/>
        </p:nvSpPr>
        <p:spPr>
          <a:xfrm>
            <a:off x="8275320" y="21945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7"/>
          <p:cNvSpPr/>
          <p:nvPr/>
        </p:nvSpPr>
        <p:spPr>
          <a:xfrm>
            <a:off x="8778240" y="2256840"/>
            <a:ext cx="26478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Oval 48"/>
          <p:cNvSpPr/>
          <p:nvPr/>
        </p:nvSpPr>
        <p:spPr>
          <a:xfrm>
            <a:off x="8275320" y="2971800"/>
            <a:ext cx="407520" cy="407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49"/>
          <p:cNvSpPr/>
          <p:nvPr/>
        </p:nvSpPr>
        <p:spPr>
          <a:xfrm>
            <a:off x="8275320" y="29718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50"/>
          <p:cNvSpPr/>
          <p:nvPr/>
        </p:nvSpPr>
        <p:spPr>
          <a:xfrm>
            <a:off x="8778240" y="3034080"/>
            <a:ext cx="26478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Oval 51"/>
          <p:cNvSpPr/>
          <p:nvPr/>
        </p:nvSpPr>
        <p:spPr>
          <a:xfrm>
            <a:off x="8275320" y="3749040"/>
            <a:ext cx="407520" cy="407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52"/>
          <p:cNvSpPr/>
          <p:nvPr/>
        </p:nvSpPr>
        <p:spPr>
          <a:xfrm>
            <a:off x="8275320" y="37490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3"/>
          <p:cNvSpPr/>
          <p:nvPr/>
        </p:nvSpPr>
        <p:spPr>
          <a:xfrm>
            <a:off x="8778240" y="3847320"/>
            <a:ext cx="26478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54"/>
          <p:cNvSpPr/>
          <p:nvPr/>
        </p:nvSpPr>
        <p:spPr>
          <a:xfrm>
            <a:off x="8275320" y="4526280"/>
            <a:ext cx="407520" cy="4075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5"/>
          <p:cNvSpPr/>
          <p:nvPr/>
        </p:nvSpPr>
        <p:spPr>
          <a:xfrm>
            <a:off x="8275320" y="4526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6"/>
          <p:cNvSpPr/>
          <p:nvPr/>
        </p:nvSpPr>
        <p:spPr>
          <a:xfrm>
            <a:off x="8778240" y="4624560"/>
            <a:ext cx="26478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57"/>
          <p:cNvSpPr/>
          <p:nvPr/>
        </p:nvSpPr>
        <p:spPr>
          <a:xfrm>
            <a:off x="8275320" y="5303520"/>
            <a:ext cx="407520" cy="40752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58"/>
          <p:cNvSpPr/>
          <p:nvPr/>
        </p:nvSpPr>
        <p:spPr>
          <a:xfrm>
            <a:off x="8275320" y="5303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59"/>
          <p:cNvSpPr/>
          <p:nvPr/>
        </p:nvSpPr>
        <p:spPr>
          <a:xfrm>
            <a:off x="8778240" y="5401800"/>
            <a:ext cx="26478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0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1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548640" y="169164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 4"/>
          <p:cNvSpPr/>
          <p:nvPr/>
        </p:nvSpPr>
        <p:spPr>
          <a:xfrm>
            <a:off x="777240" y="182880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777240" y="2194560"/>
            <a:ext cx="5070960" cy="15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6263640" y="169164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6492240" y="182880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6492240" y="2194560"/>
            <a:ext cx="5070960" cy="15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548640" y="4206240"/>
            <a:ext cx="2153880" cy="182484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1325880" y="4389120"/>
            <a:ext cx="636120" cy="6361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1325880" y="4392000"/>
            <a:ext cx="636120" cy="64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640080" y="5166360"/>
            <a:ext cx="1971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640080" y="5486400"/>
            <a:ext cx="19710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4"/>
          <p:cNvSpPr/>
          <p:nvPr/>
        </p:nvSpPr>
        <p:spPr>
          <a:xfrm>
            <a:off x="2797920" y="4206240"/>
            <a:ext cx="2153880" cy="182484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Shape 15"/>
          <p:cNvSpPr/>
          <p:nvPr/>
        </p:nvSpPr>
        <p:spPr>
          <a:xfrm>
            <a:off x="3575160" y="4389120"/>
            <a:ext cx="636120" cy="6361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575160" y="4353120"/>
            <a:ext cx="6361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2889360" y="5166360"/>
            <a:ext cx="1971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2889360" y="5486400"/>
            <a:ext cx="19710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Chat, SSE 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9"/>
          <p:cNvSpPr/>
          <p:nvPr/>
        </p:nvSpPr>
        <p:spPr>
          <a:xfrm>
            <a:off x="5047560" y="4206240"/>
            <a:ext cx="2153880" cy="182484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20"/>
          <p:cNvSpPr/>
          <p:nvPr/>
        </p:nvSpPr>
        <p:spPr>
          <a:xfrm>
            <a:off x="5824800" y="4389120"/>
            <a:ext cx="636120" cy="6361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5824800" y="4245120"/>
            <a:ext cx="636120" cy="90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5139000" y="5166360"/>
            <a:ext cx="1971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5139000" y="5486400"/>
            <a:ext cx="19710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4"/>
          <p:cNvSpPr/>
          <p:nvPr/>
        </p:nvSpPr>
        <p:spPr>
          <a:xfrm>
            <a:off x="7296840" y="4206240"/>
            <a:ext cx="2153880" cy="182484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8074080" y="4389120"/>
            <a:ext cx="636120" cy="6361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8002080" y="4281120"/>
            <a:ext cx="83844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7388280" y="5166360"/>
            <a:ext cx="1971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7388280" y="5486400"/>
            <a:ext cx="19710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9"/>
          <p:cNvSpPr/>
          <p:nvPr/>
        </p:nvSpPr>
        <p:spPr>
          <a:xfrm>
            <a:off x="9546480" y="4206240"/>
            <a:ext cx="2153880" cy="182484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0"/>
          <p:cNvSpPr/>
          <p:nvPr/>
        </p:nvSpPr>
        <p:spPr>
          <a:xfrm>
            <a:off x="10323720" y="4389120"/>
            <a:ext cx="636120" cy="6361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10323720" y="4389120"/>
            <a:ext cx="6361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9637920" y="5166360"/>
            <a:ext cx="1971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9637920" y="5486400"/>
            <a:ext cx="19710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34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548640" y="1691640"/>
            <a:ext cx="2153880" cy="13676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548640" y="1783080"/>
            <a:ext cx="21538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548640" y="2560320"/>
            <a:ext cx="2153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2797920" y="1691640"/>
            <a:ext cx="2153880" cy="13676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2797920" y="1783080"/>
            <a:ext cx="21538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16+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2797920" y="2560320"/>
            <a:ext cx="2153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9"/>
          <p:cNvSpPr/>
          <p:nvPr/>
        </p:nvSpPr>
        <p:spPr>
          <a:xfrm>
            <a:off x="5047560" y="1691640"/>
            <a:ext cx="2153880" cy="13676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5047560" y="1783080"/>
            <a:ext cx="21538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1"/>
          <p:cNvSpPr/>
          <p:nvPr/>
        </p:nvSpPr>
        <p:spPr>
          <a:xfrm>
            <a:off x="5047560" y="2560320"/>
            <a:ext cx="2153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>
            <a:off x="7296840" y="1691640"/>
            <a:ext cx="2153880" cy="13676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7296840" y="1783080"/>
            <a:ext cx="21538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7296840" y="2560320"/>
            <a:ext cx="2153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5"/>
          <p:cNvSpPr/>
          <p:nvPr/>
        </p:nvSpPr>
        <p:spPr>
          <a:xfrm>
            <a:off x="9546480" y="1691640"/>
            <a:ext cx="2153880" cy="13676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9546480" y="1783080"/>
            <a:ext cx="21538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280+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9546480" y="2560320"/>
            <a:ext cx="2153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8"/>
          <p:cNvSpPr/>
          <p:nvPr/>
        </p:nvSpPr>
        <p:spPr>
          <a:xfrm>
            <a:off x="548640" y="333756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5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Text 19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548640" y="1691640"/>
            <a:ext cx="11060280" cy="109332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548640" y="1691640"/>
            <a:ext cx="105840" cy="1093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2920" tIns="45000" rIns="52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777240" y="178308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777240" y="2148840"/>
            <a:ext cx="2739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3657600" y="182880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3657600" y="212148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3657600" y="241416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de données (use-api, use-real-time-chat)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6080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548640" y="2862000"/>
            <a:ext cx="11060280" cy="109332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548640" y="2862000"/>
            <a:ext cx="105840" cy="1093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2920" tIns="45000" rIns="52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777240" y="295344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777240" y="3319200"/>
            <a:ext cx="2739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Logique applicative et règles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657600" y="299916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Handlers /api/private/* /api/public/*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3657600" y="329184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Actions (mutations) · 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3657600" y="358452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8"/>
          <p:cNvSpPr/>
          <p:nvPr/>
        </p:nvSpPr>
        <p:spPr>
          <a:xfrm>
            <a:off x="6080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19"/>
          <p:cNvSpPr/>
          <p:nvPr/>
        </p:nvSpPr>
        <p:spPr>
          <a:xfrm>
            <a:off x="548640" y="4032360"/>
            <a:ext cx="11060280" cy="109332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4032360"/>
            <a:ext cx="105840" cy="1093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2920" tIns="45000" rIns="52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777240" y="412380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777240" y="4489560"/>
            <a:ext cx="2739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3657600" y="416952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3657600" y="446220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3657600" y="475488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6"/>
          <p:cNvSpPr/>
          <p:nvPr/>
        </p:nvSpPr>
        <p:spPr>
          <a:xfrm>
            <a:off x="6080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7"/>
          <p:cNvSpPr/>
          <p:nvPr/>
        </p:nvSpPr>
        <p:spPr>
          <a:xfrm>
            <a:off x="548640" y="5203080"/>
            <a:ext cx="11060280" cy="109332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548640" y="5203080"/>
            <a:ext cx="105840" cy="10933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2920" tIns="45000" rIns="52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 29"/>
          <p:cNvSpPr/>
          <p:nvPr/>
        </p:nvSpPr>
        <p:spPr>
          <a:xfrm>
            <a:off x="777240" y="529452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777240" y="5660280"/>
            <a:ext cx="2739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3657600" y="534024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2"/>
          <p:cNvSpPr/>
          <p:nvPr/>
        </p:nvSpPr>
        <p:spPr>
          <a:xfrm>
            <a:off x="3657600" y="563256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3657600" y="592524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4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45720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1691640"/>
            <a:ext cx="69120" cy="2236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85800" y="1801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685800" y="219456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685800" y="24231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685800" y="27432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685800" y="29718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685800" y="32918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685800" y="35204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2"/>
          <p:cNvSpPr/>
          <p:nvPr/>
        </p:nvSpPr>
        <p:spPr>
          <a:xfrm>
            <a:off x="425196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3"/>
          <p:cNvSpPr/>
          <p:nvPr/>
        </p:nvSpPr>
        <p:spPr>
          <a:xfrm>
            <a:off x="4251960" y="1691640"/>
            <a:ext cx="69120" cy="2236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4480560" y="1801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4480560" y="219456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4480560" y="24231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4480560" y="27432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80560" y="29718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4480560" y="32918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4480560" y="35204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804672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8046720" y="1691640"/>
            <a:ext cx="69120" cy="2236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8275320" y="1801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8275320" y="219456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8275320" y="24231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 managée, branches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8275320" y="27432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8275320" y="29718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compatible 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8275320" y="32918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8275320" y="35204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0"/>
          <p:cNvSpPr/>
          <p:nvPr/>
        </p:nvSpPr>
        <p:spPr>
          <a:xfrm>
            <a:off x="45720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31"/>
          <p:cNvSpPr/>
          <p:nvPr/>
        </p:nvSpPr>
        <p:spPr>
          <a:xfrm>
            <a:off x="457200" y="4069080"/>
            <a:ext cx="69120" cy="22363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685800" y="41788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685800" y="45720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685800" y="48006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SameSite ·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685800" y="51206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6"/>
          <p:cNvSpPr/>
          <p:nvPr/>
        </p:nvSpPr>
        <p:spPr>
          <a:xfrm>
            <a:off x="68580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 mots de passe, comparison constante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7"/>
          <p:cNvSpPr/>
          <p:nvPr/>
        </p:nvSpPr>
        <p:spPr>
          <a:xfrm>
            <a:off x="685800" y="566928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8"/>
          <p:cNvSpPr/>
          <p:nvPr/>
        </p:nvSpPr>
        <p:spPr>
          <a:xfrm>
            <a:off x="685800" y="58978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googleapis +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9"/>
          <p:cNvSpPr/>
          <p:nvPr/>
        </p:nvSpPr>
        <p:spPr>
          <a:xfrm>
            <a:off x="425196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40"/>
          <p:cNvSpPr/>
          <p:nvPr/>
        </p:nvSpPr>
        <p:spPr>
          <a:xfrm>
            <a:off x="4251960" y="4069080"/>
            <a:ext cx="69120" cy="22363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41"/>
          <p:cNvSpPr/>
          <p:nvPr/>
        </p:nvSpPr>
        <p:spPr>
          <a:xfrm>
            <a:off x="4480560" y="41788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 &amp; CI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2"/>
          <p:cNvSpPr/>
          <p:nvPr/>
        </p:nvSpPr>
        <p:spPr>
          <a:xfrm>
            <a:off x="4480560" y="45720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3"/>
          <p:cNvSpPr/>
          <p:nvPr/>
        </p:nvSpPr>
        <p:spPr>
          <a:xfrm>
            <a:off x="4480560" y="48006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4"/>
          <p:cNvSpPr/>
          <p:nvPr/>
        </p:nvSpPr>
        <p:spPr>
          <a:xfrm>
            <a:off x="4480560" y="51206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5"/>
          <p:cNvSpPr/>
          <p:nvPr/>
        </p:nvSpPr>
        <p:spPr>
          <a:xfrm>
            <a:off x="448056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 · 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6"/>
          <p:cNvSpPr/>
          <p:nvPr/>
        </p:nvSpPr>
        <p:spPr>
          <a:xfrm>
            <a:off x="4480560" y="566928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4480560" y="58978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8"/>
          <p:cNvSpPr/>
          <p:nvPr/>
        </p:nvSpPr>
        <p:spPr>
          <a:xfrm>
            <a:off x="804672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49"/>
          <p:cNvSpPr/>
          <p:nvPr/>
        </p:nvSpPr>
        <p:spPr>
          <a:xfrm>
            <a:off x="8046720" y="4069080"/>
            <a:ext cx="69120" cy="223632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50"/>
          <p:cNvSpPr/>
          <p:nvPr/>
        </p:nvSpPr>
        <p:spPr>
          <a:xfrm>
            <a:off x="8275320" y="41788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1"/>
          <p:cNvSpPr/>
          <p:nvPr/>
        </p:nvSpPr>
        <p:spPr>
          <a:xfrm>
            <a:off x="8275320" y="45720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Jest + ts-jest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2"/>
          <p:cNvSpPr/>
          <p:nvPr/>
        </p:nvSpPr>
        <p:spPr>
          <a:xfrm>
            <a:off x="8275320" y="48006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3"/>
          <p:cNvSpPr/>
          <p:nvPr/>
        </p:nvSpPr>
        <p:spPr>
          <a:xfrm>
            <a:off x="8275320" y="51206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4"/>
          <p:cNvSpPr/>
          <p:nvPr/>
        </p:nvSpPr>
        <p:spPr>
          <a:xfrm>
            <a:off x="827532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5"/>
          <p:cNvSpPr/>
          <p:nvPr/>
        </p:nvSpPr>
        <p:spPr>
          <a:xfrm>
            <a:off x="8275320" y="566928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6"/>
          <p:cNvSpPr/>
          <p:nvPr/>
        </p:nvSpPr>
        <p:spPr>
          <a:xfrm>
            <a:off x="8275320" y="58978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5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194560"/>
            <a:ext cx="2190600" cy="27392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548640" y="2194560"/>
            <a:ext cx="2190600" cy="361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2194560"/>
            <a:ext cx="2190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685800" y="2743200"/>
            <a:ext cx="1962000" cy="20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3017520" y="2194560"/>
            <a:ext cx="1641960" cy="273924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3017520" y="2194560"/>
            <a:ext cx="1641960" cy="3618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3017520" y="2194560"/>
            <a:ext cx="164196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3108960" y="2743200"/>
            <a:ext cx="1459080" cy="20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4937760" y="2194560"/>
            <a:ext cx="2373480" cy="273924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4937760" y="2194560"/>
            <a:ext cx="2373480" cy="3618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4937760" y="2194560"/>
            <a:ext cx="23734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5074920" y="2743200"/>
            <a:ext cx="2099160" cy="20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7680960" y="1783080"/>
            <a:ext cx="3927960" cy="100188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7680960" y="1783080"/>
            <a:ext cx="87480" cy="10018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17"/>
          <p:cNvSpPr/>
          <p:nvPr/>
        </p:nvSpPr>
        <p:spPr>
          <a:xfrm>
            <a:off x="7863840" y="1874520"/>
            <a:ext cx="36536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863840" y="2194560"/>
            <a:ext cx="3653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7680960" y="2926080"/>
            <a:ext cx="3927960" cy="100188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7680960" y="2926080"/>
            <a:ext cx="87480" cy="10018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21"/>
          <p:cNvSpPr/>
          <p:nvPr/>
        </p:nvSpPr>
        <p:spPr>
          <a:xfrm>
            <a:off x="7863840" y="3017520"/>
            <a:ext cx="36536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7863840" y="3337560"/>
            <a:ext cx="3653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7680960" y="4069080"/>
            <a:ext cx="3927960" cy="100188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7680960" y="4069080"/>
            <a:ext cx="87480" cy="10018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7863840" y="4160520"/>
            <a:ext cx="36536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7863840" y="4480560"/>
            <a:ext cx="3653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transformations à la volée, 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5486400"/>
            <a:ext cx="110602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685800" y="5120640"/>
            <a:ext cx="191628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 34"/>
          <p:cNvSpPr/>
          <p:nvPr/>
        </p:nvSpPr>
        <p:spPr>
          <a:xfrm>
            <a:off x="685800" y="5120640"/>
            <a:ext cx="19162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3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169164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548640" y="210312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Shape 5"/>
          <p:cNvSpPr/>
          <p:nvPr/>
        </p:nvSpPr>
        <p:spPr>
          <a:xfrm>
            <a:off x="731520" y="2286000"/>
            <a:ext cx="498960" cy="4989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31520" y="2178000"/>
            <a:ext cx="49896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325880" y="22860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8"/>
          <p:cNvSpPr/>
          <p:nvPr/>
        </p:nvSpPr>
        <p:spPr>
          <a:xfrm>
            <a:off x="731520" y="288036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731520" y="347472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731520" y="365760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Post, Comment, Reaction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1"/>
          <p:cNvSpPr/>
          <p:nvPr/>
        </p:nvSpPr>
        <p:spPr>
          <a:xfrm>
            <a:off x="4389120" y="210312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4572000" y="2286000"/>
            <a:ext cx="498960" cy="4989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4572000" y="2178000"/>
            <a:ext cx="49896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4"/>
          <p:cNvSpPr/>
          <p:nvPr/>
        </p:nvSpPr>
        <p:spPr>
          <a:xfrm>
            <a:off x="5166360" y="22860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72000" y="288036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572000" y="347472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572000" y="365760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229600" y="210312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412480" y="2286000"/>
            <a:ext cx="498960" cy="4989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412480" y="2106000"/>
            <a:ext cx="570960" cy="82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9006840" y="22860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412480" y="288036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412480" y="347472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4"/>
          <p:cNvSpPr/>
          <p:nvPr/>
        </p:nvSpPr>
        <p:spPr>
          <a:xfrm>
            <a:off x="8412480" y="365760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5"/>
          <p:cNvSpPr/>
          <p:nvPr/>
        </p:nvSpPr>
        <p:spPr>
          <a:xfrm>
            <a:off x="548640" y="425196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731520" y="4434840"/>
            <a:ext cx="498960" cy="49896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731520" y="4362840"/>
            <a:ext cx="498960" cy="62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8"/>
          <p:cNvSpPr/>
          <p:nvPr/>
        </p:nvSpPr>
        <p:spPr>
          <a:xfrm>
            <a:off x="1325880" y="44348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731520" y="502920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0"/>
          <p:cNvSpPr/>
          <p:nvPr/>
        </p:nvSpPr>
        <p:spPr>
          <a:xfrm>
            <a:off x="731520" y="562356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731520" y="5806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389120" y="425196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33"/>
          <p:cNvSpPr/>
          <p:nvPr/>
        </p:nvSpPr>
        <p:spPr>
          <a:xfrm>
            <a:off x="4572000" y="4434840"/>
            <a:ext cx="498960" cy="4989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34"/>
          <p:cNvSpPr/>
          <p:nvPr/>
        </p:nvSpPr>
        <p:spPr>
          <a:xfrm>
            <a:off x="4572000" y="4362840"/>
            <a:ext cx="498960" cy="62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5166360" y="44348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6"/>
          <p:cNvSpPr/>
          <p:nvPr/>
        </p:nvSpPr>
        <p:spPr>
          <a:xfrm>
            <a:off x="4572000" y="502920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4572000" y="562356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8"/>
          <p:cNvSpPr/>
          <p:nvPr/>
        </p:nvSpPr>
        <p:spPr>
          <a:xfrm>
            <a:off x="4572000" y="5806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 1—N Post  ·  User N—N User via Friendship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39"/>
          <p:cNvSpPr/>
          <p:nvPr/>
        </p:nvSpPr>
        <p:spPr>
          <a:xfrm>
            <a:off x="8229600" y="425196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40"/>
          <p:cNvSpPr/>
          <p:nvPr/>
        </p:nvSpPr>
        <p:spPr>
          <a:xfrm>
            <a:off x="8412480" y="4434840"/>
            <a:ext cx="498960" cy="49896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41"/>
          <p:cNvSpPr/>
          <p:nvPr/>
        </p:nvSpPr>
        <p:spPr>
          <a:xfrm>
            <a:off x="8412480" y="4326840"/>
            <a:ext cx="49896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2"/>
          <p:cNvSpPr/>
          <p:nvPr/>
        </p:nvSpPr>
        <p:spPr>
          <a:xfrm>
            <a:off x="9006840" y="44348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3"/>
          <p:cNvSpPr/>
          <p:nvPr/>
        </p:nvSpPr>
        <p:spPr>
          <a:xfrm>
            <a:off x="8412480" y="502920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4"/>
          <p:cNvSpPr/>
          <p:nvPr/>
        </p:nvSpPr>
        <p:spPr>
          <a:xfrm>
            <a:off x="8412480" y="562356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45"/>
          <p:cNvSpPr/>
          <p:nvPr/>
        </p:nvSpPr>
        <p:spPr>
          <a:xfrm>
            <a:off x="8412480" y="5806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4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4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Shape 3"/>
          <p:cNvSpPr/>
          <p:nvPr/>
        </p:nvSpPr>
        <p:spPr>
          <a:xfrm>
            <a:off x="548640" y="1691640"/>
            <a:ext cx="11060280" cy="81900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 4"/>
          <p:cNvSpPr/>
          <p:nvPr/>
        </p:nvSpPr>
        <p:spPr>
          <a:xfrm>
            <a:off x="777240" y="1737360"/>
            <a:ext cx="2739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5"/>
          <p:cNvSpPr/>
          <p:nvPr/>
        </p:nvSpPr>
        <p:spPr>
          <a:xfrm>
            <a:off x="777240" y="2011680"/>
            <a:ext cx="1060308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6"/>
          <p:cNvSpPr/>
          <p:nvPr/>
        </p:nvSpPr>
        <p:spPr>
          <a:xfrm>
            <a:off x="914400" y="3017520"/>
            <a:ext cx="2373480" cy="145908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 7"/>
          <p:cNvSpPr/>
          <p:nvPr/>
        </p:nvSpPr>
        <p:spPr>
          <a:xfrm>
            <a:off x="914400" y="3108960"/>
            <a:ext cx="23734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"/>
          <p:cNvSpPr/>
          <p:nvPr/>
        </p:nvSpPr>
        <p:spPr>
          <a:xfrm>
            <a:off x="914400" y="3456360"/>
            <a:ext cx="2373480" cy="144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9"/>
          <p:cNvSpPr/>
          <p:nvPr/>
        </p:nvSpPr>
        <p:spPr>
          <a:xfrm>
            <a:off x="1005840" y="3520440"/>
            <a:ext cx="21906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0"/>
          <p:cNvSpPr/>
          <p:nvPr/>
        </p:nvSpPr>
        <p:spPr>
          <a:xfrm>
            <a:off x="5029200" y="3017520"/>
            <a:ext cx="2373480" cy="145908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 11"/>
          <p:cNvSpPr/>
          <p:nvPr/>
        </p:nvSpPr>
        <p:spPr>
          <a:xfrm>
            <a:off x="5029200" y="3108960"/>
            <a:ext cx="23734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2"/>
          <p:cNvSpPr/>
          <p:nvPr/>
        </p:nvSpPr>
        <p:spPr>
          <a:xfrm>
            <a:off x="5029200" y="3456360"/>
            <a:ext cx="2373480" cy="144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13"/>
          <p:cNvSpPr/>
          <p:nvPr/>
        </p:nvSpPr>
        <p:spPr>
          <a:xfrm>
            <a:off x="5120640" y="3520440"/>
            <a:ext cx="21906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14"/>
          <p:cNvSpPr/>
          <p:nvPr/>
        </p:nvSpPr>
        <p:spPr>
          <a:xfrm>
            <a:off x="9144000" y="3017520"/>
            <a:ext cx="2373480" cy="145908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5"/>
          <p:cNvSpPr/>
          <p:nvPr/>
        </p:nvSpPr>
        <p:spPr>
          <a:xfrm>
            <a:off x="9144000" y="3108960"/>
            <a:ext cx="23734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6"/>
          <p:cNvSpPr/>
          <p:nvPr/>
        </p:nvSpPr>
        <p:spPr>
          <a:xfrm>
            <a:off x="9144000" y="3456360"/>
            <a:ext cx="2373480" cy="144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17"/>
          <p:cNvSpPr/>
          <p:nvPr/>
        </p:nvSpPr>
        <p:spPr>
          <a:xfrm>
            <a:off x="9235440" y="3520440"/>
            <a:ext cx="21906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19"/>
          <p:cNvSpPr/>
          <p:nvPr/>
        </p:nvSpPr>
        <p:spPr>
          <a:xfrm>
            <a:off x="3291840" y="3429000"/>
            <a:ext cx="1733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4" name="Text 21"/>
          <p:cNvSpPr/>
          <p:nvPr/>
        </p:nvSpPr>
        <p:spPr>
          <a:xfrm>
            <a:off x="7406640" y="3429000"/>
            <a:ext cx="1733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2"/>
          <p:cNvSpPr/>
          <p:nvPr/>
        </p:nvSpPr>
        <p:spPr>
          <a:xfrm>
            <a:off x="548640" y="4846320"/>
            <a:ext cx="11060280" cy="141336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23"/>
          <p:cNvSpPr/>
          <p:nvPr/>
        </p:nvSpPr>
        <p:spPr>
          <a:xfrm>
            <a:off x="777240" y="486576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4"/>
          <p:cNvSpPr/>
          <p:nvPr/>
        </p:nvSpPr>
        <p:spPr>
          <a:xfrm>
            <a:off x="777240" y="5149800"/>
            <a:ext cx="10694520" cy="10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Logique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548640" y="1691640"/>
            <a:ext cx="11060280" cy="81900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777240" y="1737360"/>
            <a:ext cx="2739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777240" y="2011680"/>
            <a:ext cx="1060308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548640" y="2697480"/>
            <a:ext cx="11060280" cy="273924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777240" y="288036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960120" y="288036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1143000" y="288036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1371600" y="278892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777240" y="315468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>
            <a:off x="777240" y="342900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3"/>
          <p:cNvSpPr/>
          <p:nvPr/>
        </p:nvSpPr>
        <p:spPr>
          <a:xfrm>
            <a:off x="777240" y="370332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POST.id, userId FK → USER.id, 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777240" y="397764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777240" y="425196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6"/>
          <p:cNvSpPr/>
          <p:nvPr/>
        </p:nvSpPr>
        <p:spPr>
          <a:xfrm>
            <a:off x="777240" y="452628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(id PK, userId FK → USER.id, image, expiresAt,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777240" y="480060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8"/>
          <p:cNvSpPr/>
          <p:nvPr/>
        </p:nvSpPr>
        <p:spPr>
          <a:xfrm>
            <a:off x="777240" y="507492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548640" y="5577840"/>
            <a:ext cx="11060280" cy="70920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20"/>
          <p:cNvSpPr/>
          <p:nvPr/>
        </p:nvSpPr>
        <p:spPr>
          <a:xfrm>
            <a:off x="777240" y="5623560"/>
            <a:ext cx="106945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1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691640"/>
            <a:ext cx="11060280" cy="81900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77240" y="1737360"/>
            <a:ext cx="2739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777240" y="2011680"/>
            <a:ext cx="1060308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697480"/>
            <a:ext cx="11109600" cy="347436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7"/>
          <p:cNvSpPr/>
          <p:nvPr/>
        </p:nvSpPr>
        <p:spPr>
          <a:xfrm>
            <a:off x="777240" y="288036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8"/>
          <p:cNvSpPr/>
          <p:nvPr/>
        </p:nvSpPr>
        <p:spPr>
          <a:xfrm>
            <a:off x="960120" y="288036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143000" y="288036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71600" y="278892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777240" y="315468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"/>
          <p:cNvSpPr/>
          <p:nvPr/>
        </p:nvSpPr>
        <p:spPr>
          <a:xfrm>
            <a:off x="777240" y="331920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777240" y="348372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777240" y="364860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5"/>
          <p:cNvSpPr/>
          <p:nvPr/>
        </p:nvSpPr>
        <p:spPr>
          <a:xfrm>
            <a:off x="777240" y="381312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777240" y="397764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777240" y="414216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8"/>
          <p:cNvSpPr/>
          <p:nvPr/>
        </p:nvSpPr>
        <p:spPr>
          <a:xfrm>
            <a:off x="777240" y="430668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777240" y="447156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777240" y="463608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1"/>
          <p:cNvSpPr/>
          <p:nvPr/>
        </p:nvSpPr>
        <p:spPr>
          <a:xfrm>
            <a:off x="777240" y="480060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777240" y="496512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777240" y="512964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NOT NULL CHECK (length(message) &lt;= 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777240" y="529452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777240" y="545904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6"/>
          <p:cNvSpPr/>
          <p:nvPr/>
        </p:nvSpPr>
        <p:spPr>
          <a:xfrm>
            <a:off x="777240" y="562356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777240" y="586008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Text 28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9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MCD — 10 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9" name="Shape 3"/>
          <p:cNvSpPr/>
          <p:nvPr/>
        </p:nvSpPr>
        <p:spPr>
          <a:xfrm>
            <a:off x="8595360" y="1691640"/>
            <a:ext cx="3013560" cy="456804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0" name="Text 4"/>
          <p:cNvSpPr/>
          <p:nvPr/>
        </p:nvSpPr>
        <p:spPr>
          <a:xfrm>
            <a:off x="8732520" y="178308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5"/>
          <p:cNvSpPr/>
          <p:nvPr/>
        </p:nvSpPr>
        <p:spPr>
          <a:xfrm>
            <a:off x="8732520" y="2148840"/>
            <a:ext cx="9104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6"/>
          <p:cNvSpPr/>
          <p:nvPr/>
        </p:nvSpPr>
        <p:spPr>
          <a:xfrm>
            <a:off x="9646920" y="2148840"/>
            <a:ext cx="191628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7"/>
          <p:cNvSpPr/>
          <p:nvPr/>
        </p:nvSpPr>
        <p:spPr>
          <a:xfrm>
            <a:off x="8732520" y="2651760"/>
            <a:ext cx="9104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8"/>
          <p:cNvSpPr/>
          <p:nvPr/>
        </p:nvSpPr>
        <p:spPr>
          <a:xfrm>
            <a:off x="9646920" y="2651760"/>
            <a:ext cx="191628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9"/>
          <p:cNvSpPr/>
          <p:nvPr/>
        </p:nvSpPr>
        <p:spPr>
          <a:xfrm>
            <a:off x="8732520" y="3154680"/>
            <a:ext cx="9104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10"/>
          <p:cNvSpPr/>
          <p:nvPr/>
        </p:nvSpPr>
        <p:spPr>
          <a:xfrm>
            <a:off x="9646920" y="3154680"/>
            <a:ext cx="191628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1"/>
          <p:cNvSpPr/>
          <p:nvPr/>
        </p:nvSpPr>
        <p:spPr>
          <a:xfrm>
            <a:off x="8732520" y="3657600"/>
            <a:ext cx="9104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2"/>
          <p:cNvSpPr/>
          <p:nvPr/>
        </p:nvSpPr>
        <p:spPr>
          <a:xfrm>
            <a:off x="9646920" y="3657600"/>
            <a:ext cx="191628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13"/>
          <p:cNvSpPr/>
          <p:nvPr/>
        </p:nvSpPr>
        <p:spPr>
          <a:xfrm>
            <a:off x="8732520" y="4297680"/>
            <a:ext cx="2739240" cy="144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0" name="Text 14"/>
          <p:cNvSpPr/>
          <p:nvPr/>
        </p:nvSpPr>
        <p:spPr>
          <a:xfrm>
            <a:off x="8732520" y="4389120"/>
            <a:ext cx="2739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5"/>
          <p:cNvSpPr/>
          <p:nvPr/>
        </p:nvSpPr>
        <p:spPr>
          <a:xfrm>
            <a:off x="8732520" y="466344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6"/>
          <p:cNvSpPr/>
          <p:nvPr/>
        </p:nvSpPr>
        <p:spPr>
          <a:xfrm>
            <a:off x="8732520" y="491940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7"/>
          <p:cNvSpPr/>
          <p:nvPr/>
        </p:nvSpPr>
        <p:spPr>
          <a:xfrm>
            <a:off x="8732520" y="517536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8"/>
          <p:cNvSpPr/>
          <p:nvPr/>
        </p:nvSpPr>
        <p:spPr>
          <a:xfrm>
            <a:off x="8732520" y="543168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9"/>
          <p:cNvSpPr/>
          <p:nvPr/>
        </p:nvSpPr>
        <p:spPr>
          <a:xfrm>
            <a:off x="8732520" y="568764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20"/>
          <p:cNvSpPr/>
          <p:nvPr/>
        </p:nvSpPr>
        <p:spPr>
          <a:xfrm>
            <a:off x="8732520" y="594360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7" name="Image 1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8" name="Text 21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22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0" name=""/>
          <p:cNvPicPr/>
          <p:nvPr/>
        </p:nvPicPr>
        <p:blipFill>
          <a:blip r:embed="rId2"/>
          <a:stretch/>
        </p:blipFill>
        <p:spPr>
          <a:xfrm>
            <a:off x="457200" y="1691640"/>
            <a:ext cx="8044920" cy="4568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38680" y="2926800"/>
            <a:ext cx="1733400" cy="173340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4"/>
          <p:cNvSpPr/>
          <p:nvPr/>
        </p:nvSpPr>
        <p:spPr>
          <a:xfrm>
            <a:off x="6538680" y="2926800"/>
            <a:ext cx="1733400" cy="145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6538680" y="3978360"/>
            <a:ext cx="173340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6904440" y="1143720"/>
            <a:ext cx="1001880" cy="100188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6904440" y="114372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9"/>
          <p:cNvSpPr/>
          <p:nvPr/>
        </p:nvSpPr>
        <p:spPr>
          <a:xfrm>
            <a:off x="6904440" y="157464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0"/>
          <p:cNvSpPr/>
          <p:nvPr/>
        </p:nvSpPr>
        <p:spPr>
          <a:xfrm>
            <a:off x="6904440" y="188496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Shape 12"/>
          <p:cNvSpPr/>
          <p:nvPr/>
        </p:nvSpPr>
        <p:spPr>
          <a:xfrm>
            <a:off x="8424000" y="1773000"/>
            <a:ext cx="1001880" cy="100188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3"/>
          <p:cNvSpPr/>
          <p:nvPr/>
        </p:nvSpPr>
        <p:spPr>
          <a:xfrm>
            <a:off x="8424000" y="177300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4"/>
          <p:cNvSpPr/>
          <p:nvPr/>
        </p:nvSpPr>
        <p:spPr>
          <a:xfrm>
            <a:off x="8424000" y="220392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8424000" y="251424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9053280" y="3292560"/>
            <a:ext cx="1001880" cy="100188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18"/>
          <p:cNvSpPr/>
          <p:nvPr/>
        </p:nvSpPr>
        <p:spPr>
          <a:xfrm>
            <a:off x="9053280" y="329256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9053280" y="372348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9053280" y="403380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Shape 22"/>
          <p:cNvSpPr/>
          <p:nvPr/>
        </p:nvSpPr>
        <p:spPr>
          <a:xfrm>
            <a:off x="8424000" y="4812120"/>
            <a:ext cx="1001880" cy="100188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 23"/>
          <p:cNvSpPr/>
          <p:nvPr/>
        </p:nvSpPr>
        <p:spPr>
          <a:xfrm>
            <a:off x="8424000" y="481212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4"/>
          <p:cNvSpPr/>
          <p:nvPr/>
        </p:nvSpPr>
        <p:spPr>
          <a:xfrm>
            <a:off x="8424000" y="524304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5"/>
          <p:cNvSpPr/>
          <p:nvPr/>
        </p:nvSpPr>
        <p:spPr>
          <a:xfrm>
            <a:off x="8424000" y="555336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7"/>
          <p:cNvSpPr/>
          <p:nvPr/>
        </p:nvSpPr>
        <p:spPr>
          <a:xfrm>
            <a:off x="6904440" y="5441400"/>
            <a:ext cx="1001880" cy="100188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 28"/>
          <p:cNvSpPr/>
          <p:nvPr/>
        </p:nvSpPr>
        <p:spPr>
          <a:xfrm>
            <a:off x="6904440" y="544140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9"/>
          <p:cNvSpPr/>
          <p:nvPr/>
        </p:nvSpPr>
        <p:spPr>
          <a:xfrm>
            <a:off x="6904440" y="587232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30"/>
          <p:cNvSpPr/>
          <p:nvPr/>
        </p:nvSpPr>
        <p:spPr>
          <a:xfrm>
            <a:off x="6904440" y="618264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Shape 32"/>
          <p:cNvSpPr/>
          <p:nvPr/>
        </p:nvSpPr>
        <p:spPr>
          <a:xfrm>
            <a:off x="5384880" y="4812120"/>
            <a:ext cx="1001880" cy="100188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 33"/>
          <p:cNvSpPr/>
          <p:nvPr/>
        </p:nvSpPr>
        <p:spPr>
          <a:xfrm>
            <a:off x="5384880" y="481212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4"/>
          <p:cNvSpPr/>
          <p:nvPr/>
        </p:nvSpPr>
        <p:spPr>
          <a:xfrm>
            <a:off x="5384880" y="524304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5"/>
          <p:cNvSpPr/>
          <p:nvPr/>
        </p:nvSpPr>
        <p:spPr>
          <a:xfrm>
            <a:off x="5384880" y="555336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organise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Shape 37"/>
          <p:cNvSpPr/>
          <p:nvPr/>
        </p:nvSpPr>
        <p:spPr>
          <a:xfrm>
            <a:off x="4755600" y="3292560"/>
            <a:ext cx="1001880" cy="100188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 38"/>
          <p:cNvSpPr/>
          <p:nvPr/>
        </p:nvSpPr>
        <p:spPr>
          <a:xfrm>
            <a:off x="4755600" y="329256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39"/>
          <p:cNvSpPr/>
          <p:nvPr/>
        </p:nvSpPr>
        <p:spPr>
          <a:xfrm>
            <a:off x="4755600" y="372348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40"/>
          <p:cNvSpPr/>
          <p:nvPr/>
        </p:nvSpPr>
        <p:spPr>
          <a:xfrm>
            <a:off x="4755600" y="403380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2"/>
          <p:cNvSpPr/>
          <p:nvPr/>
        </p:nvSpPr>
        <p:spPr>
          <a:xfrm>
            <a:off x="5384880" y="1773000"/>
            <a:ext cx="1001880" cy="100188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5384880" y="177300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4"/>
          <p:cNvSpPr/>
          <p:nvPr/>
        </p:nvSpPr>
        <p:spPr>
          <a:xfrm>
            <a:off x="5384880" y="220392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5"/>
          <p:cNvSpPr/>
          <p:nvPr/>
        </p:nvSpPr>
        <p:spPr>
          <a:xfrm>
            <a:off x="5384880" y="251424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6"/>
          <p:cNvSpPr/>
          <p:nvPr/>
        </p:nvSpPr>
        <p:spPr>
          <a:xfrm>
            <a:off x="-914400" y="2549520"/>
            <a:ext cx="662616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system Konekt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48640" y="1691640"/>
            <a:ext cx="36536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548640" y="201168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640080" y="24688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6"/>
          <p:cNvSpPr/>
          <p:nvPr/>
        </p:nvSpPr>
        <p:spPr>
          <a:xfrm>
            <a:off x="640080" y="26974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7"/>
          <p:cNvSpPr/>
          <p:nvPr/>
        </p:nvSpPr>
        <p:spPr>
          <a:xfrm>
            <a:off x="2377440" y="201168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 8"/>
          <p:cNvSpPr/>
          <p:nvPr/>
        </p:nvSpPr>
        <p:spPr>
          <a:xfrm>
            <a:off x="2468880" y="24688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9"/>
          <p:cNvSpPr/>
          <p:nvPr/>
        </p:nvSpPr>
        <p:spPr>
          <a:xfrm>
            <a:off x="2468880" y="26974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0"/>
          <p:cNvSpPr/>
          <p:nvPr/>
        </p:nvSpPr>
        <p:spPr>
          <a:xfrm>
            <a:off x="4206240" y="201168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 11"/>
          <p:cNvSpPr/>
          <p:nvPr/>
        </p:nvSpPr>
        <p:spPr>
          <a:xfrm>
            <a:off x="4297680" y="24688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2"/>
          <p:cNvSpPr/>
          <p:nvPr/>
        </p:nvSpPr>
        <p:spPr>
          <a:xfrm>
            <a:off x="4297680" y="26974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3"/>
          <p:cNvSpPr/>
          <p:nvPr/>
        </p:nvSpPr>
        <p:spPr>
          <a:xfrm>
            <a:off x="548640" y="329184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 14"/>
          <p:cNvSpPr/>
          <p:nvPr/>
        </p:nvSpPr>
        <p:spPr>
          <a:xfrm>
            <a:off x="640080" y="37490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5"/>
          <p:cNvSpPr/>
          <p:nvPr/>
        </p:nvSpPr>
        <p:spPr>
          <a:xfrm>
            <a:off x="640080" y="39776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#FFFFFF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6"/>
          <p:cNvSpPr/>
          <p:nvPr/>
        </p:nvSpPr>
        <p:spPr>
          <a:xfrm>
            <a:off x="2377440" y="329184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 17"/>
          <p:cNvSpPr/>
          <p:nvPr/>
        </p:nvSpPr>
        <p:spPr>
          <a:xfrm>
            <a:off x="2468880" y="37490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8"/>
          <p:cNvSpPr/>
          <p:nvPr/>
        </p:nvSpPr>
        <p:spPr>
          <a:xfrm>
            <a:off x="2468880" y="39776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#10B981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9"/>
          <p:cNvSpPr/>
          <p:nvPr/>
        </p:nvSpPr>
        <p:spPr>
          <a:xfrm>
            <a:off x="4206240" y="329184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 20"/>
          <p:cNvSpPr/>
          <p:nvPr/>
        </p:nvSpPr>
        <p:spPr>
          <a:xfrm>
            <a:off x="4297680" y="37490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1"/>
          <p:cNvSpPr/>
          <p:nvPr/>
        </p:nvSpPr>
        <p:spPr>
          <a:xfrm>
            <a:off x="4297680" y="39776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2"/>
          <p:cNvSpPr/>
          <p:nvPr/>
        </p:nvSpPr>
        <p:spPr>
          <a:xfrm>
            <a:off x="6217920" y="169164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6217920" y="2011680"/>
            <a:ext cx="5573880" cy="264780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 24"/>
          <p:cNvSpPr/>
          <p:nvPr/>
        </p:nvSpPr>
        <p:spPr>
          <a:xfrm>
            <a:off x="6355080" y="2103120"/>
            <a:ext cx="145908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5"/>
          <p:cNvSpPr/>
          <p:nvPr/>
        </p:nvSpPr>
        <p:spPr>
          <a:xfrm>
            <a:off x="7772400" y="2194560"/>
            <a:ext cx="36536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6"/>
          <p:cNvSpPr/>
          <p:nvPr/>
        </p:nvSpPr>
        <p:spPr>
          <a:xfrm>
            <a:off x="7772400" y="2606040"/>
            <a:ext cx="3653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7"/>
          <p:cNvSpPr/>
          <p:nvPr/>
        </p:nvSpPr>
        <p:spPr>
          <a:xfrm>
            <a:off x="6355080" y="3246120"/>
            <a:ext cx="1824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8"/>
          <p:cNvSpPr/>
          <p:nvPr/>
        </p:nvSpPr>
        <p:spPr>
          <a:xfrm>
            <a:off x="8229600" y="32461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9"/>
          <p:cNvSpPr/>
          <p:nvPr/>
        </p:nvSpPr>
        <p:spPr>
          <a:xfrm>
            <a:off x="6355080" y="3566160"/>
            <a:ext cx="1824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0"/>
          <p:cNvSpPr/>
          <p:nvPr/>
        </p:nvSpPr>
        <p:spPr>
          <a:xfrm>
            <a:off x="8229600" y="35661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1"/>
          <p:cNvSpPr/>
          <p:nvPr/>
        </p:nvSpPr>
        <p:spPr>
          <a:xfrm>
            <a:off x="6355080" y="3886200"/>
            <a:ext cx="1824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2"/>
          <p:cNvSpPr/>
          <p:nvPr/>
        </p:nvSpPr>
        <p:spPr>
          <a:xfrm>
            <a:off x="8229600" y="388620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16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3"/>
          <p:cNvSpPr/>
          <p:nvPr/>
        </p:nvSpPr>
        <p:spPr>
          <a:xfrm>
            <a:off x="6355080" y="4206240"/>
            <a:ext cx="1824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4"/>
          <p:cNvSpPr/>
          <p:nvPr/>
        </p:nvSpPr>
        <p:spPr>
          <a:xfrm>
            <a:off x="8229600" y="420624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35"/>
          <p:cNvSpPr/>
          <p:nvPr/>
        </p:nvSpPr>
        <p:spPr>
          <a:xfrm>
            <a:off x="548640" y="480060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Composants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Shape 36"/>
          <p:cNvSpPr/>
          <p:nvPr/>
        </p:nvSpPr>
        <p:spPr>
          <a:xfrm>
            <a:off x="548640" y="516636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 37"/>
          <p:cNvSpPr/>
          <p:nvPr/>
        </p:nvSpPr>
        <p:spPr>
          <a:xfrm>
            <a:off x="548640" y="516636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8"/>
          <p:cNvSpPr/>
          <p:nvPr/>
        </p:nvSpPr>
        <p:spPr>
          <a:xfrm>
            <a:off x="1508760" y="516636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 39"/>
          <p:cNvSpPr/>
          <p:nvPr/>
        </p:nvSpPr>
        <p:spPr>
          <a:xfrm>
            <a:off x="1508760" y="516636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0"/>
          <p:cNvSpPr/>
          <p:nvPr/>
        </p:nvSpPr>
        <p:spPr>
          <a:xfrm>
            <a:off x="2468880" y="516636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Text 41"/>
          <p:cNvSpPr/>
          <p:nvPr/>
        </p:nvSpPr>
        <p:spPr>
          <a:xfrm>
            <a:off x="2468880" y="516636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2"/>
          <p:cNvSpPr/>
          <p:nvPr/>
        </p:nvSpPr>
        <p:spPr>
          <a:xfrm>
            <a:off x="3429000" y="516636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 43"/>
          <p:cNvSpPr/>
          <p:nvPr/>
        </p:nvSpPr>
        <p:spPr>
          <a:xfrm>
            <a:off x="3429000" y="516636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44"/>
          <p:cNvSpPr/>
          <p:nvPr/>
        </p:nvSpPr>
        <p:spPr>
          <a:xfrm>
            <a:off x="4389120" y="516636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 45"/>
          <p:cNvSpPr/>
          <p:nvPr/>
        </p:nvSpPr>
        <p:spPr>
          <a:xfrm>
            <a:off x="4389120" y="516636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6"/>
          <p:cNvSpPr/>
          <p:nvPr/>
        </p:nvSpPr>
        <p:spPr>
          <a:xfrm>
            <a:off x="548640" y="555048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 47"/>
          <p:cNvSpPr/>
          <p:nvPr/>
        </p:nvSpPr>
        <p:spPr>
          <a:xfrm>
            <a:off x="548640" y="555048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48"/>
          <p:cNvSpPr/>
          <p:nvPr/>
        </p:nvSpPr>
        <p:spPr>
          <a:xfrm>
            <a:off x="1508760" y="555048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 49"/>
          <p:cNvSpPr/>
          <p:nvPr/>
        </p:nvSpPr>
        <p:spPr>
          <a:xfrm>
            <a:off x="1508760" y="555048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50"/>
          <p:cNvSpPr/>
          <p:nvPr/>
        </p:nvSpPr>
        <p:spPr>
          <a:xfrm>
            <a:off x="2468880" y="555048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Text 51"/>
          <p:cNvSpPr/>
          <p:nvPr/>
        </p:nvSpPr>
        <p:spPr>
          <a:xfrm>
            <a:off x="2468880" y="555048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2"/>
          <p:cNvSpPr/>
          <p:nvPr/>
        </p:nvSpPr>
        <p:spPr>
          <a:xfrm>
            <a:off x="3429000" y="555048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4" name="Text 53"/>
          <p:cNvSpPr/>
          <p:nvPr/>
        </p:nvSpPr>
        <p:spPr>
          <a:xfrm>
            <a:off x="3429000" y="555048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4"/>
          <p:cNvSpPr/>
          <p:nvPr/>
        </p:nvSpPr>
        <p:spPr>
          <a:xfrm>
            <a:off x="6217920" y="480060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5"/>
          <p:cNvSpPr/>
          <p:nvPr/>
        </p:nvSpPr>
        <p:spPr>
          <a:xfrm>
            <a:off x="6217920" y="5120640"/>
            <a:ext cx="5573880" cy="100188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 56"/>
          <p:cNvSpPr/>
          <p:nvPr/>
        </p:nvSpPr>
        <p:spPr>
          <a:xfrm>
            <a:off x="6355080" y="5257800"/>
            <a:ext cx="1733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7"/>
          <p:cNvSpPr/>
          <p:nvPr/>
        </p:nvSpPr>
        <p:spPr>
          <a:xfrm>
            <a:off x="6355080" y="5577840"/>
            <a:ext cx="17334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8"/>
          <p:cNvSpPr/>
          <p:nvPr/>
        </p:nvSpPr>
        <p:spPr>
          <a:xfrm>
            <a:off x="8183880" y="5257800"/>
            <a:ext cx="1733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Tablet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59"/>
          <p:cNvSpPr/>
          <p:nvPr/>
        </p:nvSpPr>
        <p:spPr>
          <a:xfrm>
            <a:off x="8183880" y="5577840"/>
            <a:ext cx="17334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0"/>
          <p:cNvSpPr/>
          <p:nvPr/>
        </p:nvSpPr>
        <p:spPr>
          <a:xfrm>
            <a:off x="10012680" y="5257800"/>
            <a:ext cx="1733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61"/>
          <p:cNvSpPr/>
          <p:nvPr/>
        </p:nvSpPr>
        <p:spPr>
          <a:xfrm>
            <a:off x="10012680" y="5577840"/>
            <a:ext cx="17334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Text 62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63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offset (skip/take).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offset (skip/take)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offset (skip/take).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offset (skip/take)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54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5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7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9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1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2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6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0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3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6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7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2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83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4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6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0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1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8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2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3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5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6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0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1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12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3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3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4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7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8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1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4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5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0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41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2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4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8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9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2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3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6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7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2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63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4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70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1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2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6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9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7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8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3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99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0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1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7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2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Shape 3"/>
          <p:cNvSpPr/>
          <p:nvPr/>
        </p:nvSpPr>
        <p:spPr>
          <a:xfrm>
            <a:off x="548640" y="169164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Shape 4"/>
          <p:cNvSpPr/>
          <p:nvPr/>
        </p:nvSpPr>
        <p:spPr>
          <a:xfrm>
            <a:off x="685800" y="17830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Text 5"/>
          <p:cNvSpPr/>
          <p:nvPr/>
        </p:nvSpPr>
        <p:spPr>
          <a:xfrm>
            <a:off x="914400" y="169164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 6"/>
          <p:cNvSpPr/>
          <p:nvPr/>
        </p:nvSpPr>
        <p:spPr>
          <a:xfrm>
            <a:off x="2651760" y="169164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 7"/>
          <p:cNvSpPr/>
          <p:nvPr/>
        </p:nvSpPr>
        <p:spPr>
          <a:xfrm>
            <a:off x="3931920" y="169164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2" name="Shape 8"/>
          <p:cNvSpPr/>
          <p:nvPr/>
        </p:nvSpPr>
        <p:spPr>
          <a:xfrm>
            <a:off x="6217920" y="169164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3" name="Shape 9"/>
          <p:cNvSpPr/>
          <p:nvPr/>
        </p:nvSpPr>
        <p:spPr>
          <a:xfrm>
            <a:off x="6355080" y="17830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4" name="Text 10"/>
          <p:cNvSpPr/>
          <p:nvPr/>
        </p:nvSpPr>
        <p:spPr>
          <a:xfrm>
            <a:off x="6583680" y="169164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11"/>
          <p:cNvSpPr/>
          <p:nvPr/>
        </p:nvSpPr>
        <p:spPr>
          <a:xfrm>
            <a:off x="8321040" y="169164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12"/>
          <p:cNvSpPr/>
          <p:nvPr/>
        </p:nvSpPr>
        <p:spPr>
          <a:xfrm>
            <a:off x="9601200" y="169164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7" name="Shape 13"/>
          <p:cNvSpPr/>
          <p:nvPr/>
        </p:nvSpPr>
        <p:spPr>
          <a:xfrm>
            <a:off x="548640" y="205740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Shape 14"/>
          <p:cNvSpPr/>
          <p:nvPr/>
        </p:nvSpPr>
        <p:spPr>
          <a:xfrm>
            <a:off x="685800" y="214884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Text 15"/>
          <p:cNvSpPr/>
          <p:nvPr/>
        </p:nvSpPr>
        <p:spPr>
          <a:xfrm>
            <a:off x="914400" y="205740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16"/>
          <p:cNvSpPr/>
          <p:nvPr/>
        </p:nvSpPr>
        <p:spPr>
          <a:xfrm>
            <a:off x="2651760" y="205740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1" name="Text 17"/>
          <p:cNvSpPr/>
          <p:nvPr/>
        </p:nvSpPr>
        <p:spPr>
          <a:xfrm>
            <a:off x="3931920" y="205740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Inscription avec vérification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2" name="Shape 18"/>
          <p:cNvSpPr/>
          <p:nvPr/>
        </p:nvSpPr>
        <p:spPr>
          <a:xfrm>
            <a:off x="6217920" y="205740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Shape 19"/>
          <p:cNvSpPr/>
          <p:nvPr/>
        </p:nvSpPr>
        <p:spPr>
          <a:xfrm>
            <a:off x="6355080" y="214884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Text 20"/>
          <p:cNvSpPr/>
          <p:nvPr/>
        </p:nvSpPr>
        <p:spPr>
          <a:xfrm>
            <a:off x="6583680" y="205740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21"/>
          <p:cNvSpPr/>
          <p:nvPr/>
        </p:nvSpPr>
        <p:spPr>
          <a:xfrm>
            <a:off x="8321040" y="205740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 22"/>
          <p:cNvSpPr/>
          <p:nvPr/>
        </p:nvSpPr>
        <p:spPr>
          <a:xfrm>
            <a:off x="9601200" y="205740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Shape 23"/>
          <p:cNvSpPr/>
          <p:nvPr/>
        </p:nvSpPr>
        <p:spPr>
          <a:xfrm>
            <a:off x="548640" y="242316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Shape 24"/>
          <p:cNvSpPr/>
          <p:nvPr/>
        </p:nvSpPr>
        <p:spPr>
          <a:xfrm>
            <a:off x="685800" y="251460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Text 25"/>
          <p:cNvSpPr/>
          <p:nvPr/>
        </p:nvSpPr>
        <p:spPr>
          <a:xfrm>
            <a:off x="914400" y="242316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Text 26"/>
          <p:cNvSpPr/>
          <p:nvPr/>
        </p:nvSpPr>
        <p:spPr>
          <a:xfrm>
            <a:off x="2651760" y="242316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1" name="Text 27"/>
          <p:cNvSpPr/>
          <p:nvPr/>
        </p:nvSpPr>
        <p:spPr>
          <a:xfrm>
            <a:off x="3931920" y="242316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public/privé, posts, 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2" name="Shape 28"/>
          <p:cNvSpPr/>
          <p:nvPr/>
        </p:nvSpPr>
        <p:spPr>
          <a:xfrm>
            <a:off x="6217920" y="242316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Shape 29"/>
          <p:cNvSpPr/>
          <p:nvPr/>
        </p:nvSpPr>
        <p:spPr>
          <a:xfrm>
            <a:off x="6355080" y="251460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Text 30"/>
          <p:cNvSpPr/>
          <p:nvPr/>
        </p:nvSpPr>
        <p:spPr>
          <a:xfrm>
            <a:off x="6583680" y="242316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31"/>
          <p:cNvSpPr/>
          <p:nvPr/>
        </p:nvSpPr>
        <p:spPr>
          <a:xfrm>
            <a:off x="8321040" y="242316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6" name="Text 32"/>
          <p:cNvSpPr/>
          <p:nvPr/>
        </p:nvSpPr>
        <p:spPr>
          <a:xfrm>
            <a:off x="9601200" y="242316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messages 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7" name="Shape 33"/>
          <p:cNvSpPr/>
          <p:nvPr/>
        </p:nvSpPr>
        <p:spPr>
          <a:xfrm>
            <a:off x="548640" y="278892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8" name="Shape 34"/>
          <p:cNvSpPr/>
          <p:nvPr/>
        </p:nvSpPr>
        <p:spPr>
          <a:xfrm>
            <a:off x="685800" y="288036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9" name="Text 35"/>
          <p:cNvSpPr/>
          <p:nvPr/>
        </p:nvSpPr>
        <p:spPr>
          <a:xfrm>
            <a:off x="914400" y="278892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0" name="Text 36"/>
          <p:cNvSpPr/>
          <p:nvPr/>
        </p:nvSpPr>
        <p:spPr>
          <a:xfrm>
            <a:off x="2651760" y="278892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 DM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1" name="Text 37"/>
          <p:cNvSpPr/>
          <p:nvPr/>
        </p:nvSpPr>
        <p:spPr>
          <a:xfrm>
            <a:off x="3931920" y="278892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2" name="Shape 38"/>
          <p:cNvSpPr/>
          <p:nvPr/>
        </p:nvSpPr>
        <p:spPr>
          <a:xfrm>
            <a:off x="6217920" y="278892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Shape 39"/>
          <p:cNvSpPr/>
          <p:nvPr/>
        </p:nvSpPr>
        <p:spPr>
          <a:xfrm>
            <a:off x="6355080" y="288036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Text 40"/>
          <p:cNvSpPr/>
          <p:nvPr/>
        </p:nvSpPr>
        <p:spPr>
          <a:xfrm>
            <a:off x="6583680" y="278892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5" name="Text 41"/>
          <p:cNvSpPr/>
          <p:nvPr/>
        </p:nvSpPr>
        <p:spPr>
          <a:xfrm>
            <a:off x="8321040" y="278892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42"/>
          <p:cNvSpPr/>
          <p:nvPr/>
        </p:nvSpPr>
        <p:spPr>
          <a:xfrm>
            <a:off x="9601200" y="278892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7" name="Shape 43"/>
          <p:cNvSpPr/>
          <p:nvPr/>
        </p:nvSpPr>
        <p:spPr>
          <a:xfrm>
            <a:off x="548640" y="315468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Shape 44"/>
          <p:cNvSpPr/>
          <p:nvPr/>
        </p:nvSpPr>
        <p:spPr>
          <a:xfrm>
            <a:off x="685800" y="324612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Text 45"/>
          <p:cNvSpPr/>
          <p:nvPr/>
        </p:nvSpPr>
        <p:spPr>
          <a:xfrm>
            <a:off x="914400" y="315468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46"/>
          <p:cNvSpPr/>
          <p:nvPr/>
        </p:nvSpPr>
        <p:spPr>
          <a:xfrm>
            <a:off x="2651760" y="315468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47"/>
          <p:cNvSpPr/>
          <p:nvPr/>
        </p:nvSpPr>
        <p:spPr>
          <a:xfrm>
            <a:off x="3931920" y="315468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Shape 48"/>
          <p:cNvSpPr/>
          <p:nvPr/>
        </p:nvSpPr>
        <p:spPr>
          <a:xfrm>
            <a:off x="6217920" y="315468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Shape 49"/>
          <p:cNvSpPr/>
          <p:nvPr/>
        </p:nvSpPr>
        <p:spPr>
          <a:xfrm>
            <a:off x="6355080" y="324612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Text 50"/>
          <p:cNvSpPr/>
          <p:nvPr/>
        </p:nvSpPr>
        <p:spPr>
          <a:xfrm>
            <a:off x="6583680" y="315468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 51"/>
          <p:cNvSpPr/>
          <p:nvPr/>
        </p:nvSpPr>
        <p:spPr>
          <a:xfrm>
            <a:off x="8321040" y="315468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52"/>
          <p:cNvSpPr/>
          <p:nvPr/>
        </p:nvSpPr>
        <p:spPr>
          <a:xfrm>
            <a:off x="9601200" y="315468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Shape 53"/>
          <p:cNvSpPr/>
          <p:nvPr/>
        </p:nvSpPr>
        <p:spPr>
          <a:xfrm>
            <a:off x="548640" y="352044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Shape 54"/>
          <p:cNvSpPr/>
          <p:nvPr/>
        </p:nvSpPr>
        <p:spPr>
          <a:xfrm>
            <a:off x="685800" y="36118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Text 55"/>
          <p:cNvSpPr/>
          <p:nvPr/>
        </p:nvSpPr>
        <p:spPr>
          <a:xfrm>
            <a:off x="914400" y="352044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0" name="Text 56"/>
          <p:cNvSpPr/>
          <p:nvPr/>
        </p:nvSpPr>
        <p:spPr>
          <a:xfrm>
            <a:off x="2651760" y="352044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 57"/>
          <p:cNvSpPr/>
          <p:nvPr/>
        </p:nvSpPr>
        <p:spPr>
          <a:xfrm>
            <a:off x="3931920" y="352044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chat + membres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Shape 58"/>
          <p:cNvSpPr/>
          <p:nvPr/>
        </p:nvSpPr>
        <p:spPr>
          <a:xfrm>
            <a:off x="6217920" y="352044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Shape 59"/>
          <p:cNvSpPr/>
          <p:nvPr/>
        </p:nvSpPr>
        <p:spPr>
          <a:xfrm>
            <a:off x="6355080" y="36118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4" name="Text 60"/>
          <p:cNvSpPr/>
          <p:nvPr/>
        </p:nvSpPr>
        <p:spPr>
          <a:xfrm>
            <a:off x="6583680" y="352044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61"/>
          <p:cNvSpPr/>
          <p:nvPr/>
        </p:nvSpPr>
        <p:spPr>
          <a:xfrm>
            <a:off x="8321040" y="352044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62"/>
          <p:cNvSpPr/>
          <p:nvPr/>
        </p:nvSpPr>
        <p:spPr>
          <a:xfrm>
            <a:off x="9601200" y="352044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Shape 63"/>
          <p:cNvSpPr/>
          <p:nvPr/>
        </p:nvSpPr>
        <p:spPr>
          <a:xfrm>
            <a:off x="548640" y="388620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Shape 64"/>
          <p:cNvSpPr/>
          <p:nvPr/>
        </p:nvSpPr>
        <p:spPr>
          <a:xfrm>
            <a:off x="685800" y="397764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Text 65"/>
          <p:cNvSpPr/>
          <p:nvPr/>
        </p:nvSpPr>
        <p:spPr>
          <a:xfrm>
            <a:off x="914400" y="388620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 66"/>
          <p:cNvSpPr/>
          <p:nvPr/>
        </p:nvSpPr>
        <p:spPr>
          <a:xfrm>
            <a:off x="2651760" y="388620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67"/>
          <p:cNvSpPr/>
          <p:nvPr/>
        </p:nvSpPr>
        <p:spPr>
          <a:xfrm>
            <a:off x="3931920" y="388620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Shape 68"/>
          <p:cNvSpPr/>
          <p:nvPr/>
        </p:nvSpPr>
        <p:spPr>
          <a:xfrm>
            <a:off x="6217920" y="388620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Shape 69"/>
          <p:cNvSpPr/>
          <p:nvPr/>
        </p:nvSpPr>
        <p:spPr>
          <a:xfrm>
            <a:off x="6355080" y="397764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Text 70"/>
          <p:cNvSpPr/>
          <p:nvPr/>
        </p:nvSpPr>
        <p:spPr>
          <a:xfrm>
            <a:off x="6583680" y="388620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71"/>
          <p:cNvSpPr/>
          <p:nvPr/>
        </p:nvSpPr>
        <p:spPr>
          <a:xfrm>
            <a:off x="8321040" y="388620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 72"/>
          <p:cNvSpPr/>
          <p:nvPr/>
        </p:nvSpPr>
        <p:spPr>
          <a:xfrm>
            <a:off x="9601200" y="388620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Demandes d'amitié et de 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8" name="Text 73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 74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1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2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3" name="Shape 3"/>
          <p:cNvSpPr/>
          <p:nvPr/>
        </p:nvSpPr>
        <p:spPr>
          <a:xfrm>
            <a:off x="457200" y="1783080"/>
            <a:ext cx="1641960" cy="49896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4" name="Text 4"/>
          <p:cNvSpPr/>
          <p:nvPr/>
        </p:nvSpPr>
        <p:spPr>
          <a:xfrm>
            <a:off x="457200" y="1783080"/>
            <a:ext cx="1641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5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Shape 6"/>
          <p:cNvSpPr/>
          <p:nvPr/>
        </p:nvSpPr>
        <p:spPr>
          <a:xfrm>
            <a:off x="4480560" y="1783080"/>
            <a:ext cx="1641960" cy="49896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7" name="Text 7"/>
          <p:cNvSpPr/>
          <p:nvPr/>
        </p:nvSpPr>
        <p:spPr>
          <a:xfrm>
            <a:off x="4480560" y="1783080"/>
            <a:ext cx="1641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8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Shape 9"/>
          <p:cNvSpPr/>
          <p:nvPr/>
        </p:nvSpPr>
        <p:spPr>
          <a:xfrm>
            <a:off x="8503920" y="1783080"/>
            <a:ext cx="1641960" cy="49896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Text 10"/>
          <p:cNvSpPr/>
          <p:nvPr/>
        </p:nvSpPr>
        <p:spPr>
          <a:xfrm>
            <a:off x="8503920" y="1783080"/>
            <a:ext cx="1641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(Prisma)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1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Text 13"/>
          <p:cNvSpPr/>
          <p:nvPr/>
        </p:nvSpPr>
        <p:spPr>
          <a:xfrm>
            <a:off x="1280160" y="2450520"/>
            <a:ext cx="4019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4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Text 15"/>
          <p:cNvSpPr/>
          <p:nvPr/>
        </p:nvSpPr>
        <p:spPr>
          <a:xfrm>
            <a:off x="5303520" y="2953440"/>
            <a:ext cx="4019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6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Text 17"/>
          <p:cNvSpPr/>
          <p:nvPr/>
        </p:nvSpPr>
        <p:spPr>
          <a:xfrm>
            <a:off x="5303520" y="3456360"/>
            <a:ext cx="4019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row (hashed 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Shape 18"/>
          <p:cNvSpPr/>
          <p:nvPr/>
        </p:nvSpPr>
        <p:spPr>
          <a:xfrm>
            <a:off x="5349240" y="4023360"/>
            <a:ext cx="3653640" cy="77328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Text 19"/>
          <p:cNvSpPr/>
          <p:nvPr/>
        </p:nvSpPr>
        <p:spPr>
          <a:xfrm>
            <a:off x="5394960" y="4069080"/>
            <a:ext cx="3562200" cy="6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0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Text 21"/>
          <p:cNvSpPr/>
          <p:nvPr/>
        </p:nvSpPr>
        <p:spPr>
          <a:xfrm>
            <a:off x="1280160" y="4782240"/>
            <a:ext cx="4019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2" name="Shape 22"/>
          <p:cNvSpPr/>
          <p:nvPr/>
        </p:nvSpPr>
        <p:spPr>
          <a:xfrm>
            <a:off x="548640" y="5486400"/>
            <a:ext cx="11060280" cy="77328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3" name="Text 23"/>
          <p:cNvSpPr/>
          <p:nvPr/>
        </p:nvSpPr>
        <p:spPr>
          <a:xfrm>
            <a:off x="777240" y="5532120"/>
            <a:ext cx="10603080" cy="6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5" name="Text 24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25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8" name="TextBox 3"/>
          <p:cNvSpPr/>
          <p:nvPr/>
        </p:nvSpPr>
        <p:spPr>
          <a:xfrm>
            <a:off x="548640" y="721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9" name="Rectangle 4"/>
          <p:cNvSpPr/>
          <p:nvPr/>
        </p:nvSpPr>
        <p:spPr>
          <a:xfrm>
            <a:off x="549720" y="1691640"/>
            <a:ext cx="1550520" cy="4989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0" name="TextBox 5"/>
          <p:cNvSpPr/>
          <p:nvPr/>
        </p:nvSpPr>
        <p:spPr>
          <a:xfrm>
            <a:off x="549720" y="1737360"/>
            <a:ext cx="155052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TextBox 6"/>
          <p:cNvSpPr/>
          <p:nvPr/>
        </p:nvSpPr>
        <p:spPr>
          <a:xfrm>
            <a:off x="549720" y="1947600"/>
            <a:ext cx="155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Rectangle 7"/>
          <p:cNvSpPr/>
          <p:nvPr/>
        </p:nvSpPr>
        <p:spPr>
          <a:xfrm>
            <a:off x="1308600" y="2194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3" name="Rectangle 8"/>
          <p:cNvSpPr/>
          <p:nvPr/>
        </p:nvSpPr>
        <p:spPr>
          <a:xfrm>
            <a:off x="1308600" y="23590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9"/>
          <p:cNvSpPr/>
          <p:nvPr/>
        </p:nvSpPr>
        <p:spPr>
          <a:xfrm>
            <a:off x="1308600" y="25236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10"/>
          <p:cNvSpPr/>
          <p:nvPr/>
        </p:nvSpPr>
        <p:spPr>
          <a:xfrm>
            <a:off x="1308600" y="2688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1"/>
          <p:cNvSpPr/>
          <p:nvPr/>
        </p:nvSpPr>
        <p:spPr>
          <a:xfrm>
            <a:off x="1308600" y="2853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2"/>
          <p:cNvSpPr/>
          <p:nvPr/>
        </p:nvSpPr>
        <p:spPr>
          <a:xfrm>
            <a:off x="1308600" y="3017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3"/>
          <p:cNvSpPr/>
          <p:nvPr/>
        </p:nvSpPr>
        <p:spPr>
          <a:xfrm>
            <a:off x="1308600" y="31820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4"/>
          <p:cNvSpPr/>
          <p:nvPr/>
        </p:nvSpPr>
        <p:spPr>
          <a:xfrm>
            <a:off x="1308600" y="3346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5"/>
          <p:cNvSpPr/>
          <p:nvPr/>
        </p:nvSpPr>
        <p:spPr>
          <a:xfrm>
            <a:off x="1308600" y="3511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6"/>
          <p:cNvSpPr/>
          <p:nvPr/>
        </p:nvSpPr>
        <p:spPr>
          <a:xfrm>
            <a:off x="1308600" y="3675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7"/>
          <p:cNvSpPr/>
          <p:nvPr/>
        </p:nvSpPr>
        <p:spPr>
          <a:xfrm>
            <a:off x="1308600" y="3840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8"/>
          <p:cNvSpPr/>
          <p:nvPr/>
        </p:nvSpPr>
        <p:spPr>
          <a:xfrm>
            <a:off x="1308600" y="4005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9"/>
          <p:cNvSpPr/>
          <p:nvPr/>
        </p:nvSpPr>
        <p:spPr>
          <a:xfrm>
            <a:off x="1308600" y="4169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Rectangle 20"/>
          <p:cNvSpPr/>
          <p:nvPr/>
        </p:nvSpPr>
        <p:spPr>
          <a:xfrm>
            <a:off x="1308600" y="4334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Rectangle 21"/>
          <p:cNvSpPr/>
          <p:nvPr/>
        </p:nvSpPr>
        <p:spPr>
          <a:xfrm>
            <a:off x="1308600" y="4498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Rectangle 22"/>
          <p:cNvSpPr/>
          <p:nvPr/>
        </p:nvSpPr>
        <p:spPr>
          <a:xfrm>
            <a:off x="1308600" y="4663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8" name="Rectangle 23"/>
          <p:cNvSpPr/>
          <p:nvPr/>
        </p:nvSpPr>
        <p:spPr>
          <a:xfrm>
            <a:off x="1308600" y="4827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9" name="Rectangle 24"/>
          <p:cNvSpPr/>
          <p:nvPr/>
        </p:nvSpPr>
        <p:spPr>
          <a:xfrm>
            <a:off x="1308600" y="4992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0" name="Rectangle 25"/>
          <p:cNvSpPr/>
          <p:nvPr/>
        </p:nvSpPr>
        <p:spPr>
          <a:xfrm>
            <a:off x="1308600" y="51573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1" name="Rectangle 26"/>
          <p:cNvSpPr/>
          <p:nvPr/>
        </p:nvSpPr>
        <p:spPr>
          <a:xfrm>
            <a:off x="1308600" y="53218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2" name="Rectangle 27"/>
          <p:cNvSpPr/>
          <p:nvPr/>
        </p:nvSpPr>
        <p:spPr>
          <a:xfrm>
            <a:off x="1308600" y="5486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3" name="Rectangle 28"/>
          <p:cNvSpPr/>
          <p:nvPr/>
        </p:nvSpPr>
        <p:spPr>
          <a:xfrm>
            <a:off x="1308600" y="5650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Rectangle 29"/>
          <p:cNvSpPr/>
          <p:nvPr/>
        </p:nvSpPr>
        <p:spPr>
          <a:xfrm>
            <a:off x="2927160" y="1691640"/>
            <a:ext cx="1550520" cy="498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TextBox 30"/>
          <p:cNvSpPr/>
          <p:nvPr/>
        </p:nvSpPr>
        <p:spPr>
          <a:xfrm>
            <a:off x="2927160" y="1737360"/>
            <a:ext cx="155052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6" name="TextBox 31"/>
          <p:cNvSpPr/>
          <p:nvPr/>
        </p:nvSpPr>
        <p:spPr>
          <a:xfrm>
            <a:off x="2927160" y="1947600"/>
            <a:ext cx="155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Rectangle 32"/>
          <p:cNvSpPr/>
          <p:nvPr/>
        </p:nvSpPr>
        <p:spPr>
          <a:xfrm>
            <a:off x="3686040" y="2194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8" name="Rectangle 33"/>
          <p:cNvSpPr/>
          <p:nvPr/>
        </p:nvSpPr>
        <p:spPr>
          <a:xfrm>
            <a:off x="3686040" y="23590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9" name="Rectangle 34"/>
          <p:cNvSpPr/>
          <p:nvPr/>
        </p:nvSpPr>
        <p:spPr>
          <a:xfrm>
            <a:off x="3686040" y="25236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0" name="Rectangle 35"/>
          <p:cNvSpPr/>
          <p:nvPr/>
        </p:nvSpPr>
        <p:spPr>
          <a:xfrm>
            <a:off x="3686040" y="2688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1" name="Rectangle 36"/>
          <p:cNvSpPr/>
          <p:nvPr/>
        </p:nvSpPr>
        <p:spPr>
          <a:xfrm>
            <a:off x="3686040" y="2853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2" name="Rectangle 37"/>
          <p:cNvSpPr/>
          <p:nvPr/>
        </p:nvSpPr>
        <p:spPr>
          <a:xfrm>
            <a:off x="3686040" y="3017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3" name="Rectangle 38"/>
          <p:cNvSpPr/>
          <p:nvPr/>
        </p:nvSpPr>
        <p:spPr>
          <a:xfrm>
            <a:off x="3686040" y="31820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4" name="Rectangle 39"/>
          <p:cNvSpPr/>
          <p:nvPr/>
        </p:nvSpPr>
        <p:spPr>
          <a:xfrm>
            <a:off x="3686040" y="3346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5" name="Rectangle 40"/>
          <p:cNvSpPr/>
          <p:nvPr/>
        </p:nvSpPr>
        <p:spPr>
          <a:xfrm>
            <a:off x="3704400" y="3485520"/>
            <a:ext cx="8748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3920" rIns="18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6" name="Rectangle 41"/>
          <p:cNvSpPr/>
          <p:nvPr/>
        </p:nvSpPr>
        <p:spPr>
          <a:xfrm>
            <a:off x="3686040" y="3675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7" name="Rectangle 42"/>
          <p:cNvSpPr/>
          <p:nvPr/>
        </p:nvSpPr>
        <p:spPr>
          <a:xfrm>
            <a:off x="3686040" y="3840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8" name="Rectangle 43"/>
          <p:cNvSpPr/>
          <p:nvPr/>
        </p:nvSpPr>
        <p:spPr>
          <a:xfrm>
            <a:off x="3686040" y="4005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9" name="Rectangle 44"/>
          <p:cNvSpPr/>
          <p:nvPr/>
        </p:nvSpPr>
        <p:spPr>
          <a:xfrm>
            <a:off x="3686040" y="4169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0" name="Rectangle 45"/>
          <p:cNvSpPr/>
          <p:nvPr/>
        </p:nvSpPr>
        <p:spPr>
          <a:xfrm>
            <a:off x="3686040" y="4334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1" name="Rectangle 46"/>
          <p:cNvSpPr/>
          <p:nvPr/>
        </p:nvSpPr>
        <p:spPr>
          <a:xfrm>
            <a:off x="3686040" y="4498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2" name="Rectangle 47"/>
          <p:cNvSpPr/>
          <p:nvPr/>
        </p:nvSpPr>
        <p:spPr>
          <a:xfrm>
            <a:off x="3686040" y="4663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3" name="Rectangle 48"/>
          <p:cNvSpPr/>
          <p:nvPr/>
        </p:nvSpPr>
        <p:spPr>
          <a:xfrm>
            <a:off x="3686040" y="4827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4" name="Rectangle 49"/>
          <p:cNvSpPr/>
          <p:nvPr/>
        </p:nvSpPr>
        <p:spPr>
          <a:xfrm>
            <a:off x="3686040" y="4992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5" name="Rectangle 50"/>
          <p:cNvSpPr/>
          <p:nvPr/>
        </p:nvSpPr>
        <p:spPr>
          <a:xfrm>
            <a:off x="3686040" y="51573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6" name="Rectangle 51"/>
          <p:cNvSpPr/>
          <p:nvPr/>
        </p:nvSpPr>
        <p:spPr>
          <a:xfrm>
            <a:off x="3686040" y="53218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7" name="Rectangle 52"/>
          <p:cNvSpPr/>
          <p:nvPr/>
        </p:nvSpPr>
        <p:spPr>
          <a:xfrm>
            <a:off x="3686040" y="5486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8" name="Rectangle 53"/>
          <p:cNvSpPr/>
          <p:nvPr/>
        </p:nvSpPr>
        <p:spPr>
          <a:xfrm>
            <a:off x="3686040" y="5650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Rectangle 54"/>
          <p:cNvSpPr/>
          <p:nvPr/>
        </p:nvSpPr>
        <p:spPr>
          <a:xfrm>
            <a:off x="5304600" y="1691640"/>
            <a:ext cx="1550520" cy="498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0" name="TextBox 55"/>
          <p:cNvSpPr/>
          <p:nvPr/>
        </p:nvSpPr>
        <p:spPr>
          <a:xfrm>
            <a:off x="5304600" y="1737360"/>
            <a:ext cx="155052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Box 56"/>
          <p:cNvSpPr/>
          <p:nvPr/>
        </p:nvSpPr>
        <p:spPr>
          <a:xfrm>
            <a:off x="5304600" y="1947600"/>
            <a:ext cx="155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Rectangle 57"/>
          <p:cNvSpPr/>
          <p:nvPr/>
        </p:nvSpPr>
        <p:spPr>
          <a:xfrm>
            <a:off x="6063480" y="2194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3" name="Rectangle 58"/>
          <p:cNvSpPr/>
          <p:nvPr/>
        </p:nvSpPr>
        <p:spPr>
          <a:xfrm>
            <a:off x="6063480" y="23590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Rectangle 59"/>
          <p:cNvSpPr/>
          <p:nvPr/>
        </p:nvSpPr>
        <p:spPr>
          <a:xfrm>
            <a:off x="6063480" y="25236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5" name="Rectangle 60"/>
          <p:cNvSpPr/>
          <p:nvPr/>
        </p:nvSpPr>
        <p:spPr>
          <a:xfrm>
            <a:off x="6063480" y="2688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6" name="Rectangle 61"/>
          <p:cNvSpPr/>
          <p:nvPr/>
        </p:nvSpPr>
        <p:spPr>
          <a:xfrm>
            <a:off x="6063480" y="2853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Rectangle 62"/>
          <p:cNvSpPr/>
          <p:nvPr/>
        </p:nvSpPr>
        <p:spPr>
          <a:xfrm>
            <a:off x="5990400" y="3028320"/>
            <a:ext cx="8748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3920" rIns="18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8" name="Rectangle 63"/>
          <p:cNvSpPr/>
          <p:nvPr/>
        </p:nvSpPr>
        <p:spPr>
          <a:xfrm>
            <a:off x="6063480" y="31820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9" name="Rectangle 64"/>
          <p:cNvSpPr/>
          <p:nvPr/>
        </p:nvSpPr>
        <p:spPr>
          <a:xfrm>
            <a:off x="6063480" y="3346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Rectangle 65"/>
          <p:cNvSpPr/>
          <p:nvPr/>
        </p:nvSpPr>
        <p:spPr>
          <a:xfrm>
            <a:off x="6063480" y="3511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1" name="Rectangle 66"/>
          <p:cNvSpPr/>
          <p:nvPr/>
        </p:nvSpPr>
        <p:spPr>
          <a:xfrm>
            <a:off x="6063480" y="3675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2" name="Rectangle 67"/>
          <p:cNvSpPr/>
          <p:nvPr/>
        </p:nvSpPr>
        <p:spPr>
          <a:xfrm>
            <a:off x="6063480" y="3840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Rectangle 68"/>
          <p:cNvSpPr/>
          <p:nvPr/>
        </p:nvSpPr>
        <p:spPr>
          <a:xfrm>
            <a:off x="6063480" y="4005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4" name="Rectangle 69"/>
          <p:cNvSpPr/>
          <p:nvPr/>
        </p:nvSpPr>
        <p:spPr>
          <a:xfrm>
            <a:off x="6063480" y="4169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5" name="Rectangle 70"/>
          <p:cNvSpPr/>
          <p:nvPr/>
        </p:nvSpPr>
        <p:spPr>
          <a:xfrm>
            <a:off x="6063480" y="4334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Rectangle 71"/>
          <p:cNvSpPr/>
          <p:nvPr/>
        </p:nvSpPr>
        <p:spPr>
          <a:xfrm>
            <a:off x="6063480" y="4498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7" name="Rectangle 72"/>
          <p:cNvSpPr/>
          <p:nvPr/>
        </p:nvSpPr>
        <p:spPr>
          <a:xfrm>
            <a:off x="6063480" y="4663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8" name="Rectangle 73"/>
          <p:cNvSpPr/>
          <p:nvPr/>
        </p:nvSpPr>
        <p:spPr>
          <a:xfrm>
            <a:off x="6063480" y="4827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9" name="Rectangle 74"/>
          <p:cNvSpPr/>
          <p:nvPr/>
        </p:nvSpPr>
        <p:spPr>
          <a:xfrm>
            <a:off x="6063480" y="4992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0" name="Rectangle 75"/>
          <p:cNvSpPr/>
          <p:nvPr/>
        </p:nvSpPr>
        <p:spPr>
          <a:xfrm>
            <a:off x="6063480" y="51573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1" name="Rectangle 76"/>
          <p:cNvSpPr/>
          <p:nvPr/>
        </p:nvSpPr>
        <p:spPr>
          <a:xfrm>
            <a:off x="6063480" y="53218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2" name="Rectangle 77"/>
          <p:cNvSpPr/>
          <p:nvPr/>
        </p:nvSpPr>
        <p:spPr>
          <a:xfrm>
            <a:off x="6063480" y="5486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3" name="Rectangle 78"/>
          <p:cNvSpPr/>
          <p:nvPr/>
        </p:nvSpPr>
        <p:spPr>
          <a:xfrm>
            <a:off x="6063480" y="5650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Rectangle 79"/>
          <p:cNvSpPr/>
          <p:nvPr/>
        </p:nvSpPr>
        <p:spPr>
          <a:xfrm>
            <a:off x="7682040" y="1691640"/>
            <a:ext cx="1550520" cy="498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TextBox 80"/>
          <p:cNvSpPr/>
          <p:nvPr/>
        </p:nvSpPr>
        <p:spPr>
          <a:xfrm>
            <a:off x="7682040" y="1737360"/>
            <a:ext cx="155052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TextBox 81"/>
          <p:cNvSpPr/>
          <p:nvPr/>
        </p:nvSpPr>
        <p:spPr>
          <a:xfrm>
            <a:off x="7682040" y="1947600"/>
            <a:ext cx="155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Rectangle 82"/>
          <p:cNvSpPr/>
          <p:nvPr/>
        </p:nvSpPr>
        <p:spPr>
          <a:xfrm>
            <a:off x="8440920" y="2194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8" name="Rectangle 83"/>
          <p:cNvSpPr/>
          <p:nvPr/>
        </p:nvSpPr>
        <p:spPr>
          <a:xfrm>
            <a:off x="8440920" y="23590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9" name="Rectangle 84"/>
          <p:cNvSpPr/>
          <p:nvPr/>
        </p:nvSpPr>
        <p:spPr>
          <a:xfrm>
            <a:off x="8440920" y="25236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Rectangle 85"/>
          <p:cNvSpPr/>
          <p:nvPr/>
        </p:nvSpPr>
        <p:spPr>
          <a:xfrm>
            <a:off x="8440920" y="2688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Rectangle 86"/>
          <p:cNvSpPr/>
          <p:nvPr/>
        </p:nvSpPr>
        <p:spPr>
          <a:xfrm>
            <a:off x="8440920" y="2853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2" name="Rectangle 87"/>
          <p:cNvSpPr/>
          <p:nvPr/>
        </p:nvSpPr>
        <p:spPr>
          <a:xfrm>
            <a:off x="8440920" y="3017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Rectangle 88"/>
          <p:cNvSpPr/>
          <p:nvPr/>
        </p:nvSpPr>
        <p:spPr>
          <a:xfrm>
            <a:off x="8440920" y="31820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Rectangle 89"/>
          <p:cNvSpPr/>
          <p:nvPr/>
        </p:nvSpPr>
        <p:spPr>
          <a:xfrm>
            <a:off x="8440920" y="3346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5" name="Rectangle 90"/>
          <p:cNvSpPr/>
          <p:nvPr/>
        </p:nvSpPr>
        <p:spPr>
          <a:xfrm>
            <a:off x="8440920" y="3511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Rectangle 91"/>
          <p:cNvSpPr/>
          <p:nvPr/>
        </p:nvSpPr>
        <p:spPr>
          <a:xfrm>
            <a:off x="8440920" y="3675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Rectangle 92"/>
          <p:cNvSpPr/>
          <p:nvPr/>
        </p:nvSpPr>
        <p:spPr>
          <a:xfrm>
            <a:off x="8440920" y="3840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8" name="Rectangle 93"/>
          <p:cNvSpPr/>
          <p:nvPr/>
        </p:nvSpPr>
        <p:spPr>
          <a:xfrm>
            <a:off x="8440920" y="4005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Rectangle 94"/>
          <p:cNvSpPr/>
          <p:nvPr/>
        </p:nvSpPr>
        <p:spPr>
          <a:xfrm>
            <a:off x="8440920" y="4169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Rectangle 95"/>
          <p:cNvSpPr/>
          <p:nvPr/>
        </p:nvSpPr>
        <p:spPr>
          <a:xfrm>
            <a:off x="8440920" y="4334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1" name="Rectangle 96"/>
          <p:cNvSpPr/>
          <p:nvPr/>
        </p:nvSpPr>
        <p:spPr>
          <a:xfrm>
            <a:off x="8440920" y="4498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Rectangle 97"/>
          <p:cNvSpPr/>
          <p:nvPr/>
        </p:nvSpPr>
        <p:spPr>
          <a:xfrm>
            <a:off x="8440920" y="4663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3" name="Rectangle 98"/>
          <p:cNvSpPr/>
          <p:nvPr/>
        </p:nvSpPr>
        <p:spPr>
          <a:xfrm>
            <a:off x="8440920" y="4827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Rectangle 99"/>
          <p:cNvSpPr/>
          <p:nvPr/>
        </p:nvSpPr>
        <p:spPr>
          <a:xfrm>
            <a:off x="8440920" y="4992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5" name="Rectangle 100"/>
          <p:cNvSpPr/>
          <p:nvPr/>
        </p:nvSpPr>
        <p:spPr>
          <a:xfrm>
            <a:off x="8440920" y="51573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Rectangle 101"/>
          <p:cNvSpPr/>
          <p:nvPr/>
        </p:nvSpPr>
        <p:spPr>
          <a:xfrm>
            <a:off x="8440920" y="53218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7" name="Rectangle 102"/>
          <p:cNvSpPr/>
          <p:nvPr/>
        </p:nvSpPr>
        <p:spPr>
          <a:xfrm>
            <a:off x="8440920" y="5486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Rectangle 103"/>
          <p:cNvSpPr/>
          <p:nvPr/>
        </p:nvSpPr>
        <p:spPr>
          <a:xfrm>
            <a:off x="8440920" y="5650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9" name="Rectangle 104"/>
          <p:cNvSpPr/>
          <p:nvPr/>
        </p:nvSpPr>
        <p:spPr>
          <a:xfrm>
            <a:off x="10059480" y="1691640"/>
            <a:ext cx="1550520" cy="498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TextBox 105"/>
          <p:cNvSpPr/>
          <p:nvPr/>
        </p:nvSpPr>
        <p:spPr>
          <a:xfrm>
            <a:off x="10059480" y="1737360"/>
            <a:ext cx="155052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TextBox 106"/>
          <p:cNvSpPr/>
          <p:nvPr/>
        </p:nvSpPr>
        <p:spPr>
          <a:xfrm>
            <a:off x="10059480" y="1947600"/>
            <a:ext cx="155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Rectangle 107"/>
          <p:cNvSpPr/>
          <p:nvPr/>
        </p:nvSpPr>
        <p:spPr>
          <a:xfrm>
            <a:off x="10818360" y="2194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3" name="Rectangle 108"/>
          <p:cNvSpPr/>
          <p:nvPr/>
        </p:nvSpPr>
        <p:spPr>
          <a:xfrm>
            <a:off x="10818360" y="23590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4" name="Rectangle 109"/>
          <p:cNvSpPr/>
          <p:nvPr/>
        </p:nvSpPr>
        <p:spPr>
          <a:xfrm>
            <a:off x="10818360" y="25236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5" name="Rectangle 110"/>
          <p:cNvSpPr/>
          <p:nvPr/>
        </p:nvSpPr>
        <p:spPr>
          <a:xfrm>
            <a:off x="10818360" y="2688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6" name="Rectangle 111"/>
          <p:cNvSpPr/>
          <p:nvPr/>
        </p:nvSpPr>
        <p:spPr>
          <a:xfrm>
            <a:off x="10818360" y="2853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7" name="Rectangle 112"/>
          <p:cNvSpPr/>
          <p:nvPr/>
        </p:nvSpPr>
        <p:spPr>
          <a:xfrm>
            <a:off x="10818360" y="3017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8" name="Rectangle 113"/>
          <p:cNvSpPr/>
          <p:nvPr/>
        </p:nvSpPr>
        <p:spPr>
          <a:xfrm>
            <a:off x="10818360" y="31820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Rectangle 114"/>
          <p:cNvSpPr/>
          <p:nvPr/>
        </p:nvSpPr>
        <p:spPr>
          <a:xfrm>
            <a:off x="10818360" y="3346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Rectangle 115"/>
          <p:cNvSpPr/>
          <p:nvPr/>
        </p:nvSpPr>
        <p:spPr>
          <a:xfrm>
            <a:off x="10818360" y="3511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Rectangle 116"/>
          <p:cNvSpPr/>
          <p:nvPr/>
        </p:nvSpPr>
        <p:spPr>
          <a:xfrm>
            <a:off x="10818360" y="3675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Rectangle 117"/>
          <p:cNvSpPr/>
          <p:nvPr/>
        </p:nvSpPr>
        <p:spPr>
          <a:xfrm>
            <a:off x="10818360" y="3840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Rectangle 118"/>
          <p:cNvSpPr/>
          <p:nvPr/>
        </p:nvSpPr>
        <p:spPr>
          <a:xfrm>
            <a:off x="10818360" y="4005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4" name="Rectangle 119"/>
          <p:cNvSpPr/>
          <p:nvPr/>
        </p:nvSpPr>
        <p:spPr>
          <a:xfrm>
            <a:off x="10818360" y="4169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5" name="Rectangle 120"/>
          <p:cNvSpPr/>
          <p:nvPr/>
        </p:nvSpPr>
        <p:spPr>
          <a:xfrm>
            <a:off x="10818360" y="4334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6" name="Rectangle 121"/>
          <p:cNvSpPr/>
          <p:nvPr/>
        </p:nvSpPr>
        <p:spPr>
          <a:xfrm>
            <a:off x="10818360" y="4498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7" name="Rectangle 122"/>
          <p:cNvSpPr/>
          <p:nvPr/>
        </p:nvSpPr>
        <p:spPr>
          <a:xfrm>
            <a:off x="10818360" y="4663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8" name="Rectangle 123"/>
          <p:cNvSpPr/>
          <p:nvPr/>
        </p:nvSpPr>
        <p:spPr>
          <a:xfrm>
            <a:off x="10818360" y="4827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9" name="Rectangle 124"/>
          <p:cNvSpPr/>
          <p:nvPr/>
        </p:nvSpPr>
        <p:spPr>
          <a:xfrm>
            <a:off x="10818360" y="4992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0" name="Rectangle 125"/>
          <p:cNvSpPr/>
          <p:nvPr/>
        </p:nvSpPr>
        <p:spPr>
          <a:xfrm>
            <a:off x="10818360" y="51573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1" name="Rectangle 126"/>
          <p:cNvSpPr/>
          <p:nvPr/>
        </p:nvSpPr>
        <p:spPr>
          <a:xfrm>
            <a:off x="10818360" y="53218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2" name="Rectangle 127"/>
          <p:cNvSpPr/>
          <p:nvPr/>
        </p:nvSpPr>
        <p:spPr>
          <a:xfrm>
            <a:off x="10818360" y="5486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3" name="Rectangle 128"/>
          <p:cNvSpPr/>
          <p:nvPr/>
        </p:nvSpPr>
        <p:spPr>
          <a:xfrm>
            <a:off x="10818360" y="5650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4" name="Rectangle 129"/>
          <p:cNvSpPr/>
          <p:nvPr/>
        </p:nvSpPr>
        <p:spPr>
          <a:xfrm>
            <a:off x="1326960" y="2606040"/>
            <a:ext cx="2373480" cy="190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5" name="Oval 130"/>
          <p:cNvSpPr/>
          <p:nvPr/>
        </p:nvSpPr>
        <p:spPr>
          <a:xfrm>
            <a:off x="3612960" y="2571120"/>
            <a:ext cx="87480" cy="87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6" name="TextBox 131"/>
          <p:cNvSpPr/>
          <p:nvPr/>
        </p:nvSpPr>
        <p:spPr>
          <a:xfrm>
            <a:off x="1418400" y="228348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Rectangle 132"/>
          <p:cNvSpPr/>
          <p:nvPr/>
        </p:nvSpPr>
        <p:spPr>
          <a:xfrm>
            <a:off x="3704400" y="3063240"/>
            <a:ext cx="2373480" cy="19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8" name="Oval 133"/>
          <p:cNvSpPr/>
          <p:nvPr/>
        </p:nvSpPr>
        <p:spPr>
          <a:xfrm>
            <a:off x="5990400" y="3028320"/>
            <a:ext cx="87480" cy="874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9" name="TextBox 134"/>
          <p:cNvSpPr/>
          <p:nvPr/>
        </p:nvSpPr>
        <p:spPr>
          <a:xfrm>
            <a:off x="3795840" y="277056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Rectangle 135"/>
          <p:cNvSpPr/>
          <p:nvPr/>
        </p:nvSpPr>
        <p:spPr>
          <a:xfrm>
            <a:off x="3704400" y="3485520"/>
            <a:ext cx="87480" cy="87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1" name="Rectangle 136"/>
          <p:cNvSpPr/>
          <p:nvPr/>
        </p:nvSpPr>
        <p:spPr>
          <a:xfrm>
            <a:off x="386892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2" name="Rectangle 137"/>
          <p:cNvSpPr/>
          <p:nvPr/>
        </p:nvSpPr>
        <p:spPr>
          <a:xfrm>
            <a:off x="403344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3" name="Rectangle 138"/>
          <p:cNvSpPr/>
          <p:nvPr/>
        </p:nvSpPr>
        <p:spPr>
          <a:xfrm>
            <a:off x="419832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4" name="Rectangle 139"/>
          <p:cNvSpPr/>
          <p:nvPr/>
        </p:nvSpPr>
        <p:spPr>
          <a:xfrm>
            <a:off x="436284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5" name="Rectangle 140"/>
          <p:cNvSpPr/>
          <p:nvPr/>
        </p:nvSpPr>
        <p:spPr>
          <a:xfrm>
            <a:off x="452736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6" name="Rectangle 141"/>
          <p:cNvSpPr/>
          <p:nvPr/>
        </p:nvSpPr>
        <p:spPr>
          <a:xfrm>
            <a:off x="469188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7" name="Rectangle 142"/>
          <p:cNvSpPr/>
          <p:nvPr/>
        </p:nvSpPr>
        <p:spPr>
          <a:xfrm>
            <a:off x="485640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8" name="Rectangle 143"/>
          <p:cNvSpPr/>
          <p:nvPr/>
        </p:nvSpPr>
        <p:spPr>
          <a:xfrm>
            <a:off x="502128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9" name="Rectangle 144"/>
          <p:cNvSpPr/>
          <p:nvPr/>
        </p:nvSpPr>
        <p:spPr>
          <a:xfrm>
            <a:off x="518580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0" name="Rectangle 145"/>
          <p:cNvSpPr/>
          <p:nvPr/>
        </p:nvSpPr>
        <p:spPr>
          <a:xfrm>
            <a:off x="535032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1" name="Rectangle 146"/>
          <p:cNvSpPr/>
          <p:nvPr/>
        </p:nvSpPr>
        <p:spPr>
          <a:xfrm>
            <a:off x="551484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2" name="Rectangle 147"/>
          <p:cNvSpPr/>
          <p:nvPr/>
        </p:nvSpPr>
        <p:spPr>
          <a:xfrm>
            <a:off x="567936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3" name="Rectangle 148"/>
          <p:cNvSpPr/>
          <p:nvPr/>
        </p:nvSpPr>
        <p:spPr>
          <a:xfrm>
            <a:off x="584424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4" name="Rectangle 149"/>
          <p:cNvSpPr/>
          <p:nvPr/>
        </p:nvSpPr>
        <p:spPr>
          <a:xfrm>
            <a:off x="6008760" y="3520440"/>
            <a:ext cx="6912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-21960" rIns="345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5" name="Oval 150"/>
          <p:cNvSpPr/>
          <p:nvPr/>
        </p:nvSpPr>
        <p:spPr>
          <a:xfrm>
            <a:off x="3704400" y="3485520"/>
            <a:ext cx="87480" cy="87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6" name="TextBox 151"/>
          <p:cNvSpPr/>
          <p:nvPr/>
        </p:nvSpPr>
        <p:spPr>
          <a:xfrm>
            <a:off x="3795840" y="322776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message  { id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Rectangle 152"/>
          <p:cNvSpPr/>
          <p:nvPr/>
        </p:nvSpPr>
        <p:spPr>
          <a:xfrm>
            <a:off x="3704400" y="3977640"/>
            <a:ext cx="4750920" cy="19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8" name="Oval 153"/>
          <p:cNvSpPr/>
          <p:nvPr/>
        </p:nvSpPr>
        <p:spPr>
          <a:xfrm>
            <a:off x="8367840" y="3942720"/>
            <a:ext cx="87480" cy="874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9" name="TextBox 154"/>
          <p:cNvSpPr/>
          <p:nvPr/>
        </p:nvSpPr>
        <p:spPr>
          <a:xfrm>
            <a:off x="3780000" y="3716640"/>
            <a:ext cx="46594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Rectangle 155"/>
          <p:cNvSpPr/>
          <p:nvPr/>
        </p:nvSpPr>
        <p:spPr>
          <a:xfrm>
            <a:off x="1326960" y="4399920"/>
            <a:ext cx="87480" cy="87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1" name="Rectangle 156"/>
          <p:cNvSpPr/>
          <p:nvPr/>
        </p:nvSpPr>
        <p:spPr>
          <a:xfrm>
            <a:off x="149148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2" name="Rectangle 157"/>
          <p:cNvSpPr/>
          <p:nvPr/>
        </p:nvSpPr>
        <p:spPr>
          <a:xfrm>
            <a:off x="165600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3" name="Rectangle 158"/>
          <p:cNvSpPr/>
          <p:nvPr/>
        </p:nvSpPr>
        <p:spPr>
          <a:xfrm>
            <a:off x="182088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Rectangle 159"/>
          <p:cNvSpPr/>
          <p:nvPr/>
        </p:nvSpPr>
        <p:spPr>
          <a:xfrm>
            <a:off x="198540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5" name="Rectangle 160"/>
          <p:cNvSpPr/>
          <p:nvPr/>
        </p:nvSpPr>
        <p:spPr>
          <a:xfrm>
            <a:off x="214992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6" name="Rectangle 161"/>
          <p:cNvSpPr/>
          <p:nvPr/>
        </p:nvSpPr>
        <p:spPr>
          <a:xfrm>
            <a:off x="231444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Rectangle 162"/>
          <p:cNvSpPr/>
          <p:nvPr/>
        </p:nvSpPr>
        <p:spPr>
          <a:xfrm>
            <a:off x="247896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8" name="Rectangle 163"/>
          <p:cNvSpPr/>
          <p:nvPr/>
        </p:nvSpPr>
        <p:spPr>
          <a:xfrm>
            <a:off x="264384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9" name="Rectangle 164"/>
          <p:cNvSpPr/>
          <p:nvPr/>
        </p:nvSpPr>
        <p:spPr>
          <a:xfrm>
            <a:off x="280836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0" name="Rectangle 165"/>
          <p:cNvSpPr/>
          <p:nvPr/>
        </p:nvSpPr>
        <p:spPr>
          <a:xfrm>
            <a:off x="297288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1" name="Rectangle 166"/>
          <p:cNvSpPr/>
          <p:nvPr/>
        </p:nvSpPr>
        <p:spPr>
          <a:xfrm>
            <a:off x="313740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2" name="Rectangle 167"/>
          <p:cNvSpPr/>
          <p:nvPr/>
        </p:nvSpPr>
        <p:spPr>
          <a:xfrm>
            <a:off x="330192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3" name="Rectangle 168"/>
          <p:cNvSpPr/>
          <p:nvPr/>
        </p:nvSpPr>
        <p:spPr>
          <a:xfrm>
            <a:off x="346680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4" name="Rectangle 169"/>
          <p:cNvSpPr/>
          <p:nvPr/>
        </p:nvSpPr>
        <p:spPr>
          <a:xfrm>
            <a:off x="3631320" y="4434840"/>
            <a:ext cx="6912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-21960" rIns="345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5" name="Oval 170"/>
          <p:cNvSpPr/>
          <p:nvPr/>
        </p:nvSpPr>
        <p:spPr>
          <a:xfrm>
            <a:off x="1326960" y="4399920"/>
            <a:ext cx="87480" cy="87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6" name="TextBox 171"/>
          <p:cNvSpPr/>
          <p:nvPr/>
        </p:nvSpPr>
        <p:spPr>
          <a:xfrm>
            <a:off x="1418400" y="448056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7" name="Rectangle 172"/>
          <p:cNvSpPr/>
          <p:nvPr/>
        </p:nvSpPr>
        <p:spPr>
          <a:xfrm>
            <a:off x="8002080" y="4572000"/>
            <a:ext cx="3287880" cy="104760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8" name="Rectangle 173"/>
          <p:cNvSpPr/>
          <p:nvPr/>
        </p:nvSpPr>
        <p:spPr>
          <a:xfrm>
            <a:off x="8002080" y="4574520"/>
            <a:ext cx="590400" cy="224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TextBox 174"/>
          <p:cNvSpPr/>
          <p:nvPr/>
        </p:nvSpPr>
        <p:spPr>
          <a:xfrm>
            <a:off x="8002080" y="4574520"/>
            <a:ext cx="59040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0" name="TextBox 175"/>
          <p:cNvSpPr/>
          <p:nvPr/>
        </p:nvSpPr>
        <p:spPr>
          <a:xfrm>
            <a:off x="8642160" y="457452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Rectangle 176"/>
          <p:cNvSpPr/>
          <p:nvPr/>
        </p:nvSpPr>
        <p:spPr>
          <a:xfrm>
            <a:off x="8459280" y="5120640"/>
            <a:ext cx="2373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2" name="Oval 177"/>
          <p:cNvSpPr/>
          <p:nvPr/>
        </p:nvSpPr>
        <p:spPr>
          <a:xfrm>
            <a:off x="8459280" y="5085720"/>
            <a:ext cx="87480" cy="87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3" name="TextBox 178"/>
          <p:cNvSpPr/>
          <p:nvPr/>
        </p:nvSpPr>
        <p:spPr>
          <a:xfrm>
            <a:off x="8475120" y="489456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4" name="Rectangle 179"/>
          <p:cNvSpPr/>
          <p:nvPr/>
        </p:nvSpPr>
        <p:spPr>
          <a:xfrm>
            <a:off x="845928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5" name="Rectangle 180"/>
          <p:cNvSpPr/>
          <p:nvPr/>
        </p:nvSpPr>
        <p:spPr>
          <a:xfrm>
            <a:off x="862380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6" name="Rectangle 181"/>
          <p:cNvSpPr/>
          <p:nvPr/>
        </p:nvSpPr>
        <p:spPr>
          <a:xfrm>
            <a:off x="878832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7" name="Rectangle 182"/>
          <p:cNvSpPr/>
          <p:nvPr/>
        </p:nvSpPr>
        <p:spPr>
          <a:xfrm>
            <a:off x="895320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8" name="Rectangle 183"/>
          <p:cNvSpPr/>
          <p:nvPr/>
        </p:nvSpPr>
        <p:spPr>
          <a:xfrm>
            <a:off x="911772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9" name="Rectangle 184"/>
          <p:cNvSpPr/>
          <p:nvPr/>
        </p:nvSpPr>
        <p:spPr>
          <a:xfrm>
            <a:off x="928224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0" name="Rectangle 185"/>
          <p:cNvSpPr/>
          <p:nvPr/>
        </p:nvSpPr>
        <p:spPr>
          <a:xfrm>
            <a:off x="944676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1" name="Rectangle 186"/>
          <p:cNvSpPr/>
          <p:nvPr/>
        </p:nvSpPr>
        <p:spPr>
          <a:xfrm>
            <a:off x="961128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2" name="Rectangle 187"/>
          <p:cNvSpPr/>
          <p:nvPr/>
        </p:nvSpPr>
        <p:spPr>
          <a:xfrm>
            <a:off x="977616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3" name="Rectangle 188"/>
          <p:cNvSpPr/>
          <p:nvPr/>
        </p:nvSpPr>
        <p:spPr>
          <a:xfrm>
            <a:off x="994068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Rectangle 189"/>
          <p:cNvSpPr/>
          <p:nvPr/>
        </p:nvSpPr>
        <p:spPr>
          <a:xfrm>
            <a:off x="1010520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5" name="Rectangle 190"/>
          <p:cNvSpPr/>
          <p:nvPr/>
        </p:nvSpPr>
        <p:spPr>
          <a:xfrm>
            <a:off x="1026972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6" name="Rectangle 191"/>
          <p:cNvSpPr/>
          <p:nvPr/>
        </p:nvSpPr>
        <p:spPr>
          <a:xfrm>
            <a:off x="1043424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7" name="Rectangle 192"/>
          <p:cNvSpPr/>
          <p:nvPr/>
        </p:nvSpPr>
        <p:spPr>
          <a:xfrm>
            <a:off x="1059912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8" name="Rectangle 193"/>
          <p:cNvSpPr/>
          <p:nvPr/>
        </p:nvSpPr>
        <p:spPr>
          <a:xfrm>
            <a:off x="10745280" y="5405760"/>
            <a:ext cx="87480" cy="87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9" name="Oval 194"/>
          <p:cNvSpPr/>
          <p:nvPr/>
        </p:nvSpPr>
        <p:spPr>
          <a:xfrm>
            <a:off x="10745280" y="5405760"/>
            <a:ext cx="87480" cy="87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0" name="TextBox 195"/>
          <p:cNvSpPr/>
          <p:nvPr/>
        </p:nvSpPr>
        <p:spPr>
          <a:xfrm>
            <a:off x="8475120" y="521460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data { id,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1" name="TextBox 19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2" name="TextBox 19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2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4" name="Text 64"/>
          <p:cNvSpPr/>
          <p:nvPr/>
        </p:nvSpPr>
        <p:spPr>
          <a:xfrm>
            <a:off x="549360" y="41220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– DIAGRAMME DE SEQUENCE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8" name="Shape 3"/>
          <p:cNvSpPr/>
          <p:nvPr/>
        </p:nvSpPr>
        <p:spPr>
          <a:xfrm>
            <a:off x="548640" y="1691640"/>
            <a:ext cx="7311240" cy="456804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Shape 4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0" name="Shape 5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1" name="Shape 6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 7"/>
          <p:cNvSpPr/>
          <p:nvPr/>
        </p:nvSpPr>
        <p:spPr>
          <a:xfrm>
            <a:off x="1371600" y="178308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 8"/>
          <p:cNvSpPr/>
          <p:nvPr/>
        </p:nvSpPr>
        <p:spPr>
          <a:xfrm>
            <a:off x="777240" y="22402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4" name="Text 9"/>
          <p:cNvSpPr/>
          <p:nvPr/>
        </p:nvSpPr>
        <p:spPr>
          <a:xfrm>
            <a:off x="777240" y="24415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5" name="Text 10"/>
          <p:cNvSpPr/>
          <p:nvPr/>
        </p:nvSpPr>
        <p:spPr>
          <a:xfrm>
            <a:off x="777240" y="26427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 11"/>
          <p:cNvSpPr/>
          <p:nvPr/>
        </p:nvSpPr>
        <p:spPr>
          <a:xfrm>
            <a:off x="777240" y="28436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7" name="Text 12"/>
          <p:cNvSpPr/>
          <p:nvPr/>
        </p:nvSpPr>
        <p:spPr>
          <a:xfrm>
            <a:off x="777240" y="30448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8" name="Text 13"/>
          <p:cNvSpPr/>
          <p:nvPr/>
        </p:nvSpPr>
        <p:spPr>
          <a:xfrm>
            <a:off x="777240" y="32461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 14"/>
          <p:cNvSpPr/>
          <p:nvPr/>
        </p:nvSpPr>
        <p:spPr>
          <a:xfrm>
            <a:off x="777240" y="34473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0" name="Text 15"/>
          <p:cNvSpPr/>
          <p:nvPr/>
        </p:nvSpPr>
        <p:spPr>
          <a:xfrm>
            <a:off x="777240" y="36486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ok = await bcrypt.compare(password, user.password);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1" name="Text 16"/>
          <p:cNvSpPr/>
          <p:nvPr/>
        </p:nvSpPr>
        <p:spPr>
          <a:xfrm>
            <a:off x="777240" y="38494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 17"/>
          <p:cNvSpPr/>
          <p:nvPr/>
        </p:nvSpPr>
        <p:spPr>
          <a:xfrm>
            <a:off x="777240" y="40507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3" name="Text 18"/>
          <p:cNvSpPr/>
          <p:nvPr/>
        </p:nvSpPr>
        <p:spPr>
          <a:xfrm>
            <a:off x="777240" y="42519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4" name="Text 19"/>
          <p:cNvSpPr/>
          <p:nvPr/>
        </p:nvSpPr>
        <p:spPr>
          <a:xfrm>
            <a:off x="777240" y="44532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5" name="Text 20"/>
          <p:cNvSpPr/>
          <p:nvPr/>
        </p:nvSpPr>
        <p:spPr>
          <a:xfrm>
            <a:off x="777240" y="46544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.setProtectedHeader({ alg: 'HS256'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6" name="Text 21"/>
          <p:cNvSpPr/>
          <p:nvPr/>
        </p:nvSpPr>
        <p:spPr>
          <a:xfrm>
            <a:off x="777240" y="48553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7" name="Text 22"/>
          <p:cNvSpPr/>
          <p:nvPr/>
        </p:nvSpPr>
        <p:spPr>
          <a:xfrm>
            <a:off x="777240" y="50565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.setExpirationTime('7d')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 23"/>
          <p:cNvSpPr/>
          <p:nvPr/>
        </p:nvSpPr>
        <p:spPr>
          <a:xfrm>
            <a:off x="777240" y="52578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9" name="Text 24"/>
          <p:cNvSpPr/>
          <p:nvPr/>
        </p:nvSpPr>
        <p:spPr>
          <a:xfrm>
            <a:off x="777240" y="54590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0" name="Text 25"/>
          <p:cNvSpPr/>
          <p:nvPr/>
        </p:nvSpPr>
        <p:spPr>
          <a:xfrm>
            <a:off x="777240" y="56602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 26"/>
          <p:cNvSpPr/>
          <p:nvPr/>
        </p:nvSpPr>
        <p:spPr>
          <a:xfrm>
            <a:off x="777240" y="58611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2" name="Shape 27"/>
          <p:cNvSpPr/>
          <p:nvPr/>
        </p:nvSpPr>
        <p:spPr>
          <a:xfrm>
            <a:off x="8092440" y="1691640"/>
            <a:ext cx="3516480" cy="456804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3" name="Text 28"/>
          <p:cNvSpPr/>
          <p:nvPr/>
        </p:nvSpPr>
        <p:spPr>
          <a:xfrm>
            <a:off x="8275320" y="1783080"/>
            <a:ext cx="3196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Shape 29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5" name="Text 30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6" name="Text 31"/>
          <p:cNvSpPr/>
          <p:nvPr/>
        </p:nvSpPr>
        <p:spPr>
          <a:xfrm>
            <a:off x="8778240" y="21945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Shape 32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8" name="Text 33"/>
          <p:cNvSpPr/>
          <p:nvPr/>
        </p:nvSpPr>
        <p:spPr>
          <a:xfrm>
            <a:off x="8275320" y="2844360"/>
            <a:ext cx="40752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9" name="Text 34"/>
          <p:cNvSpPr/>
          <p:nvPr/>
        </p:nvSpPr>
        <p:spPr>
          <a:xfrm>
            <a:off x="8778240" y="28346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0" name="Shape 35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1" name="Text 36"/>
          <p:cNvSpPr/>
          <p:nvPr/>
        </p:nvSpPr>
        <p:spPr>
          <a:xfrm>
            <a:off x="8275320" y="3484440"/>
            <a:ext cx="40752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2" name="Text 37"/>
          <p:cNvSpPr/>
          <p:nvPr/>
        </p:nvSpPr>
        <p:spPr>
          <a:xfrm>
            <a:off x="8778240" y="347472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HS256 (jose)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Shape 38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4" name="Text 39"/>
          <p:cNvSpPr/>
          <p:nvPr/>
        </p:nvSpPr>
        <p:spPr>
          <a:xfrm>
            <a:off x="8275320" y="4114800"/>
            <a:ext cx="4075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5" name="Text 40"/>
          <p:cNvSpPr/>
          <p:nvPr/>
        </p:nvSpPr>
        <p:spPr>
          <a:xfrm>
            <a:off x="8778240" y="41148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7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Shape 41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7" name="Text 42"/>
          <p:cNvSpPr/>
          <p:nvPr/>
        </p:nvSpPr>
        <p:spPr>
          <a:xfrm>
            <a:off x="8275320" y="4764600"/>
            <a:ext cx="4075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8" name="Text 43"/>
          <p:cNvSpPr/>
          <p:nvPr/>
        </p:nvSpPr>
        <p:spPr>
          <a:xfrm>
            <a:off x="8778240" y="475488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Shape 44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0" name="Text 45"/>
          <p:cNvSpPr/>
          <p:nvPr/>
        </p:nvSpPr>
        <p:spPr>
          <a:xfrm>
            <a:off x="8275320" y="5293800"/>
            <a:ext cx="407520" cy="64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1" name="Text 46"/>
          <p:cNvSpPr/>
          <p:nvPr/>
        </p:nvSpPr>
        <p:spPr>
          <a:xfrm>
            <a:off x="8778240" y="53949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7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3" name="Text 4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4" name="Text 4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— Server-Sent Events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8" name="Shape 3"/>
          <p:cNvSpPr/>
          <p:nvPr/>
        </p:nvSpPr>
        <p:spPr>
          <a:xfrm>
            <a:off x="166320" y="1655640"/>
            <a:ext cx="1276200" cy="49896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9" name="Text 4"/>
          <p:cNvSpPr/>
          <p:nvPr/>
        </p:nvSpPr>
        <p:spPr>
          <a:xfrm>
            <a:off x="166320" y="1655640"/>
            <a:ext cx="12762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0" name="Shape 5"/>
          <p:cNvSpPr/>
          <p:nvPr/>
        </p:nvSpPr>
        <p:spPr>
          <a:xfrm>
            <a:off x="80640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1" name="Shape 6"/>
          <p:cNvSpPr/>
          <p:nvPr/>
        </p:nvSpPr>
        <p:spPr>
          <a:xfrm>
            <a:off x="3275280" y="1655640"/>
            <a:ext cx="1276200" cy="49896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2" name="Text 7"/>
          <p:cNvSpPr/>
          <p:nvPr/>
        </p:nvSpPr>
        <p:spPr>
          <a:xfrm>
            <a:off x="3275280" y="1655640"/>
            <a:ext cx="12762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3" name="Shape 8"/>
          <p:cNvSpPr/>
          <p:nvPr/>
        </p:nvSpPr>
        <p:spPr>
          <a:xfrm>
            <a:off x="391536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4" name="Shape 9"/>
          <p:cNvSpPr/>
          <p:nvPr/>
        </p:nvSpPr>
        <p:spPr>
          <a:xfrm>
            <a:off x="6018480" y="1655640"/>
            <a:ext cx="1276200" cy="49896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5" name="Text 10"/>
          <p:cNvSpPr/>
          <p:nvPr/>
        </p:nvSpPr>
        <p:spPr>
          <a:xfrm>
            <a:off x="6018480" y="1655640"/>
            <a:ext cx="12762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6" name="Shape 11"/>
          <p:cNvSpPr/>
          <p:nvPr/>
        </p:nvSpPr>
        <p:spPr>
          <a:xfrm>
            <a:off x="665856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7" name="Shape 12"/>
          <p:cNvSpPr/>
          <p:nvPr/>
        </p:nvSpPr>
        <p:spPr>
          <a:xfrm>
            <a:off x="8395920" y="1655640"/>
            <a:ext cx="1276200" cy="49896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8" name="Text 13"/>
          <p:cNvSpPr/>
          <p:nvPr/>
        </p:nvSpPr>
        <p:spPr>
          <a:xfrm>
            <a:off x="8395920" y="1655640"/>
            <a:ext cx="12762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9" name="Shape 14"/>
          <p:cNvSpPr/>
          <p:nvPr/>
        </p:nvSpPr>
        <p:spPr>
          <a:xfrm>
            <a:off x="903600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0" name="Shape 15"/>
          <p:cNvSpPr/>
          <p:nvPr/>
        </p:nvSpPr>
        <p:spPr>
          <a:xfrm>
            <a:off x="10773360" y="1655640"/>
            <a:ext cx="1276200" cy="49896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1" name="Text 16"/>
          <p:cNvSpPr/>
          <p:nvPr/>
        </p:nvSpPr>
        <p:spPr>
          <a:xfrm>
            <a:off x="10773360" y="1655640"/>
            <a:ext cx="12762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Shape 17"/>
          <p:cNvSpPr/>
          <p:nvPr/>
        </p:nvSpPr>
        <p:spPr>
          <a:xfrm>
            <a:off x="1141344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3" name="Shape 18"/>
          <p:cNvSpPr/>
          <p:nvPr/>
        </p:nvSpPr>
        <p:spPr>
          <a:xfrm>
            <a:off x="806400" y="2615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Text 19"/>
          <p:cNvSpPr/>
          <p:nvPr/>
        </p:nvSpPr>
        <p:spPr>
          <a:xfrm>
            <a:off x="806400" y="2323080"/>
            <a:ext cx="31050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5" name="Shape 20"/>
          <p:cNvSpPr/>
          <p:nvPr/>
        </p:nvSpPr>
        <p:spPr>
          <a:xfrm>
            <a:off x="3915360" y="3027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Text 21"/>
          <p:cNvSpPr/>
          <p:nvPr/>
        </p:nvSpPr>
        <p:spPr>
          <a:xfrm>
            <a:off x="3915360" y="2734560"/>
            <a:ext cx="2739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7" name="Shape 22"/>
          <p:cNvSpPr/>
          <p:nvPr/>
        </p:nvSpPr>
        <p:spPr>
          <a:xfrm>
            <a:off x="3915360" y="3438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8" name="Text 23"/>
          <p:cNvSpPr/>
          <p:nvPr/>
        </p:nvSpPr>
        <p:spPr>
          <a:xfrm>
            <a:off x="3915360" y="3146040"/>
            <a:ext cx="51166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latest:chat:{from}:{to}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Shape 24"/>
          <p:cNvSpPr/>
          <p:nvPr/>
        </p:nvSpPr>
        <p:spPr>
          <a:xfrm flipH="1">
            <a:off x="806400" y="3850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0" name="Text 25"/>
          <p:cNvSpPr/>
          <p:nvPr/>
        </p:nvSpPr>
        <p:spPr>
          <a:xfrm>
            <a:off x="806400" y="3557520"/>
            <a:ext cx="31050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status SENT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Shape 26"/>
          <p:cNvSpPr/>
          <p:nvPr/>
        </p:nvSpPr>
        <p:spPr>
          <a:xfrm flipH="1">
            <a:off x="9036000" y="4307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2" name="Text 27"/>
          <p:cNvSpPr/>
          <p:nvPr/>
        </p:nvSpPr>
        <p:spPr>
          <a:xfrm>
            <a:off x="9036000" y="4014720"/>
            <a:ext cx="23734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Shape 28"/>
          <p:cNvSpPr/>
          <p:nvPr/>
        </p:nvSpPr>
        <p:spPr>
          <a:xfrm>
            <a:off x="9036000" y="4718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4" name="Text 29"/>
          <p:cNvSpPr/>
          <p:nvPr/>
        </p:nvSpPr>
        <p:spPr>
          <a:xfrm>
            <a:off x="9036000" y="4426200"/>
            <a:ext cx="23734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Shape 30"/>
          <p:cNvSpPr/>
          <p:nvPr/>
        </p:nvSpPr>
        <p:spPr>
          <a:xfrm>
            <a:off x="548640" y="5313240"/>
            <a:ext cx="11060280" cy="95616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6" name="Text 31"/>
          <p:cNvSpPr/>
          <p:nvPr/>
        </p:nvSpPr>
        <p:spPr>
          <a:xfrm>
            <a:off x="777240" y="5404680"/>
            <a:ext cx="106030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8" name="Text 32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33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3" name="Shape 3"/>
          <p:cNvSpPr/>
          <p:nvPr/>
        </p:nvSpPr>
        <p:spPr>
          <a:xfrm>
            <a:off x="548640" y="1691640"/>
            <a:ext cx="7311240" cy="456804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4" name="Shape 4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5" name="Shape 5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6" name="Shape 6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7" name="Text 7"/>
          <p:cNvSpPr/>
          <p:nvPr/>
        </p:nvSpPr>
        <p:spPr>
          <a:xfrm>
            <a:off x="1371600" y="178308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8" name="Text 8"/>
          <p:cNvSpPr/>
          <p:nvPr/>
        </p:nvSpPr>
        <p:spPr>
          <a:xfrm>
            <a:off x="777240" y="22402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9" name="Text 9"/>
          <p:cNvSpPr/>
          <p:nvPr/>
        </p:nvSpPr>
        <p:spPr>
          <a:xfrm>
            <a:off x="777240" y="23821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0" name="Text 10"/>
          <p:cNvSpPr/>
          <p:nvPr/>
        </p:nvSpPr>
        <p:spPr>
          <a:xfrm>
            <a:off x="777240" y="252360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Response('Unauthorized', { status: 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Text 11"/>
          <p:cNvSpPr/>
          <p:nvPr/>
        </p:nvSpPr>
        <p:spPr>
          <a:xfrm>
            <a:off x="777240" y="26654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2" name="Text 12"/>
          <p:cNvSpPr/>
          <p:nvPr/>
        </p:nvSpPr>
        <p:spPr>
          <a:xfrm>
            <a:off x="777240" y="28072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3" name="Text 13"/>
          <p:cNvSpPr/>
          <p:nvPr/>
        </p:nvSpPr>
        <p:spPr>
          <a:xfrm>
            <a:off x="777240" y="29491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 14"/>
          <p:cNvSpPr/>
          <p:nvPr/>
        </p:nvSpPr>
        <p:spPr>
          <a:xfrm>
            <a:off x="777240" y="309060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5" name="Text 15"/>
          <p:cNvSpPr/>
          <p:nvPr/>
        </p:nvSpPr>
        <p:spPr>
          <a:xfrm>
            <a:off x="777240" y="32324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start(controller)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6" name="Text 16"/>
          <p:cNvSpPr/>
          <p:nvPr/>
        </p:nvSpPr>
        <p:spPr>
          <a:xfrm>
            <a:off x="777240" y="33742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Text 17"/>
          <p:cNvSpPr/>
          <p:nvPr/>
        </p:nvSpPr>
        <p:spPr>
          <a:xfrm>
            <a:off x="777240" y="351576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8" name="Text 18"/>
          <p:cNvSpPr/>
          <p:nvPr/>
        </p:nvSpPr>
        <p:spPr>
          <a:xfrm>
            <a:off x="777240" y="365760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9" name="Text 19"/>
          <p:cNvSpPr/>
          <p:nvPr/>
        </p:nvSpPr>
        <p:spPr>
          <a:xfrm>
            <a:off x="777240" y="37994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let active = true, lastId = '';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 20"/>
          <p:cNvSpPr/>
          <p:nvPr/>
        </p:nvSpPr>
        <p:spPr>
          <a:xfrm>
            <a:off x="777240" y="39409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(async function 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1" name="Text 21"/>
          <p:cNvSpPr/>
          <p:nvPr/>
        </p:nvSpPr>
        <p:spPr>
          <a:xfrm>
            <a:off x="777240" y="408276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2" name="Text 22"/>
          <p:cNvSpPr/>
          <p:nvPr/>
        </p:nvSpPr>
        <p:spPr>
          <a:xfrm>
            <a:off x="777240" y="422460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 23"/>
          <p:cNvSpPr/>
          <p:nvPr/>
        </p:nvSpPr>
        <p:spPr>
          <a:xfrm>
            <a:off x="777240" y="43664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Text 24"/>
          <p:cNvSpPr/>
          <p:nvPr/>
        </p:nvSpPr>
        <p:spPr>
          <a:xfrm>
            <a:off x="777240" y="45079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5" name="Text 25"/>
          <p:cNvSpPr/>
          <p:nvPr/>
        </p:nvSpPr>
        <p:spPr>
          <a:xfrm>
            <a:off x="777240" y="464976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Text 26"/>
          <p:cNvSpPr/>
          <p:nvPr/>
        </p:nvSpPr>
        <p:spPr>
          <a:xfrm>
            <a:off x="777240" y="479160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7" name="Text 27"/>
          <p:cNvSpPr/>
          <p:nvPr/>
        </p:nvSpPr>
        <p:spPr>
          <a:xfrm>
            <a:off x="777240" y="49330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8" name="Text 28"/>
          <p:cNvSpPr/>
          <p:nvPr/>
        </p:nvSpPr>
        <p:spPr>
          <a:xfrm>
            <a:off x="777240" y="50749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9" name="Text 29"/>
          <p:cNvSpPr/>
          <p:nvPr/>
        </p:nvSpPr>
        <p:spPr>
          <a:xfrm>
            <a:off x="777240" y="521676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0" name="Text 30"/>
          <p:cNvSpPr/>
          <p:nvPr/>
        </p:nvSpPr>
        <p:spPr>
          <a:xfrm>
            <a:off x="777240" y="53582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Text 31"/>
          <p:cNvSpPr/>
          <p:nvPr/>
        </p:nvSpPr>
        <p:spPr>
          <a:xfrm>
            <a:off x="777240" y="55000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2" name="Text 32"/>
          <p:cNvSpPr/>
          <p:nvPr/>
        </p:nvSpPr>
        <p:spPr>
          <a:xfrm>
            <a:off x="777240" y="56419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3" name="Text 33"/>
          <p:cNvSpPr/>
          <p:nvPr/>
        </p:nvSpPr>
        <p:spPr>
          <a:xfrm>
            <a:off x="777240" y="578376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4" name="Text 34"/>
          <p:cNvSpPr/>
          <p:nvPr/>
        </p:nvSpPr>
        <p:spPr>
          <a:xfrm>
            <a:off x="777240" y="59252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35"/>
          <p:cNvSpPr/>
          <p:nvPr/>
        </p:nvSpPr>
        <p:spPr>
          <a:xfrm>
            <a:off x="777240" y="60670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Shape 36"/>
          <p:cNvSpPr/>
          <p:nvPr/>
        </p:nvSpPr>
        <p:spPr>
          <a:xfrm>
            <a:off x="8092440" y="1691640"/>
            <a:ext cx="3516480" cy="456804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7" name="Text 37"/>
          <p:cNvSpPr/>
          <p:nvPr/>
        </p:nvSpPr>
        <p:spPr>
          <a:xfrm>
            <a:off x="8275320" y="1783080"/>
            <a:ext cx="3196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Shape 38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9" name="Text 39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40"/>
          <p:cNvSpPr/>
          <p:nvPr/>
        </p:nvSpPr>
        <p:spPr>
          <a:xfrm>
            <a:off x="8778240" y="21945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Shape 41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2" name="Text 42"/>
          <p:cNvSpPr/>
          <p:nvPr/>
        </p:nvSpPr>
        <p:spPr>
          <a:xfrm>
            <a:off x="8275320" y="28803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43"/>
          <p:cNvSpPr/>
          <p:nvPr/>
        </p:nvSpPr>
        <p:spPr>
          <a:xfrm>
            <a:off x="8778240" y="28346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Shape 44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5" name="Text 45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46"/>
          <p:cNvSpPr/>
          <p:nvPr/>
        </p:nvSpPr>
        <p:spPr>
          <a:xfrm>
            <a:off x="8778240" y="347472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latest:chat:&lt;from&gt;:&lt;to&gt;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Shape 47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8" name="Text 48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9" name="Text 49"/>
          <p:cNvSpPr/>
          <p:nvPr/>
        </p:nvSpPr>
        <p:spPr>
          <a:xfrm>
            <a:off x="8778240" y="41148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0" name="Shape 50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1" name="Text 51"/>
          <p:cNvSpPr/>
          <p:nvPr/>
        </p:nvSpPr>
        <p:spPr>
          <a:xfrm>
            <a:off x="8275320" y="48006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52"/>
          <p:cNvSpPr/>
          <p:nvPr/>
        </p:nvSpPr>
        <p:spPr>
          <a:xfrm>
            <a:off x="8778240" y="475488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→ cleanup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Shape 53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4" name="Text 54"/>
          <p:cNvSpPr/>
          <p:nvPr/>
        </p:nvSpPr>
        <p:spPr>
          <a:xfrm>
            <a:off x="8275320" y="54406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5" name="Text 55"/>
          <p:cNvSpPr/>
          <p:nvPr/>
        </p:nvSpPr>
        <p:spPr>
          <a:xfrm>
            <a:off x="8778240" y="53949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7" name="Text 5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Text 5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2" name="Shape 3"/>
          <p:cNvSpPr/>
          <p:nvPr/>
        </p:nvSpPr>
        <p:spPr>
          <a:xfrm>
            <a:off x="45720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3" name="Shape 4"/>
          <p:cNvSpPr/>
          <p:nvPr/>
        </p:nvSpPr>
        <p:spPr>
          <a:xfrm>
            <a:off x="457200" y="1691640"/>
            <a:ext cx="69120" cy="2236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4" name="Text 5"/>
          <p:cNvSpPr/>
          <p:nvPr/>
        </p:nvSpPr>
        <p:spPr>
          <a:xfrm>
            <a:off x="685800" y="17830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5" name="Shape 6"/>
          <p:cNvSpPr/>
          <p:nvPr/>
        </p:nvSpPr>
        <p:spPr>
          <a:xfrm>
            <a:off x="685800" y="21945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6" name="Text 7"/>
          <p:cNvSpPr/>
          <p:nvPr/>
        </p:nvSpPr>
        <p:spPr>
          <a:xfrm>
            <a:off x="685800" y="21945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Text 8"/>
          <p:cNvSpPr/>
          <p:nvPr/>
        </p:nvSpPr>
        <p:spPr>
          <a:xfrm>
            <a:off x="1325880" y="21945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8" name="Shape 9"/>
          <p:cNvSpPr/>
          <p:nvPr/>
        </p:nvSpPr>
        <p:spPr>
          <a:xfrm>
            <a:off x="685800" y="26060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9" name="Text 10"/>
          <p:cNvSpPr/>
          <p:nvPr/>
        </p:nvSpPr>
        <p:spPr>
          <a:xfrm>
            <a:off x="685800" y="26060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0" name="Text 11"/>
          <p:cNvSpPr/>
          <p:nvPr/>
        </p:nvSpPr>
        <p:spPr>
          <a:xfrm>
            <a:off x="1325880" y="26060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1" name="Shape 12"/>
          <p:cNvSpPr/>
          <p:nvPr/>
        </p:nvSpPr>
        <p:spPr>
          <a:xfrm>
            <a:off x="685800" y="301752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2" name="Text 13"/>
          <p:cNvSpPr/>
          <p:nvPr/>
        </p:nvSpPr>
        <p:spPr>
          <a:xfrm>
            <a:off x="685800" y="301752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3" name="Text 14"/>
          <p:cNvSpPr/>
          <p:nvPr/>
        </p:nvSpPr>
        <p:spPr>
          <a:xfrm>
            <a:off x="1325880" y="301752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4" name="Shape 15"/>
          <p:cNvSpPr/>
          <p:nvPr/>
        </p:nvSpPr>
        <p:spPr>
          <a:xfrm>
            <a:off x="685800" y="3429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5" name="Text 16"/>
          <p:cNvSpPr/>
          <p:nvPr/>
        </p:nvSpPr>
        <p:spPr>
          <a:xfrm>
            <a:off x="685800" y="3429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6" name="Text 17"/>
          <p:cNvSpPr/>
          <p:nvPr/>
        </p:nvSpPr>
        <p:spPr>
          <a:xfrm>
            <a:off x="1325880" y="3429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7" name="Shape 18"/>
          <p:cNvSpPr/>
          <p:nvPr/>
        </p:nvSpPr>
        <p:spPr>
          <a:xfrm>
            <a:off x="425196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Shape 19"/>
          <p:cNvSpPr/>
          <p:nvPr/>
        </p:nvSpPr>
        <p:spPr>
          <a:xfrm>
            <a:off x="4251960" y="1691640"/>
            <a:ext cx="69120" cy="2236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Text 20"/>
          <p:cNvSpPr/>
          <p:nvPr/>
        </p:nvSpPr>
        <p:spPr>
          <a:xfrm>
            <a:off x="4480560" y="17830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&amp; 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0" name="Shape 21"/>
          <p:cNvSpPr/>
          <p:nvPr/>
        </p:nvSpPr>
        <p:spPr>
          <a:xfrm>
            <a:off x="4480560" y="21945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1" name="Text 22"/>
          <p:cNvSpPr/>
          <p:nvPr/>
        </p:nvSpPr>
        <p:spPr>
          <a:xfrm>
            <a:off x="4480560" y="21945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 23"/>
          <p:cNvSpPr/>
          <p:nvPr/>
        </p:nvSpPr>
        <p:spPr>
          <a:xfrm>
            <a:off x="5120640" y="21945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Shape 24"/>
          <p:cNvSpPr/>
          <p:nvPr/>
        </p:nvSpPr>
        <p:spPr>
          <a:xfrm>
            <a:off x="4480560" y="26060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4" name="Text 25"/>
          <p:cNvSpPr/>
          <p:nvPr/>
        </p:nvSpPr>
        <p:spPr>
          <a:xfrm>
            <a:off x="4480560" y="26060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 26"/>
          <p:cNvSpPr/>
          <p:nvPr/>
        </p:nvSpPr>
        <p:spPr>
          <a:xfrm>
            <a:off x="5120640" y="26060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Shape 27"/>
          <p:cNvSpPr/>
          <p:nvPr/>
        </p:nvSpPr>
        <p:spPr>
          <a:xfrm>
            <a:off x="4480560" y="301752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7" name="Text 28"/>
          <p:cNvSpPr/>
          <p:nvPr/>
        </p:nvSpPr>
        <p:spPr>
          <a:xfrm>
            <a:off x="4480560" y="301752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 29"/>
          <p:cNvSpPr/>
          <p:nvPr/>
        </p:nvSpPr>
        <p:spPr>
          <a:xfrm>
            <a:off x="5120640" y="301752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Shape 30"/>
          <p:cNvSpPr/>
          <p:nvPr/>
        </p:nvSpPr>
        <p:spPr>
          <a:xfrm>
            <a:off x="4480560" y="3429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0" name="Text 31"/>
          <p:cNvSpPr/>
          <p:nvPr/>
        </p:nvSpPr>
        <p:spPr>
          <a:xfrm>
            <a:off x="4480560" y="3429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 32"/>
          <p:cNvSpPr/>
          <p:nvPr/>
        </p:nvSpPr>
        <p:spPr>
          <a:xfrm>
            <a:off x="5120640" y="3429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Shape 33"/>
          <p:cNvSpPr/>
          <p:nvPr/>
        </p:nvSpPr>
        <p:spPr>
          <a:xfrm>
            <a:off x="804672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3" name="Shape 34"/>
          <p:cNvSpPr/>
          <p:nvPr/>
        </p:nvSpPr>
        <p:spPr>
          <a:xfrm>
            <a:off x="8046720" y="1691640"/>
            <a:ext cx="69120" cy="2236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4" name="Text 35"/>
          <p:cNvSpPr/>
          <p:nvPr/>
        </p:nvSpPr>
        <p:spPr>
          <a:xfrm>
            <a:off x="8275320" y="17830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Shape 36"/>
          <p:cNvSpPr/>
          <p:nvPr/>
        </p:nvSpPr>
        <p:spPr>
          <a:xfrm>
            <a:off x="8275320" y="21945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6" name="Text 37"/>
          <p:cNvSpPr/>
          <p:nvPr/>
        </p:nvSpPr>
        <p:spPr>
          <a:xfrm>
            <a:off x="8275320" y="21945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 38"/>
          <p:cNvSpPr/>
          <p:nvPr/>
        </p:nvSpPr>
        <p:spPr>
          <a:xfrm>
            <a:off x="8915400" y="21945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Shape 39"/>
          <p:cNvSpPr/>
          <p:nvPr/>
        </p:nvSpPr>
        <p:spPr>
          <a:xfrm>
            <a:off x="8275320" y="26060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9" name="Text 40"/>
          <p:cNvSpPr/>
          <p:nvPr/>
        </p:nvSpPr>
        <p:spPr>
          <a:xfrm>
            <a:off x="8275320" y="26060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Text 41"/>
          <p:cNvSpPr/>
          <p:nvPr/>
        </p:nvSpPr>
        <p:spPr>
          <a:xfrm>
            <a:off x="8915400" y="26060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1" name="Shape 42"/>
          <p:cNvSpPr/>
          <p:nvPr/>
        </p:nvSpPr>
        <p:spPr>
          <a:xfrm>
            <a:off x="8275320" y="301752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2" name="Text 43"/>
          <p:cNvSpPr/>
          <p:nvPr/>
        </p:nvSpPr>
        <p:spPr>
          <a:xfrm>
            <a:off x="8275320" y="301752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3" name="Text 44"/>
          <p:cNvSpPr/>
          <p:nvPr/>
        </p:nvSpPr>
        <p:spPr>
          <a:xfrm>
            <a:off x="8915400" y="301752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4" name="Shape 45"/>
          <p:cNvSpPr/>
          <p:nvPr/>
        </p:nvSpPr>
        <p:spPr>
          <a:xfrm>
            <a:off x="8275320" y="3429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5" name="Text 46"/>
          <p:cNvSpPr/>
          <p:nvPr/>
        </p:nvSpPr>
        <p:spPr>
          <a:xfrm>
            <a:off x="8275320" y="3429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6" name="Text 47"/>
          <p:cNvSpPr/>
          <p:nvPr/>
        </p:nvSpPr>
        <p:spPr>
          <a:xfrm>
            <a:off x="8915400" y="3429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7" name="Shape 48"/>
          <p:cNvSpPr/>
          <p:nvPr/>
        </p:nvSpPr>
        <p:spPr>
          <a:xfrm>
            <a:off x="45720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8" name="Shape 49"/>
          <p:cNvSpPr/>
          <p:nvPr/>
        </p:nvSpPr>
        <p:spPr>
          <a:xfrm>
            <a:off x="457200" y="4069080"/>
            <a:ext cx="69120" cy="22363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9" name="Text 50"/>
          <p:cNvSpPr/>
          <p:nvPr/>
        </p:nvSpPr>
        <p:spPr>
          <a:xfrm>
            <a:off x="685800" y="416052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0" name="Shape 51"/>
          <p:cNvSpPr/>
          <p:nvPr/>
        </p:nvSpPr>
        <p:spPr>
          <a:xfrm>
            <a:off x="685800" y="4572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1" name="Text 52"/>
          <p:cNvSpPr/>
          <p:nvPr/>
        </p:nvSpPr>
        <p:spPr>
          <a:xfrm>
            <a:off x="685800" y="4572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2" name="Text 53"/>
          <p:cNvSpPr/>
          <p:nvPr/>
        </p:nvSpPr>
        <p:spPr>
          <a:xfrm>
            <a:off x="1325880" y="4572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3" name="Shape 54"/>
          <p:cNvSpPr/>
          <p:nvPr/>
        </p:nvSpPr>
        <p:spPr>
          <a:xfrm>
            <a:off x="685800" y="498348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4" name="Text 55"/>
          <p:cNvSpPr/>
          <p:nvPr/>
        </p:nvSpPr>
        <p:spPr>
          <a:xfrm>
            <a:off x="685800" y="498348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5" name="Text 56"/>
          <p:cNvSpPr/>
          <p:nvPr/>
        </p:nvSpPr>
        <p:spPr>
          <a:xfrm>
            <a:off x="1325880" y="498348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6" name="Shape 57"/>
          <p:cNvSpPr/>
          <p:nvPr/>
        </p:nvSpPr>
        <p:spPr>
          <a:xfrm>
            <a:off x="685800" y="53949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7" name="Text 58"/>
          <p:cNvSpPr/>
          <p:nvPr/>
        </p:nvSpPr>
        <p:spPr>
          <a:xfrm>
            <a:off x="685800" y="53949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 59"/>
          <p:cNvSpPr/>
          <p:nvPr/>
        </p:nvSpPr>
        <p:spPr>
          <a:xfrm>
            <a:off x="1325880" y="53949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Shape 60"/>
          <p:cNvSpPr/>
          <p:nvPr/>
        </p:nvSpPr>
        <p:spPr>
          <a:xfrm>
            <a:off x="685800" y="58064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0" name="Text 61"/>
          <p:cNvSpPr/>
          <p:nvPr/>
        </p:nvSpPr>
        <p:spPr>
          <a:xfrm>
            <a:off x="685800" y="58064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1" name="Text 62"/>
          <p:cNvSpPr/>
          <p:nvPr/>
        </p:nvSpPr>
        <p:spPr>
          <a:xfrm>
            <a:off x="1325880" y="58064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/api/private/chat/typing/listen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2" name="Shape 63"/>
          <p:cNvSpPr/>
          <p:nvPr/>
        </p:nvSpPr>
        <p:spPr>
          <a:xfrm>
            <a:off x="425196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3" name="Shape 64"/>
          <p:cNvSpPr/>
          <p:nvPr/>
        </p:nvSpPr>
        <p:spPr>
          <a:xfrm>
            <a:off x="4251960" y="4069080"/>
            <a:ext cx="69120" cy="22363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4" name="Text 65"/>
          <p:cNvSpPr/>
          <p:nvPr/>
        </p:nvSpPr>
        <p:spPr>
          <a:xfrm>
            <a:off x="4480560" y="416052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5" name="Shape 66"/>
          <p:cNvSpPr/>
          <p:nvPr/>
        </p:nvSpPr>
        <p:spPr>
          <a:xfrm>
            <a:off x="4480560" y="4572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6" name="Text 67"/>
          <p:cNvSpPr/>
          <p:nvPr/>
        </p:nvSpPr>
        <p:spPr>
          <a:xfrm>
            <a:off x="4480560" y="4572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 68"/>
          <p:cNvSpPr/>
          <p:nvPr/>
        </p:nvSpPr>
        <p:spPr>
          <a:xfrm>
            <a:off x="5120640" y="4572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Shape 69"/>
          <p:cNvSpPr/>
          <p:nvPr/>
        </p:nvSpPr>
        <p:spPr>
          <a:xfrm>
            <a:off x="4480560" y="498348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9" name="Text 70"/>
          <p:cNvSpPr/>
          <p:nvPr/>
        </p:nvSpPr>
        <p:spPr>
          <a:xfrm>
            <a:off x="4480560" y="498348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 71"/>
          <p:cNvSpPr/>
          <p:nvPr/>
        </p:nvSpPr>
        <p:spPr>
          <a:xfrm>
            <a:off x="5120640" y="498348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Shape 72"/>
          <p:cNvSpPr/>
          <p:nvPr/>
        </p:nvSpPr>
        <p:spPr>
          <a:xfrm>
            <a:off x="4480560" y="53949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2" name="Text 73"/>
          <p:cNvSpPr/>
          <p:nvPr/>
        </p:nvSpPr>
        <p:spPr>
          <a:xfrm>
            <a:off x="4480560" y="53949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 74"/>
          <p:cNvSpPr/>
          <p:nvPr/>
        </p:nvSpPr>
        <p:spPr>
          <a:xfrm>
            <a:off x="5120640" y="53949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Shape 75"/>
          <p:cNvSpPr/>
          <p:nvPr/>
        </p:nvSpPr>
        <p:spPr>
          <a:xfrm>
            <a:off x="4480560" y="58064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5" name="Text 76"/>
          <p:cNvSpPr/>
          <p:nvPr/>
        </p:nvSpPr>
        <p:spPr>
          <a:xfrm>
            <a:off x="4480560" y="58064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 77"/>
          <p:cNvSpPr/>
          <p:nvPr/>
        </p:nvSpPr>
        <p:spPr>
          <a:xfrm>
            <a:off x="5120640" y="58064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Shape 78"/>
          <p:cNvSpPr/>
          <p:nvPr/>
        </p:nvSpPr>
        <p:spPr>
          <a:xfrm>
            <a:off x="804672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8" name="Shape 79"/>
          <p:cNvSpPr/>
          <p:nvPr/>
        </p:nvSpPr>
        <p:spPr>
          <a:xfrm>
            <a:off x="8046720" y="4069080"/>
            <a:ext cx="69120" cy="223632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9" name="Text 80"/>
          <p:cNvSpPr/>
          <p:nvPr/>
        </p:nvSpPr>
        <p:spPr>
          <a:xfrm>
            <a:off x="8275320" y="416052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0" name="Shape 81"/>
          <p:cNvSpPr/>
          <p:nvPr/>
        </p:nvSpPr>
        <p:spPr>
          <a:xfrm>
            <a:off x="8275320" y="4572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Text 82"/>
          <p:cNvSpPr/>
          <p:nvPr/>
        </p:nvSpPr>
        <p:spPr>
          <a:xfrm>
            <a:off x="8275320" y="4572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2" name="Text 83"/>
          <p:cNvSpPr/>
          <p:nvPr/>
        </p:nvSpPr>
        <p:spPr>
          <a:xfrm>
            <a:off x="8915400" y="4572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Shape 84"/>
          <p:cNvSpPr/>
          <p:nvPr/>
        </p:nvSpPr>
        <p:spPr>
          <a:xfrm>
            <a:off x="8275320" y="498348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4" name="Text 85"/>
          <p:cNvSpPr/>
          <p:nvPr/>
        </p:nvSpPr>
        <p:spPr>
          <a:xfrm>
            <a:off x="8275320" y="498348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 86"/>
          <p:cNvSpPr/>
          <p:nvPr/>
        </p:nvSpPr>
        <p:spPr>
          <a:xfrm>
            <a:off x="8915400" y="498348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Shape 87"/>
          <p:cNvSpPr/>
          <p:nvPr/>
        </p:nvSpPr>
        <p:spPr>
          <a:xfrm>
            <a:off x="8275320" y="53949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7" name="Text 88"/>
          <p:cNvSpPr/>
          <p:nvPr/>
        </p:nvSpPr>
        <p:spPr>
          <a:xfrm>
            <a:off x="8275320" y="53949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 89"/>
          <p:cNvSpPr/>
          <p:nvPr/>
        </p:nvSpPr>
        <p:spPr>
          <a:xfrm>
            <a:off x="8915400" y="53949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Shape 90"/>
          <p:cNvSpPr/>
          <p:nvPr/>
        </p:nvSpPr>
        <p:spPr>
          <a:xfrm>
            <a:off x="8275320" y="58064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0" name="Text 91"/>
          <p:cNvSpPr/>
          <p:nvPr/>
        </p:nvSpPr>
        <p:spPr>
          <a:xfrm>
            <a:off x="8275320" y="58064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 92"/>
          <p:cNvSpPr/>
          <p:nvPr/>
        </p:nvSpPr>
        <p:spPr>
          <a:xfrm>
            <a:off x="8915400" y="58064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3" name="Text 93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 94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8" name="Shape 3"/>
          <p:cNvSpPr/>
          <p:nvPr/>
        </p:nvSpPr>
        <p:spPr>
          <a:xfrm>
            <a:off x="548640" y="1691640"/>
            <a:ext cx="7311240" cy="456804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9" name="Shape 4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0" name="Shape 5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1" name="Shape 6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2" name="Text 7"/>
          <p:cNvSpPr/>
          <p:nvPr/>
        </p:nvSpPr>
        <p:spPr>
          <a:xfrm>
            <a:off x="1371600" y="178308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3" name="Text 8"/>
          <p:cNvSpPr/>
          <p:nvPr/>
        </p:nvSpPr>
        <p:spPr>
          <a:xfrm>
            <a:off x="777240" y="22402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4" name="Text 9"/>
          <p:cNvSpPr/>
          <p:nvPr/>
        </p:nvSpPr>
        <p:spPr>
          <a:xfrm>
            <a:off x="777240" y="24505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5" name="Text 10"/>
          <p:cNvSpPr/>
          <p:nvPr/>
        </p:nvSpPr>
        <p:spPr>
          <a:xfrm>
            <a:off x="777240" y="26607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 11"/>
          <p:cNvSpPr/>
          <p:nvPr/>
        </p:nvSpPr>
        <p:spPr>
          <a:xfrm>
            <a:off x="777240" y="28713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 12"/>
          <p:cNvSpPr/>
          <p:nvPr/>
        </p:nvSpPr>
        <p:spPr>
          <a:xfrm>
            <a:off x="777240" y="30816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Text 13"/>
          <p:cNvSpPr/>
          <p:nvPr/>
        </p:nvSpPr>
        <p:spPr>
          <a:xfrm>
            <a:off x="777240" y="32918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Text 14"/>
          <p:cNvSpPr/>
          <p:nvPr/>
        </p:nvSpPr>
        <p:spPr>
          <a:xfrm>
            <a:off x="777240" y="35020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0" name="Text 15"/>
          <p:cNvSpPr/>
          <p:nvPr/>
        </p:nvSpPr>
        <p:spPr>
          <a:xfrm>
            <a:off x="777240" y="37123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(!token)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1" name="Text 16"/>
          <p:cNvSpPr/>
          <p:nvPr/>
        </p:nvSpPr>
        <p:spPr>
          <a:xfrm>
            <a:off x="777240" y="39229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 17"/>
          <p:cNvSpPr/>
          <p:nvPr/>
        </p:nvSpPr>
        <p:spPr>
          <a:xfrm>
            <a:off x="777240" y="41331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 18"/>
          <p:cNvSpPr/>
          <p:nvPr/>
        </p:nvSpPr>
        <p:spPr>
          <a:xfrm>
            <a:off x="777240" y="43434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Text 19"/>
          <p:cNvSpPr/>
          <p:nvPr/>
        </p:nvSpPr>
        <p:spPr>
          <a:xfrm>
            <a:off x="777240" y="45536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const headers = new Headers(req.headers);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Text 20"/>
          <p:cNvSpPr/>
          <p:nvPr/>
        </p:nvSpPr>
        <p:spPr>
          <a:xfrm>
            <a:off x="777240" y="47638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6" name="Text 21"/>
          <p:cNvSpPr/>
          <p:nvPr/>
        </p:nvSpPr>
        <p:spPr>
          <a:xfrm>
            <a:off x="777240" y="49744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7" name="Text 22"/>
          <p:cNvSpPr/>
          <p:nvPr/>
        </p:nvSpPr>
        <p:spPr>
          <a:xfrm>
            <a:off x="777240" y="51847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 23"/>
          <p:cNvSpPr/>
          <p:nvPr/>
        </p:nvSpPr>
        <p:spPr>
          <a:xfrm>
            <a:off x="777240" y="53949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 24"/>
          <p:cNvSpPr/>
          <p:nvPr/>
        </p:nvSpPr>
        <p:spPr>
          <a:xfrm>
            <a:off x="777240" y="56052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Text 25"/>
          <p:cNvSpPr/>
          <p:nvPr/>
        </p:nvSpPr>
        <p:spPr>
          <a:xfrm>
            <a:off x="777240" y="58154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1" name="Shape 26"/>
          <p:cNvSpPr/>
          <p:nvPr/>
        </p:nvSpPr>
        <p:spPr>
          <a:xfrm>
            <a:off x="8092440" y="1691640"/>
            <a:ext cx="3516480" cy="456804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Text 27"/>
          <p:cNvSpPr/>
          <p:nvPr/>
        </p:nvSpPr>
        <p:spPr>
          <a:xfrm>
            <a:off x="8275320" y="1783080"/>
            <a:ext cx="3196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3" name="Shape 28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4" name="Text 29"/>
          <p:cNvSpPr/>
          <p:nvPr/>
        </p:nvSpPr>
        <p:spPr>
          <a:xfrm>
            <a:off x="8275320" y="2204280"/>
            <a:ext cx="40752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 30"/>
          <p:cNvSpPr/>
          <p:nvPr/>
        </p:nvSpPr>
        <p:spPr>
          <a:xfrm>
            <a:off x="8778240" y="21945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Shape 31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7" name="Text 32"/>
          <p:cNvSpPr/>
          <p:nvPr/>
        </p:nvSpPr>
        <p:spPr>
          <a:xfrm>
            <a:off x="8275320" y="2808360"/>
            <a:ext cx="4075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8" name="Text 33"/>
          <p:cNvSpPr/>
          <p:nvPr/>
        </p:nvSpPr>
        <p:spPr>
          <a:xfrm>
            <a:off x="8778240" y="28346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Shape 34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0" name="Text 35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Text 36"/>
          <p:cNvSpPr/>
          <p:nvPr/>
        </p:nvSpPr>
        <p:spPr>
          <a:xfrm>
            <a:off x="8778240" y="347472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2" name="Shape 37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3" name="Text 38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Text 39"/>
          <p:cNvSpPr/>
          <p:nvPr/>
        </p:nvSpPr>
        <p:spPr>
          <a:xfrm>
            <a:off x="8778240" y="41148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5" name="Shape 40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6" name="Text 41"/>
          <p:cNvSpPr/>
          <p:nvPr/>
        </p:nvSpPr>
        <p:spPr>
          <a:xfrm>
            <a:off x="8275320" y="48006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Text 42"/>
          <p:cNvSpPr/>
          <p:nvPr/>
        </p:nvSpPr>
        <p:spPr>
          <a:xfrm>
            <a:off x="8778240" y="475488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Injection x-user-id header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8" name="Shape 43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9" name="Text 44"/>
          <p:cNvSpPr/>
          <p:nvPr/>
        </p:nvSpPr>
        <p:spPr>
          <a:xfrm>
            <a:off x="8275320" y="5224680"/>
            <a:ext cx="40752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Text 45"/>
          <p:cNvSpPr/>
          <p:nvPr/>
        </p:nvSpPr>
        <p:spPr>
          <a:xfrm>
            <a:off x="8778240" y="53949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2" name="Text 4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 4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7" name="Shape 3"/>
          <p:cNvSpPr/>
          <p:nvPr/>
        </p:nvSpPr>
        <p:spPr>
          <a:xfrm>
            <a:off x="548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8" name="Text 4"/>
          <p:cNvSpPr/>
          <p:nvPr/>
        </p:nvSpPr>
        <p:spPr>
          <a:xfrm>
            <a:off x="731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Text 5"/>
          <p:cNvSpPr/>
          <p:nvPr/>
        </p:nvSpPr>
        <p:spPr>
          <a:xfrm>
            <a:off x="777240" y="219456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0" name="Text 6"/>
          <p:cNvSpPr/>
          <p:nvPr/>
        </p:nvSpPr>
        <p:spPr>
          <a:xfrm>
            <a:off x="1188720" y="219456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1" name="Text 7"/>
          <p:cNvSpPr/>
          <p:nvPr/>
        </p:nvSpPr>
        <p:spPr>
          <a:xfrm>
            <a:off x="777240" y="274320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2" name="Text 8"/>
          <p:cNvSpPr/>
          <p:nvPr/>
        </p:nvSpPr>
        <p:spPr>
          <a:xfrm>
            <a:off x="1188720" y="274320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3" name="Text 9"/>
          <p:cNvSpPr/>
          <p:nvPr/>
        </p:nvSpPr>
        <p:spPr>
          <a:xfrm>
            <a:off x="777240" y="329184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4" name="Text 10"/>
          <p:cNvSpPr/>
          <p:nvPr/>
        </p:nvSpPr>
        <p:spPr>
          <a:xfrm>
            <a:off x="1188720" y="329184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5" name="Text 11"/>
          <p:cNvSpPr/>
          <p:nvPr/>
        </p:nvSpPr>
        <p:spPr>
          <a:xfrm>
            <a:off x="777240" y="384048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6" name="Text 12"/>
          <p:cNvSpPr/>
          <p:nvPr/>
        </p:nvSpPr>
        <p:spPr>
          <a:xfrm>
            <a:off x="1188720" y="38404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7" name="Text 13"/>
          <p:cNvSpPr/>
          <p:nvPr/>
        </p:nvSpPr>
        <p:spPr>
          <a:xfrm>
            <a:off x="777240" y="438912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8" name="Text 14"/>
          <p:cNvSpPr/>
          <p:nvPr/>
        </p:nvSpPr>
        <p:spPr>
          <a:xfrm>
            <a:off x="1188720" y="438912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9" name="Text 15"/>
          <p:cNvSpPr/>
          <p:nvPr/>
        </p:nvSpPr>
        <p:spPr>
          <a:xfrm>
            <a:off x="777240" y="493776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0" name="Text 16"/>
          <p:cNvSpPr/>
          <p:nvPr/>
        </p:nvSpPr>
        <p:spPr>
          <a:xfrm>
            <a:off x="1188720" y="493776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Top 10 audité — voir securite-rgpd.md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1" name="Text 17"/>
          <p:cNvSpPr/>
          <p:nvPr/>
        </p:nvSpPr>
        <p:spPr>
          <a:xfrm>
            <a:off x="777240" y="548640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2" name="Text 18"/>
          <p:cNvSpPr/>
          <p:nvPr/>
        </p:nvSpPr>
        <p:spPr>
          <a:xfrm>
            <a:off x="1188720" y="548640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Shape 19"/>
          <p:cNvSpPr/>
          <p:nvPr/>
        </p:nvSpPr>
        <p:spPr>
          <a:xfrm>
            <a:off x="6263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4" name="Text 20"/>
          <p:cNvSpPr/>
          <p:nvPr/>
        </p:nvSpPr>
        <p:spPr>
          <a:xfrm>
            <a:off x="6446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5" name="Text 21"/>
          <p:cNvSpPr/>
          <p:nvPr/>
        </p:nvSpPr>
        <p:spPr>
          <a:xfrm>
            <a:off x="6446520" y="219456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6" name="Text 22"/>
          <p:cNvSpPr/>
          <p:nvPr/>
        </p:nvSpPr>
        <p:spPr>
          <a:xfrm>
            <a:off x="6446520" y="2468880"/>
            <a:ext cx="52081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nom, date de naissance, contenus publiés. Aucun traitement marketing ; aucune donnée sensible au sens 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7" name="Text 23"/>
          <p:cNvSpPr/>
          <p:nvPr/>
        </p:nvSpPr>
        <p:spPr>
          <a:xfrm>
            <a:off x="6446520" y="310896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Droits de la personne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Text 24"/>
          <p:cNvSpPr/>
          <p:nvPr/>
        </p:nvSpPr>
        <p:spPr>
          <a:xfrm>
            <a:off x="6446520" y="338328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9" name="Shape 25"/>
          <p:cNvSpPr/>
          <p:nvPr/>
        </p:nvSpPr>
        <p:spPr>
          <a:xfrm>
            <a:off x="10058400" y="3410640"/>
            <a:ext cx="1367640" cy="25200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0" name="Text 26"/>
          <p:cNvSpPr/>
          <p:nvPr/>
        </p:nvSpPr>
        <p:spPr>
          <a:xfrm>
            <a:off x="10058400" y="3410640"/>
            <a:ext cx="1367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1" name="Text 27"/>
          <p:cNvSpPr/>
          <p:nvPr/>
        </p:nvSpPr>
        <p:spPr>
          <a:xfrm>
            <a:off x="6446520" y="374904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2" name="Shape 28"/>
          <p:cNvSpPr/>
          <p:nvPr/>
        </p:nvSpPr>
        <p:spPr>
          <a:xfrm>
            <a:off x="10058400" y="3776400"/>
            <a:ext cx="1367640" cy="25200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3" name="Text 29"/>
          <p:cNvSpPr/>
          <p:nvPr/>
        </p:nvSpPr>
        <p:spPr>
          <a:xfrm>
            <a:off x="10058400" y="3776400"/>
            <a:ext cx="1367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4" name="Text 30"/>
          <p:cNvSpPr/>
          <p:nvPr/>
        </p:nvSpPr>
        <p:spPr>
          <a:xfrm>
            <a:off x="6446520" y="411480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5" name="Shape 31"/>
          <p:cNvSpPr/>
          <p:nvPr/>
        </p:nvSpPr>
        <p:spPr>
          <a:xfrm>
            <a:off x="10058400" y="4142160"/>
            <a:ext cx="1367640" cy="25200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6" name="Text 32"/>
          <p:cNvSpPr/>
          <p:nvPr/>
        </p:nvSpPr>
        <p:spPr>
          <a:xfrm>
            <a:off x="10058400" y="4142160"/>
            <a:ext cx="1367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7" name="Text 33"/>
          <p:cNvSpPr/>
          <p:nvPr/>
        </p:nvSpPr>
        <p:spPr>
          <a:xfrm>
            <a:off x="6446520" y="44805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Portabilité (export JSON)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Shape 34"/>
          <p:cNvSpPr/>
          <p:nvPr/>
        </p:nvSpPr>
        <p:spPr>
          <a:xfrm>
            <a:off x="10058400" y="4507920"/>
            <a:ext cx="1367640" cy="25200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9" name="Text 35"/>
          <p:cNvSpPr/>
          <p:nvPr/>
        </p:nvSpPr>
        <p:spPr>
          <a:xfrm>
            <a:off x="10058400" y="4507920"/>
            <a:ext cx="1367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0" name="Text 36"/>
          <p:cNvSpPr/>
          <p:nvPr/>
        </p:nvSpPr>
        <p:spPr>
          <a:xfrm>
            <a:off x="6446520" y="48463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1" name="Shape 37"/>
          <p:cNvSpPr/>
          <p:nvPr/>
        </p:nvSpPr>
        <p:spPr>
          <a:xfrm>
            <a:off x="10058400" y="4873680"/>
            <a:ext cx="1367640" cy="25200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2" name="Text 38"/>
          <p:cNvSpPr/>
          <p:nvPr/>
        </p:nvSpPr>
        <p:spPr>
          <a:xfrm>
            <a:off x="10058400" y="4873680"/>
            <a:ext cx="1367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3" name="Text 39"/>
          <p:cNvSpPr/>
          <p:nvPr/>
        </p:nvSpPr>
        <p:spPr>
          <a:xfrm>
            <a:off x="6446520" y="5349240"/>
            <a:ext cx="52081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rate-limit,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5" name="Text 40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6" name="Text 41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9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Rectangle 4"/>
          <p:cNvSpPr/>
          <p:nvPr/>
        </p:nvSpPr>
        <p:spPr>
          <a:xfrm>
            <a:off x="548640" y="1691640"/>
            <a:ext cx="73112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1" name="Oval 5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2" name="Oval 6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Oval 7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TextBox 8"/>
          <p:cNvSpPr/>
          <p:nvPr/>
        </p:nvSpPr>
        <p:spPr>
          <a:xfrm>
            <a:off x="1371600" y="1783080"/>
            <a:ext cx="63968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5" name="TextBox 9"/>
          <p:cNvSpPr/>
          <p:nvPr/>
        </p:nvSpPr>
        <p:spPr>
          <a:xfrm>
            <a:off x="777240" y="22402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Box 10"/>
          <p:cNvSpPr/>
          <p:nvPr/>
        </p:nvSpPr>
        <p:spPr>
          <a:xfrm>
            <a:off x="777240" y="24415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getUserIdFromRequest } from '@/lib/server/api/getUserId';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TextBox 12"/>
          <p:cNvSpPr/>
          <p:nvPr/>
        </p:nvSpPr>
        <p:spPr>
          <a:xfrm>
            <a:off x="777240" y="26427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8" name="TextBox 13"/>
          <p:cNvSpPr/>
          <p:nvPr/>
        </p:nvSpPr>
        <p:spPr>
          <a:xfrm>
            <a:off x="777240" y="28436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9" name="TextBox 14"/>
          <p:cNvSpPr/>
          <p:nvPr/>
        </p:nvSpPr>
        <p:spPr>
          <a:xfrm>
            <a:off x="777240" y="30448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(!userId) return respondError('Unauthorized', 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0" name="TextBox 16"/>
          <p:cNvSpPr/>
          <p:nvPr/>
        </p:nvSpPr>
        <p:spPr>
          <a:xfrm>
            <a:off x="777240" y="32461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1" name="TextBox 18"/>
          <p:cNvSpPr/>
          <p:nvPr/>
        </p:nvSpPr>
        <p:spPr>
          <a:xfrm>
            <a:off x="777240" y="34473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Box 19"/>
          <p:cNvSpPr/>
          <p:nvPr/>
        </p:nvSpPr>
        <p:spPr>
          <a:xfrm>
            <a:off x="777240" y="36486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params = z.object({ id: z.string().cuid() }).parse({ id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TextBox 21"/>
          <p:cNvSpPr/>
          <p:nvPr/>
        </p:nvSpPr>
        <p:spPr>
          <a:xfrm>
            <a:off x="777240" y="38494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4" name="TextBox 22"/>
          <p:cNvSpPr/>
          <p:nvPr/>
        </p:nvSpPr>
        <p:spPr>
          <a:xfrm>
            <a:off x="777240" y="40507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5" name="TextBox 23"/>
          <p:cNvSpPr/>
          <p:nvPr/>
        </p:nvSpPr>
        <p:spPr>
          <a:xfrm>
            <a:off x="777240" y="42519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6" name="TextBox 24"/>
          <p:cNvSpPr/>
          <p:nvPr/>
        </p:nvSpPr>
        <p:spPr>
          <a:xfrm>
            <a:off x="777240" y="44532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7" name="TextBox 25"/>
          <p:cNvSpPr/>
          <p:nvPr/>
        </p:nvSpPr>
        <p:spPr>
          <a:xfrm>
            <a:off x="777240" y="46544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user:     { select: { id, username, avatar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Box 26"/>
          <p:cNvSpPr/>
          <p:nvPr/>
        </p:nvSpPr>
        <p:spPr>
          <a:xfrm>
            <a:off x="777240" y="48553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{ id, message, datetime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TextBox 27"/>
          <p:cNvSpPr/>
          <p:nvPr/>
        </p:nvSpPr>
        <p:spPr>
          <a:xfrm>
            <a:off x="777240" y="50565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0" name="TextBox 28"/>
          <p:cNvSpPr/>
          <p:nvPr/>
        </p:nvSpPr>
        <p:spPr>
          <a:xfrm>
            <a:off x="777240" y="52578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1" name="TextBox 29"/>
          <p:cNvSpPr/>
          <p:nvPr/>
        </p:nvSpPr>
        <p:spPr>
          <a:xfrm>
            <a:off x="777240" y="54590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2" name="TextBox 31"/>
          <p:cNvSpPr/>
          <p:nvPr/>
        </p:nvSpPr>
        <p:spPr>
          <a:xfrm>
            <a:off x="777240" y="56602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structuré + 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3" name="TextBox 32"/>
          <p:cNvSpPr/>
          <p:nvPr/>
        </p:nvSpPr>
        <p:spPr>
          <a:xfrm>
            <a:off x="777240" y="58611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Box 33"/>
          <p:cNvSpPr/>
          <p:nvPr/>
        </p:nvSpPr>
        <p:spPr>
          <a:xfrm>
            <a:off x="777240" y="60624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Rectangle 34"/>
          <p:cNvSpPr/>
          <p:nvPr/>
        </p:nvSpPr>
        <p:spPr>
          <a:xfrm>
            <a:off x="8092440" y="1691640"/>
            <a:ext cx="3516480" cy="4568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6" name="TextBox 35"/>
          <p:cNvSpPr/>
          <p:nvPr/>
        </p:nvSpPr>
        <p:spPr>
          <a:xfrm>
            <a:off x="8275320" y="1783080"/>
            <a:ext cx="3150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7" name="Oval 36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TextBox 37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9" name="TextBox 38"/>
          <p:cNvSpPr/>
          <p:nvPr/>
        </p:nvSpPr>
        <p:spPr>
          <a:xfrm>
            <a:off x="8814240" y="230256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Oval 39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1" name="TextBox 40"/>
          <p:cNvSpPr/>
          <p:nvPr/>
        </p:nvSpPr>
        <p:spPr>
          <a:xfrm>
            <a:off x="8275320" y="28803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2" name="TextBox 41"/>
          <p:cNvSpPr/>
          <p:nvPr/>
        </p:nvSpPr>
        <p:spPr>
          <a:xfrm>
            <a:off x="8814240" y="297864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3" name="Oval 42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TextBox 43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5" name="TextBox 44"/>
          <p:cNvSpPr/>
          <p:nvPr/>
        </p:nvSpPr>
        <p:spPr>
          <a:xfrm>
            <a:off x="8814240" y="358272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Oval 45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7" name="TextBox 46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8" name="TextBox 47"/>
          <p:cNvSpPr/>
          <p:nvPr/>
        </p:nvSpPr>
        <p:spPr>
          <a:xfrm>
            <a:off x="8814240" y="422280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9" name="Oval 48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TextBox 49"/>
          <p:cNvSpPr/>
          <p:nvPr/>
        </p:nvSpPr>
        <p:spPr>
          <a:xfrm>
            <a:off x="8275320" y="48006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1" name="TextBox 50"/>
          <p:cNvSpPr/>
          <p:nvPr/>
        </p:nvSpPr>
        <p:spPr>
          <a:xfrm>
            <a:off x="8814240" y="4862880"/>
            <a:ext cx="2647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Box 51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TextBox 52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6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Rectangle 4"/>
          <p:cNvSpPr/>
          <p:nvPr/>
        </p:nvSpPr>
        <p:spPr>
          <a:xfrm>
            <a:off x="548640" y="1691640"/>
            <a:ext cx="534528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9" name="Rectangle 5"/>
          <p:cNvSpPr/>
          <p:nvPr/>
        </p:nvSpPr>
        <p:spPr>
          <a:xfrm>
            <a:off x="548640" y="1691640"/>
            <a:ext cx="5345280" cy="361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0" name="TextBox 6"/>
          <p:cNvSpPr/>
          <p:nvPr/>
        </p:nvSpPr>
        <p:spPr>
          <a:xfrm>
            <a:off x="685800" y="175572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1" name="TextBox 7"/>
          <p:cNvSpPr/>
          <p:nvPr/>
        </p:nvSpPr>
        <p:spPr>
          <a:xfrm>
            <a:off x="731520" y="22402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2" name="TextBox 8"/>
          <p:cNvSpPr/>
          <p:nvPr/>
        </p:nvSpPr>
        <p:spPr>
          <a:xfrm>
            <a:off x="731520" y="25146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3" name="TextBox 9"/>
          <p:cNvSpPr/>
          <p:nvPr/>
        </p:nvSpPr>
        <p:spPr>
          <a:xfrm>
            <a:off x="731520" y="27889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4" name="TextBox 10"/>
          <p:cNvSpPr/>
          <p:nvPr/>
        </p:nvSpPr>
        <p:spPr>
          <a:xfrm>
            <a:off x="731520" y="306324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5" name="TextBox 11"/>
          <p:cNvSpPr/>
          <p:nvPr/>
        </p:nvSpPr>
        <p:spPr>
          <a:xfrm>
            <a:off x="731520" y="333756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await db.$queryRawUnsafe(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6" name="TextBox 12"/>
          <p:cNvSpPr/>
          <p:nvPr/>
        </p:nvSpPr>
        <p:spPr>
          <a:xfrm>
            <a:off x="731520" y="36118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`SELECT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TextBox 13"/>
          <p:cNvSpPr/>
          <p:nvPr/>
        </p:nvSpPr>
        <p:spPr>
          <a:xfrm>
            <a:off x="731520" y="38862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WHERE email = '${email}'`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8" name="TextBox 14"/>
          <p:cNvSpPr/>
          <p:nvPr/>
        </p:nvSpPr>
        <p:spPr>
          <a:xfrm>
            <a:off x="731520" y="41605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9" name="TextBox 15"/>
          <p:cNvSpPr/>
          <p:nvPr/>
        </p:nvSpPr>
        <p:spPr>
          <a:xfrm>
            <a:off x="731520" y="443484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0" name="TextBox 16"/>
          <p:cNvSpPr/>
          <p:nvPr/>
        </p:nvSpPr>
        <p:spPr>
          <a:xfrm>
            <a:off x="731520" y="470916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17"/>
          <p:cNvSpPr/>
          <p:nvPr/>
        </p:nvSpPr>
        <p:spPr>
          <a:xfrm>
            <a:off x="731520" y="49834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18"/>
          <p:cNvSpPr/>
          <p:nvPr/>
        </p:nvSpPr>
        <p:spPr>
          <a:xfrm>
            <a:off x="731520" y="52578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TextBox 19"/>
          <p:cNvSpPr/>
          <p:nvPr/>
        </p:nvSpPr>
        <p:spPr>
          <a:xfrm>
            <a:off x="731520" y="55321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4" name="Rectangle 20"/>
          <p:cNvSpPr/>
          <p:nvPr/>
        </p:nvSpPr>
        <p:spPr>
          <a:xfrm>
            <a:off x="6080760" y="1691640"/>
            <a:ext cx="534528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Rectangle 21"/>
          <p:cNvSpPr/>
          <p:nvPr/>
        </p:nvSpPr>
        <p:spPr>
          <a:xfrm>
            <a:off x="6080760" y="1691640"/>
            <a:ext cx="5345280" cy="361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6" name="TextBox 22"/>
          <p:cNvSpPr/>
          <p:nvPr/>
        </p:nvSpPr>
        <p:spPr>
          <a:xfrm>
            <a:off x="6217920" y="175572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Prisma — PROTÉGÉ par 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23"/>
          <p:cNvSpPr/>
          <p:nvPr/>
        </p:nvSpPr>
        <p:spPr>
          <a:xfrm>
            <a:off x="6263640" y="22402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pattern utilisé partout dans le 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24"/>
          <p:cNvSpPr/>
          <p:nvPr/>
        </p:nvSpPr>
        <p:spPr>
          <a:xfrm>
            <a:off x="6263640" y="25146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TextBox 25"/>
          <p:cNvSpPr/>
          <p:nvPr/>
        </p:nvSpPr>
        <p:spPr>
          <a:xfrm>
            <a:off x="6263640" y="27889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0" name="TextBox 26"/>
          <p:cNvSpPr/>
          <p:nvPr/>
        </p:nvSpPr>
        <p:spPr>
          <a:xfrm>
            <a:off x="6263640" y="306324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1" name="TextBox 27"/>
          <p:cNvSpPr/>
          <p:nvPr/>
        </p:nvSpPr>
        <p:spPr>
          <a:xfrm>
            <a:off x="6263640" y="333756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2" name="TextBox 28"/>
          <p:cNvSpPr/>
          <p:nvPr/>
        </p:nvSpPr>
        <p:spPr>
          <a:xfrm>
            <a:off x="6263640" y="36118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29"/>
          <p:cNvSpPr/>
          <p:nvPr/>
        </p:nvSpPr>
        <p:spPr>
          <a:xfrm>
            <a:off x="6263640" y="38862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30"/>
          <p:cNvSpPr/>
          <p:nvPr/>
        </p:nvSpPr>
        <p:spPr>
          <a:xfrm>
            <a:off x="6263640" y="41605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TextBox 31"/>
          <p:cNvSpPr/>
          <p:nvPr/>
        </p:nvSpPr>
        <p:spPr>
          <a:xfrm>
            <a:off x="6263640" y="443484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Prisma envoie au driver pg 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6" name="TextBox 32"/>
          <p:cNvSpPr/>
          <p:nvPr/>
        </p:nvSpPr>
        <p:spPr>
          <a:xfrm>
            <a:off x="6263640" y="470916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7" name="TextBox 33"/>
          <p:cNvSpPr/>
          <p:nvPr/>
        </p:nvSpPr>
        <p:spPr>
          <a:xfrm>
            <a:off x="6263640" y="49834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8" name="TextBox 34"/>
          <p:cNvSpPr/>
          <p:nvPr/>
        </p:nvSpPr>
        <p:spPr>
          <a:xfrm>
            <a:off x="6263640" y="52578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35"/>
          <p:cNvSpPr/>
          <p:nvPr/>
        </p:nvSpPr>
        <p:spPr>
          <a:xfrm>
            <a:off x="6263640" y="55321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36"/>
          <p:cNvSpPr/>
          <p:nvPr/>
        </p:nvSpPr>
        <p:spPr>
          <a:xfrm>
            <a:off x="6263640" y="580644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TextBox 3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2" name="TextBox 3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5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Rectangle 4"/>
          <p:cNvSpPr/>
          <p:nvPr/>
        </p:nvSpPr>
        <p:spPr>
          <a:xfrm>
            <a:off x="548640" y="1691640"/>
            <a:ext cx="7311240" cy="8647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8" name="Rectangle 5"/>
          <p:cNvSpPr/>
          <p:nvPr/>
        </p:nvSpPr>
        <p:spPr>
          <a:xfrm>
            <a:off x="548640" y="1691640"/>
            <a:ext cx="105840" cy="864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45000" rIns="52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TextBox 6"/>
          <p:cNvSpPr/>
          <p:nvPr/>
        </p:nvSpPr>
        <p:spPr>
          <a:xfrm>
            <a:off x="822960" y="1783080"/>
            <a:ext cx="453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0" name="TextBox 7"/>
          <p:cNvSpPr/>
          <p:nvPr/>
        </p:nvSpPr>
        <p:spPr>
          <a:xfrm>
            <a:off x="1417320" y="1783080"/>
            <a:ext cx="2282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8"/>
          <p:cNvSpPr/>
          <p:nvPr/>
        </p:nvSpPr>
        <p:spPr>
          <a:xfrm>
            <a:off x="1417320" y="205740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TextBox 9"/>
          <p:cNvSpPr/>
          <p:nvPr/>
        </p:nvSpPr>
        <p:spPr>
          <a:xfrm>
            <a:off x="4718880" y="2286000"/>
            <a:ext cx="21016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3" name="Rectangle 10"/>
          <p:cNvSpPr/>
          <p:nvPr/>
        </p:nvSpPr>
        <p:spPr>
          <a:xfrm>
            <a:off x="548640" y="2743200"/>
            <a:ext cx="7311240" cy="8647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Rectangle 11"/>
          <p:cNvSpPr/>
          <p:nvPr/>
        </p:nvSpPr>
        <p:spPr>
          <a:xfrm>
            <a:off x="548640" y="2743200"/>
            <a:ext cx="105840" cy="8647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45000" rIns="52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TextBox 12"/>
          <p:cNvSpPr/>
          <p:nvPr/>
        </p:nvSpPr>
        <p:spPr>
          <a:xfrm>
            <a:off x="822960" y="2834640"/>
            <a:ext cx="453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6" name="TextBox 13"/>
          <p:cNvSpPr/>
          <p:nvPr/>
        </p:nvSpPr>
        <p:spPr>
          <a:xfrm>
            <a:off x="1417320" y="2834640"/>
            <a:ext cx="2282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7" name="TextBox 14"/>
          <p:cNvSpPr/>
          <p:nvPr/>
        </p:nvSpPr>
        <p:spPr>
          <a:xfrm>
            <a:off x="1417320" y="310896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15"/>
          <p:cNvSpPr/>
          <p:nvPr/>
        </p:nvSpPr>
        <p:spPr>
          <a:xfrm>
            <a:off x="4665960" y="3276000"/>
            <a:ext cx="310500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Rectangle 16"/>
          <p:cNvSpPr/>
          <p:nvPr/>
        </p:nvSpPr>
        <p:spPr>
          <a:xfrm>
            <a:off x="548640" y="3794760"/>
            <a:ext cx="7311240" cy="8647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0" name="Rectangle 17"/>
          <p:cNvSpPr/>
          <p:nvPr/>
        </p:nvSpPr>
        <p:spPr>
          <a:xfrm>
            <a:off x="548640" y="3794760"/>
            <a:ext cx="105840" cy="864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45000" rIns="52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1" name="TextBox 18"/>
          <p:cNvSpPr/>
          <p:nvPr/>
        </p:nvSpPr>
        <p:spPr>
          <a:xfrm>
            <a:off x="822960" y="3886200"/>
            <a:ext cx="453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19"/>
          <p:cNvSpPr/>
          <p:nvPr/>
        </p:nvSpPr>
        <p:spPr>
          <a:xfrm>
            <a:off x="1417320" y="3886200"/>
            <a:ext cx="2282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20"/>
          <p:cNvSpPr/>
          <p:nvPr/>
        </p:nvSpPr>
        <p:spPr>
          <a:xfrm>
            <a:off x="1417320" y="416052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query texte + array de 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21"/>
          <p:cNvSpPr/>
          <p:nvPr/>
        </p:nvSpPr>
        <p:spPr>
          <a:xfrm>
            <a:off x="4699440" y="4333680"/>
            <a:ext cx="24217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Rectangle 22"/>
          <p:cNvSpPr/>
          <p:nvPr/>
        </p:nvSpPr>
        <p:spPr>
          <a:xfrm>
            <a:off x="548640" y="4846320"/>
            <a:ext cx="7311240" cy="8647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6" name="Rectangle 23"/>
          <p:cNvSpPr/>
          <p:nvPr/>
        </p:nvSpPr>
        <p:spPr>
          <a:xfrm>
            <a:off x="548640" y="4846320"/>
            <a:ext cx="105840" cy="864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45000" rIns="52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7" name="TextBox 24"/>
          <p:cNvSpPr/>
          <p:nvPr/>
        </p:nvSpPr>
        <p:spPr>
          <a:xfrm>
            <a:off x="822960" y="4937760"/>
            <a:ext cx="453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8" name="TextBox 25"/>
          <p:cNvSpPr/>
          <p:nvPr/>
        </p:nvSpPr>
        <p:spPr>
          <a:xfrm>
            <a:off x="1417320" y="4937760"/>
            <a:ext cx="2282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9" name="TextBox 26"/>
          <p:cNvSpPr/>
          <p:nvPr/>
        </p:nvSpPr>
        <p:spPr>
          <a:xfrm>
            <a:off x="1417320" y="521208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TextBox 27"/>
          <p:cNvSpPr/>
          <p:nvPr/>
        </p:nvSpPr>
        <p:spPr>
          <a:xfrm>
            <a:off x="4721040" y="5421240"/>
            <a:ext cx="401940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1" name="Rectangle 28"/>
          <p:cNvSpPr/>
          <p:nvPr/>
        </p:nvSpPr>
        <p:spPr>
          <a:xfrm>
            <a:off x="8092440" y="1691640"/>
            <a:ext cx="3516480" cy="4568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2" name="TextBox 29"/>
          <p:cNvSpPr/>
          <p:nvPr/>
        </p:nvSpPr>
        <p:spPr>
          <a:xfrm>
            <a:off x="8275320" y="1783080"/>
            <a:ext cx="3150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Payload attaque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Oval 30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4" name="TextBox 31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5" name="TextBox 32"/>
          <p:cNvSpPr/>
          <p:nvPr/>
        </p:nvSpPr>
        <p:spPr>
          <a:xfrm>
            <a:off x="8814240" y="230256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OR 1=1-- envoyé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Oval 33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7" name="TextBox 34"/>
          <p:cNvSpPr/>
          <p:nvPr/>
        </p:nvSpPr>
        <p:spPr>
          <a:xfrm>
            <a:off x="8275320" y="28803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8" name="TextBox 35"/>
          <p:cNvSpPr/>
          <p:nvPr/>
        </p:nvSpPr>
        <p:spPr>
          <a:xfrm>
            <a:off x="8814240" y="297864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9" name="Oval 36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0" name="TextBox 37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1" name="TextBox 38"/>
          <p:cNvSpPr/>
          <p:nvPr/>
        </p:nvSpPr>
        <p:spPr>
          <a:xfrm>
            <a:off x="8814240" y="358272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Oval 39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3" name="TextBox 40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4" name="TextBox 41"/>
          <p:cNvSpPr/>
          <p:nvPr/>
        </p:nvSpPr>
        <p:spPr>
          <a:xfrm>
            <a:off x="8814240" y="422280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5" name="Oval 42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TextBox 43"/>
          <p:cNvSpPr/>
          <p:nvPr/>
        </p:nvSpPr>
        <p:spPr>
          <a:xfrm>
            <a:off x="8275320" y="48006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7" name="TextBox 44"/>
          <p:cNvSpPr/>
          <p:nvPr/>
        </p:nvSpPr>
        <p:spPr>
          <a:xfrm>
            <a:off x="8814240" y="489888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45"/>
          <p:cNvSpPr/>
          <p:nvPr/>
        </p:nvSpPr>
        <p:spPr>
          <a:xfrm>
            <a:off x="548640" y="598932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Top 10 — A03:2021 Injection · neutralisée structurellement par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4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4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9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2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5" name="Shape 3"/>
          <p:cNvSpPr/>
          <p:nvPr/>
        </p:nvSpPr>
        <p:spPr>
          <a:xfrm>
            <a:off x="2790000" y="1600200"/>
            <a:ext cx="1242000" cy="94932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6" name="Text 4"/>
          <p:cNvSpPr/>
          <p:nvPr/>
        </p:nvSpPr>
        <p:spPr>
          <a:xfrm>
            <a:off x="2790000" y="1600200"/>
            <a:ext cx="1242000" cy="94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Shape 5"/>
          <p:cNvSpPr/>
          <p:nvPr/>
        </p:nvSpPr>
        <p:spPr>
          <a:xfrm>
            <a:off x="2166840" y="2553840"/>
            <a:ext cx="2487960" cy="133092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8" name="Text 6"/>
          <p:cNvSpPr/>
          <p:nvPr/>
        </p:nvSpPr>
        <p:spPr>
          <a:xfrm>
            <a:off x="2166840" y="2553840"/>
            <a:ext cx="2487960" cy="13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Shape 7"/>
          <p:cNvSpPr/>
          <p:nvPr/>
        </p:nvSpPr>
        <p:spPr>
          <a:xfrm>
            <a:off x="1336320" y="3888720"/>
            <a:ext cx="4149000" cy="152172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0" name="Text 8"/>
          <p:cNvSpPr/>
          <p:nvPr/>
        </p:nvSpPr>
        <p:spPr>
          <a:xfrm>
            <a:off x="1336320" y="3888720"/>
            <a:ext cx="4149000" cy="152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Shape 9"/>
          <p:cNvSpPr/>
          <p:nvPr/>
        </p:nvSpPr>
        <p:spPr>
          <a:xfrm>
            <a:off x="6919200" y="1387080"/>
            <a:ext cx="3885120" cy="400104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2" name="Text 10"/>
          <p:cNvSpPr/>
          <p:nvPr/>
        </p:nvSpPr>
        <p:spPr>
          <a:xfrm>
            <a:off x="7077960" y="1468800"/>
            <a:ext cx="3567600" cy="28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Shape 11"/>
          <p:cNvSpPr/>
          <p:nvPr/>
        </p:nvSpPr>
        <p:spPr>
          <a:xfrm>
            <a:off x="7077960" y="1877400"/>
            <a:ext cx="75600" cy="73188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7800" tIns="45000" rIns="378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4" name="Text 12"/>
          <p:cNvSpPr/>
          <p:nvPr/>
        </p:nvSpPr>
        <p:spPr>
          <a:xfrm>
            <a:off x="7236720" y="1877400"/>
            <a:ext cx="237708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Shape 13"/>
          <p:cNvSpPr/>
          <p:nvPr/>
        </p:nvSpPr>
        <p:spPr>
          <a:xfrm>
            <a:off x="9657000" y="1918440"/>
            <a:ext cx="988560" cy="24156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6" name="Text 14"/>
          <p:cNvSpPr/>
          <p:nvPr/>
        </p:nvSpPr>
        <p:spPr>
          <a:xfrm>
            <a:off x="9657000" y="1918440"/>
            <a:ext cx="98856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 15"/>
          <p:cNvSpPr/>
          <p:nvPr/>
        </p:nvSpPr>
        <p:spPr>
          <a:xfrm>
            <a:off x="7236720" y="2204280"/>
            <a:ext cx="340884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Shape 16"/>
          <p:cNvSpPr/>
          <p:nvPr/>
        </p:nvSpPr>
        <p:spPr>
          <a:xfrm>
            <a:off x="7077960" y="2694600"/>
            <a:ext cx="75600" cy="7318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7800" tIns="45000" rIns="378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9" name="Text 17"/>
          <p:cNvSpPr/>
          <p:nvPr/>
        </p:nvSpPr>
        <p:spPr>
          <a:xfrm>
            <a:off x="7236720" y="2694600"/>
            <a:ext cx="237708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0" name="Shape 18"/>
          <p:cNvSpPr/>
          <p:nvPr/>
        </p:nvSpPr>
        <p:spPr>
          <a:xfrm>
            <a:off x="9657000" y="2735640"/>
            <a:ext cx="988560" cy="24156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1" name="Text 19"/>
          <p:cNvSpPr/>
          <p:nvPr/>
        </p:nvSpPr>
        <p:spPr>
          <a:xfrm>
            <a:off x="9657000" y="2735640"/>
            <a:ext cx="98856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2" name="Text 20"/>
          <p:cNvSpPr/>
          <p:nvPr/>
        </p:nvSpPr>
        <p:spPr>
          <a:xfrm>
            <a:off x="7236720" y="3021480"/>
            <a:ext cx="340884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ts-jest sur /api/auth (authentification)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3" name="Shape 21"/>
          <p:cNvSpPr/>
          <p:nvPr/>
        </p:nvSpPr>
        <p:spPr>
          <a:xfrm>
            <a:off x="7077960" y="3512160"/>
            <a:ext cx="75600" cy="7318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7800" tIns="45000" rIns="378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4" name="Text 22"/>
          <p:cNvSpPr/>
          <p:nvPr/>
        </p:nvSpPr>
        <p:spPr>
          <a:xfrm>
            <a:off x="7236720" y="3512160"/>
            <a:ext cx="237708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5" name="Shape 23"/>
          <p:cNvSpPr/>
          <p:nvPr/>
        </p:nvSpPr>
        <p:spPr>
          <a:xfrm>
            <a:off x="9657000" y="3552840"/>
            <a:ext cx="988560" cy="24156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6" name="Text 24"/>
          <p:cNvSpPr/>
          <p:nvPr/>
        </p:nvSpPr>
        <p:spPr>
          <a:xfrm>
            <a:off x="9657000" y="3552840"/>
            <a:ext cx="98856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Text 25"/>
          <p:cNvSpPr/>
          <p:nvPr/>
        </p:nvSpPr>
        <p:spPr>
          <a:xfrm>
            <a:off x="7236720" y="3839040"/>
            <a:ext cx="340884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8" name="Shape 26"/>
          <p:cNvSpPr/>
          <p:nvPr/>
        </p:nvSpPr>
        <p:spPr>
          <a:xfrm>
            <a:off x="7077960" y="4329360"/>
            <a:ext cx="75600" cy="7318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7800" tIns="45000" rIns="378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9" name="Text 27"/>
          <p:cNvSpPr/>
          <p:nvPr/>
        </p:nvSpPr>
        <p:spPr>
          <a:xfrm>
            <a:off x="7236720" y="4329360"/>
            <a:ext cx="237708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Shape 28"/>
          <p:cNvSpPr/>
          <p:nvPr/>
        </p:nvSpPr>
        <p:spPr>
          <a:xfrm>
            <a:off x="9657000" y="4370040"/>
            <a:ext cx="988560" cy="24156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1" name="Text 29"/>
          <p:cNvSpPr/>
          <p:nvPr/>
        </p:nvSpPr>
        <p:spPr>
          <a:xfrm>
            <a:off x="9657000" y="4370040"/>
            <a:ext cx="98856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2" name="Text 30"/>
          <p:cNvSpPr/>
          <p:nvPr/>
        </p:nvSpPr>
        <p:spPr>
          <a:xfrm>
            <a:off x="7236720" y="4656240"/>
            <a:ext cx="340884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TypeScript strict,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Shape 31"/>
          <p:cNvSpPr/>
          <p:nvPr/>
        </p:nvSpPr>
        <p:spPr>
          <a:xfrm>
            <a:off x="548640" y="5577840"/>
            <a:ext cx="11060280" cy="68184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4" name="Text 32"/>
          <p:cNvSpPr/>
          <p:nvPr/>
        </p:nvSpPr>
        <p:spPr>
          <a:xfrm>
            <a:off x="777240" y="5623560"/>
            <a:ext cx="106030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2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6" name="Text 33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7" name="Text 34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8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Pipeline CI/CD GitHub Actions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1" name="Shape 3"/>
          <p:cNvSpPr/>
          <p:nvPr/>
        </p:nvSpPr>
        <p:spPr>
          <a:xfrm>
            <a:off x="43452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2" name="Shape 4"/>
          <p:cNvSpPr/>
          <p:nvPr/>
        </p:nvSpPr>
        <p:spPr>
          <a:xfrm>
            <a:off x="800280" y="2423160"/>
            <a:ext cx="636120" cy="63612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3" name="Text 5"/>
          <p:cNvSpPr/>
          <p:nvPr/>
        </p:nvSpPr>
        <p:spPr>
          <a:xfrm>
            <a:off x="800280" y="2315160"/>
            <a:ext cx="636120" cy="80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4" name="Text 6"/>
          <p:cNvSpPr/>
          <p:nvPr/>
        </p:nvSpPr>
        <p:spPr>
          <a:xfrm>
            <a:off x="48024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Push / 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Text 7"/>
          <p:cNvSpPr/>
          <p:nvPr/>
        </p:nvSpPr>
        <p:spPr>
          <a:xfrm>
            <a:off x="48024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6" name="Shape 8"/>
          <p:cNvSpPr/>
          <p:nvPr/>
        </p:nvSpPr>
        <p:spPr>
          <a:xfrm>
            <a:off x="18057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Shape 9"/>
          <p:cNvSpPr/>
          <p:nvPr/>
        </p:nvSpPr>
        <p:spPr>
          <a:xfrm>
            <a:off x="185184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8" name="Shape 10"/>
          <p:cNvSpPr/>
          <p:nvPr/>
        </p:nvSpPr>
        <p:spPr>
          <a:xfrm>
            <a:off x="2217600" y="2423160"/>
            <a:ext cx="636120" cy="6361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9" name="Text 11"/>
          <p:cNvSpPr/>
          <p:nvPr/>
        </p:nvSpPr>
        <p:spPr>
          <a:xfrm>
            <a:off x="2217600" y="2351160"/>
            <a:ext cx="63612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Text 12"/>
          <p:cNvSpPr/>
          <p:nvPr/>
        </p:nvSpPr>
        <p:spPr>
          <a:xfrm>
            <a:off x="189756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1" name="Text 13"/>
          <p:cNvSpPr/>
          <p:nvPr/>
        </p:nvSpPr>
        <p:spPr>
          <a:xfrm>
            <a:off x="189756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actions/checkout · setup-bun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2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3" name="Shape 15"/>
          <p:cNvSpPr/>
          <p:nvPr/>
        </p:nvSpPr>
        <p:spPr>
          <a:xfrm>
            <a:off x="326916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4" name="Shape 16"/>
          <p:cNvSpPr/>
          <p:nvPr/>
        </p:nvSpPr>
        <p:spPr>
          <a:xfrm>
            <a:off x="3634920" y="2423160"/>
            <a:ext cx="636120" cy="6361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5" name="Text 17"/>
          <p:cNvSpPr/>
          <p:nvPr/>
        </p:nvSpPr>
        <p:spPr>
          <a:xfrm>
            <a:off x="3634920" y="2315160"/>
            <a:ext cx="63612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 18"/>
          <p:cNvSpPr/>
          <p:nvPr/>
        </p:nvSpPr>
        <p:spPr>
          <a:xfrm>
            <a:off x="331488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 19"/>
          <p:cNvSpPr/>
          <p:nvPr/>
        </p:nvSpPr>
        <p:spPr>
          <a:xfrm>
            <a:off x="331488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9" name="Shape 21"/>
          <p:cNvSpPr/>
          <p:nvPr/>
        </p:nvSpPr>
        <p:spPr>
          <a:xfrm>
            <a:off x="468648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0" name="Shape 22"/>
          <p:cNvSpPr/>
          <p:nvPr/>
        </p:nvSpPr>
        <p:spPr>
          <a:xfrm>
            <a:off x="5052240" y="2423160"/>
            <a:ext cx="636120" cy="6361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Text 23"/>
          <p:cNvSpPr/>
          <p:nvPr/>
        </p:nvSpPr>
        <p:spPr>
          <a:xfrm>
            <a:off x="5052240" y="2315160"/>
            <a:ext cx="636120" cy="80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2" name="Text 24"/>
          <p:cNvSpPr/>
          <p:nvPr/>
        </p:nvSpPr>
        <p:spPr>
          <a:xfrm>
            <a:off x="473220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 25"/>
          <p:cNvSpPr/>
          <p:nvPr/>
        </p:nvSpPr>
        <p:spPr>
          <a:xfrm>
            <a:off x="473220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5" name="Shape 27"/>
          <p:cNvSpPr/>
          <p:nvPr/>
        </p:nvSpPr>
        <p:spPr>
          <a:xfrm>
            <a:off x="610380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6" name="Shape 28"/>
          <p:cNvSpPr/>
          <p:nvPr/>
        </p:nvSpPr>
        <p:spPr>
          <a:xfrm>
            <a:off x="6469560" y="2423160"/>
            <a:ext cx="636120" cy="6361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7" name="Text 29"/>
          <p:cNvSpPr/>
          <p:nvPr/>
        </p:nvSpPr>
        <p:spPr>
          <a:xfrm>
            <a:off x="6469560" y="2351160"/>
            <a:ext cx="63612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 30"/>
          <p:cNvSpPr/>
          <p:nvPr/>
        </p:nvSpPr>
        <p:spPr>
          <a:xfrm>
            <a:off x="614952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 31"/>
          <p:cNvSpPr/>
          <p:nvPr/>
        </p:nvSpPr>
        <p:spPr>
          <a:xfrm>
            <a:off x="614952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1" name="Shape 33"/>
          <p:cNvSpPr/>
          <p:nvPr/>
        </p:nvSpPr>
        <p:spPr>
          <a:xfrm>
            <a:off x="752112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2" name="Shape 34"/>
          <p:cNvSpPr/>
          <p:nvPr/>
        </p:nvSpPr>
        <p:spPr>
          <a:xfrm>
            <a:off x="7886880" y="2423160"/>
            <a:ext cx="636120" cy="63612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3" name="Text 35"/>
          <p:cNvSpPr/>
          <p:nvPr/>
        </p:nvSpPr>
        <p:spPr>
          <a:xfrm>
            <a:off x="7886880" y="2423160"/>
            <a:ext cx="6361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4" name="Text 36"/>
          <p:cNvSpPr/>
          <p:nvPr/>
        </p:nvSpPr>
        <p:spPr>
          <a:xfrm>
            <a:off x="756684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5" name="Text 37"/>
          <p:cNvSpPr/>
          <p:nvPr/>
        </p:nvSpPr>
        <p:spPr>
          <a:xfrm>
            <a:off x="756684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6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7" name="Shape 39"/>
          <p:cNvSpPr/>
          <p:nvPr/>
        </p:nvSpPr>
        <p:spPr>
          <a:xfrm>
            <a:off x="893844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8" name="Shape 40"/>
          <p:cNvSpPr/>
          <p:nvPr/>
        </p:nvSpPr>
        <p:spPr>
          <a:xfrm>
            <a:off x="9304200" y="2423160"/>
            <a:ext cx="636120" cy="63612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9" name="Text 41"/>
          <p:cNvSpPr/>
          <p:nvPr/>
        </p:nvSpPr>
        <p:spPr>
          <a:xfrm>
            <a:off x="9304200" y="2351160"/>
            <a:ext cx="63612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0" name="Text 42"/>
          <p:cNvSpPr/>
          <p:nvPr/>
        </p:nvSpPr>
        <p:spPr>
          <a:xfrm>
            <a:off x="898416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 43"/>
          <p:cNvSpPr/>
          <p:nvPr/>
        </p:nvSpPr>
        <p:spPr>
          <a:xfrm>
            <a:off x="898416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3" name="Shape 45"/>
          <p:cNvSpPr/>
          <p:nvPr/>
        </p:nvSpPr>
        <p:spPr>
          <a:xfrm>
            <a:off x="1035576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4" name="Shape 46"/>
          <p:cNvSpPr/>
          <p:nvPr/>
        </p:nvSpPr>
        <p:spPr>
          <a:xfrm>
            <a:off x="10721520" y="2423160"/>
            <a:ext cx="636120" cy="6361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5" name="Text 47"/>
          <p:cNvSpPr/>
          <p:nvPr/>
        </p:nvSpPr>
        <p:spPr>
          <a:xfrm>
            <a:off x="10721520" y="2351160"/>
            <a:ext cx="63612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 48"/>
          <p:cNvSpPr/>
          <p:nvPr/>
        </p:nvSpPr>
        <p:spPr>
          <a:xfrm>
            <a:off x="1040148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 49"/>
          <p:cNvSpPr/>
          <p:nvPr/>
        </p:nvSpPr>
        <p:spPr>
          <a:xfrm>
            <a:off x="1040148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Shape 50"/>
          <p:cNvSpPr/>
          <p:nvPr/>
        </p:nvSpPr>
        <p:spPr>
          <a:xfrm>
            <a:off x="548640" y="4754880"/>
            <a:ext cx="11060280" cy="155052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9" name="Text 51"/>
          <p:cNvSpPr/>
          <p:nvPr/>
        </p:nvSpPr>
        <p:spPr>
          <a:xfrm>
            <a:off x="731520" y="4846320"/>
            <a:ext cx="5482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0" name="Text 52"/>
          <p:cNvSpPr/>
          <p:nvPr/>
        </p:nvSpPr>
        <p:spPr>
          <a:xfrm>
            <a:off x="731520" y="512064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1" name="Text 53"/>
          <p:cNvSpPr/>
          <p:nvPr/>
        </p:nvSpPr>
        <p:spPr>
          <a:xfrm>
            <a:off x="731520" y="531252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on: [push, pull_request]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 54"/>
          <p:cNvSpPr/>
          <p:nvPr/>
        </p:nvSpPr>
        <p:spPr>
          <a:xfrm>
            <a:off x="731520" y="550476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3" name="Text 55"/>
          <p:cNvSpPr/>
          <p:nvPr/>
        </p:nvSpPr>
        <p:spPr>
          <a:xfrm>
            <a:off x="731520" y="569664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4" name="Text 56"/>
          <p:cNvSpPr/>
          <p:nvPr/>
        </p:nvSpPr>
        <p:spPr>
          <a:xfrm>
            <a:off x="731520" y="588888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5" name="Text 57"/>
          <p:cNvSpPr/>
          <p:nvPr/>
        </p:nvSpPr>
        <p:spPr>
          <a:xfrm>
            <a:off x="731520" y="608076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steps: [checkout, setup-bun, install, prisma:generate, lint, test, build]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7" name="Text 58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8" name="Text 59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0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commit à la production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Rectangle 4"/>
          <p:cNvSpPr/>
          <p:nvPr/>
        </p:nvSpPr>
        <p:spPr>
          <a:xfrm>
            <a:off x="685800" y="2011680"/>
            <a:ext cx="166068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3" name="Rectangle 5"/>
          <p:cNvSpPr/>
          <p:nvPr/>
        </p:nvSpPr>
        <p:spPr>
          <a:xfrm>
            <a:off x="685800" y="2011680"/>
            <a:ext cx="1660680" cy="691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4" name="TextBox 6"/>
          <p:cNvSpPr/>
          <p:nvPr/>
        </p:nvSpPr>
        <p:spPr>
          <a:xfrm>
            <a:off x="685800" y="2194560"/>
            <a:ext cx="16606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Box 7"/>
          <p:cNvSpPr/>
          <p:nvPr/>
        </p:nvSpPr>
        <p:spPr>
          <a:xfrm>
            <a:off x="685800" y="2743200"/>
            <a:ext cx="16606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Box 8"/>
          <p:cNvSpPr/>
          <p:nvPr/>
        </p:nvSpPr>
        <p:spPr>
          <a:xfrm>
            <a:off x="685800" y="2971800"/>
            <a:ext cx="16606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Box 9"/>
          <p:cNvSpPr/>
          <p:nvPr/>
        </p:nvSpPr>
        <p:spPr>
          <a:xfrm>
            <a:off x="2298960" y="2514600"/>
            <a:ext cx="19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Rectangle 10"/>
          <p:cNvSpPr/>
          <p:nvPr/>
        </p:nvSpPr>
        <p:spPr>
          <a:xfrm>
            <a:off x="2502360" y="2011680"/>
            <a:ext cx="166068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9" name="Rectangle 11"/>
          <p:cNvSpPr/>
          <p:nvPr/>
        </p:nvSpPr>
        <p:spPr>
          <a:xfrm>
            <a:off x="2502360" y="2011680"/>
            <a:ext cx="1660680" cy="691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0" name="TextBox 12"/>
          <p:cNvSpPr/>
          <p:nvPr/>
        </p:nvSpPr>
        <p:spPr>
          <a:xfrm>
            <a:off x="2502360" y="2194560"/>
            <a:ext cx="16606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Box 13"/>
          <p:cNvSpPr/>
          <p:nvPr/>
        </p:nvSpPr>
        <p:spPr>
          <a:xfrm>
            <a:off x="2502360" y="2743200"/>
            <a:ext cx="16606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Box 14"/>
          <p:cNvSpPr/>
          <p:nvPr/>
        </p:nvSpPr>
        <p:spPr>
          <a:xfrm>
            <a:off x="2502360" y="2971800"/>
            <a:ext cx="16606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ci.yml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Box 15"/>
          <p:cNvSpPr/>
          <p:nvPr/>
        </p:nvSpPr>
        <p:spPr>
          <a:xfrm>
            <a:off x="4115520" y="2514600"/>
            <a:ext cx="19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Rectangle 16"/>
          <p:cNvSpPr/>
          <p:nvPr/>
        </p:nvSpPr>
        <p:spPr>
          <a:xfrm>
            <a:off x="4318560" y="2011680"/>
            <a:ext cx="166104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5" name="Rectangle 17"/>
          <p:cNvSpPr/>
          <p:nvPr/>
        </p:nvSpPr>
        <p:spPr>
          <a:xfrm>
            <a:off x="4318560" y="2011680"/>
            <a:ext cx="1661040" cy="69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6" name="TextBox 18"/>
          <p:cNvSpPr/>
          <p:nvPr/>
        </p:nvSpPr>
        <p:spPr>
          <a:xfrm>
            <a:off x="4318560" y="2194560"/>
            <a:ext cx="16610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Box 19"/>
          <p:cNvSpPr/>
          <p:nvPr/>
        </p:nvSpPr>
        <p:spPr>
          <a:xfrm>
            <a:off x="4318560" y="2743200"/>
            <a:ext cx="16610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Box 20"/>
          <p:cNvSpPr/>
          <p:nvPr/>
        </p:nvSpPr>
        <p:spPr>
          <a:xfrm>
            <a:off x="4318560" y="2971800"/>
            <a:ext cx="16610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Box 21"/>
          <p:cNvSpPr/>
          <p:nvPr/>
        </p:nvSpPr>
        <p:spPr>
          <a:xfrm>
            <a:off x="5932080" y="2514600"/>
            <a:ext cx="197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Rectangle 22"/>
          <p:cNvSpPr/>
          <p:nvPr/>
        </p:nvSpPr>
        <p:spPr>
          <a:xfrm>
            <a:off x="6135120" y="2011680"/>
            <a:ext cx="166104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1" name="Rectangle 23"/>
          <p:cNvSpPr/>
          <p:nvPr/>
        </p:nvSpPr>
        <p:spPr>
          <a:xfrm>
            <a:off x="6135120" y="2011680"/>
            <a:ext cx="1661040" cy="69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2" name="TextBox 24"/>
          <p:cNvSpPr/>
          <p:nvPr/>
        </p:nvSpPr>
        <p:spPr>
          <a:xfrm>
            <a:off x="6135120" y="2194560"/>
            <a:ext cx="16610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3" name="TextBox 25"/>
          <p:cNvSpPr/>
          <p:nvPr/>
        </p:nvSpPr>
        <p:spPr>
          <a:xfrm>
            <a:off x="6135120" y="2743200"/>
            <a:ext cx="16610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4" name="TextBox 26"/>
          <p:cNvSpPr/>
          <p:nvPr/>
        </p:nvSpPr>
        <p:spPr>
          <a:xfrm>
            <a:off x="6135120" y="2971800"/>
            <a:ext cx="16610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next build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TextBox 27"/>
          <p:cNvSpPr/>
          <p:nvPr/>
        </p:nvSpPr>
        <p:spPr>
          <a:xfrm>
            <a:off x="7748640" y="2514600"/>
            <a:ext cx="19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6" name="Rectangle 28"/>
          <p:cNvSpPr/>
          <p:nvPr/>
        </p:nvSpPr>
        <p:spPr>
          <a:xfrm>
            <a:off x="7951680" y="2011680"/>
            <a:ext cx="166068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7" name="Rectangle 29"/>
          <p:cNvSpPr/>
          <p:nvPr/>
        </p:nvSpPr>
        <p:spPr>
          <a:xfrm>
            <a:off x="7951680" y="2011680"/>
            <a:ext cx="1660680" cy="6912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8" name="TextBox 30"/>
          <p:cNvSpPr/>
          <p:nvPr/>
        </p:nvSpPr>
        <p:spPr>
          <a:xfrm>
            <a:off x="7951680" y="2194560"/>
            <a:ext cx="16606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9" name="TextBox 31"/>
          <p:cNvSpPr/>
          <p:nvPr/>
        </p:nvSpPr>
        <p:spPr>
          <a:xfrm>
            <a:off x="7951680" y="2743200"/>
            <a:ext cx="16606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0" name="TextBox 32"/>
          <p:cNvSpPr/>
          <p:nvPr/>
        </p:nvSpPr>
        <p:spPr>
          <a:xfrm>
            <a:off x="7951680" y="2971800"/>
            <a:ext cx="16606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TextBox 33"/>
          <p:cNvSpPr/>
          <p:nvPr/>
        </p:nvSpPr>
        <p:spPr>
          <a:xfrm>
            <a:off x="9565200" y="2514600"/>
            <a:ext cx="19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2" name="Rectangle 34"/>
          <p:cNvSpPr/>
          <p:nvPr/>
        </p:nvSpPr>
        <p:spPr>
          <a:xfrm>
            <a:off x="9768240" y="2011680"/>
            <a:ext cx="166068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3" name="Rectangle 35"/>
          <p:cNvSpPr/>
          <p:nvPr/>
        </p:nvSpPr>
        <p:spPr>
          <a:xfrm>
            <a:off x="9768240" y="2011680"/>
            <a:ext cx="1660680" cy="691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4" name="TextBox 36"/>
          <p:cNvSpPr/>
          <p:nvPr/>
        </p:nvSpPr>
        <p:spPr>
          <a:xfrm>
            <a:off x="9768240" y="2194560"/>
            <a:ext cx="16606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5" name="TextBox 37"/>
          <p:cNvSpPr/>
          <p:nvPr/>
        </p:nvSpPr>
        <p:spPr>
          <a:xfrm>
            <a:off x="9768240" y="2743200"/>
            <a:ext cx="16606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6" name="TextBox 38"/>
          <p:cNvSpPr/>
          <p:nvPr/>
        </p:nvSpPr>
        <p:spPr>
          <a:xfrm>
            <a:off x="9768240" y="2971800"/>
            <a:ext cx="16606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Rectangle 39"/>
          <p:cNvSpPr/>
          <p:nvPr/>
        </p:nvSpPr>
        <p:spPr>
          <a:xfrm>
            <a:off x="548640" y="3749040"/>
            <a:ext cx="6854040" cy="2464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8" name="Oval 40"/>
          <p:cNvSpPr/>
          <p:nvPr/>
        </p:nvSpPr>
        <p:spPr>
          <a:xfrm>
            <a:off x="777240" y="3931920"/>
            <a:ext cx="133200" cy="1332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9" name="Oval 41"/>
          <p:cNvSpPr/>
          <p:nvPr/>
        </p:nvSpPr>
        <p:spPr>
          <a:xfrm>
            <a:off x="960120" y="3931920"/>
            <a:ext cx="133200" cy="1332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0" name="Oval 42"/>
          <p:cNvSpPr/>
          <p:nvPr/>
        </p:nvSpPr>
        <p:spPr>
          <a:xfrm>
            <a:off x="1143000" y="3931920"/>
            <a:ext cx="133200" cy="1332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1" name="TextBox 43"/>
          <p:cNvSpPr/>
          <p:nvPr/>
        </p:nvSpPr>
        <p:spPr>
          <a:xfrm>
            <a:off x="1371600" y="3840480"/>
            <a:ext cx="59396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 — déclencheurs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2" name="TextBox 44"/>
          <p:cNvSpPr/>
          <p:nvPr/>
        </p:nvSpPr>
        <p:spPr>
          <a:xfrm>
            <a:off x="777240" y="429768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3" name="TextBox 45"/>
          <p:cNvSpPr/>
          <p:nvPr/>
        </p:nvSpPr>
        <p:spPr>
          <a:xfrm>
            <a:off x="777240" y="449892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4" name="TextBox 46"/>
          <p:cNvSpPr/>
          <p:nvPr/>
        </p:nvSpPr>
        <p:spPr>
          <a:xfrm>
            <a:off x="777240" y="470016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TextBox 47"/>
          <p:cNvSpPr/>
          <p:nvPr/>
        </p:nvSpPr>
        <p:spPr>
          <a:xfrm>
            <a:off x="777240" y="490104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6" name="TextBox 48"/>
          <p:cNvSpPr/>
          <p:nvPr/>
        </p:nvSpPr>
        <p:spPr>
          <a:xfrm>
            <a:off x="777240" y="510228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[main]              # auto-deploy sur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7" name="TextBox 49"/>
          <p:cNvSpPr/>
          <p:nvPr/>
        </p:nvSpPr>
        <p:spPr>
          <a:xfrm>
            <a:off x="777240" y="530352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                   # check sur PR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8" name="TextBox 50"/>
          <p:cNvSpPr/>
          <p:nvPr/>
        </p:nvSpPr>
        <p:spPr>
          <a:xfrm>
            <a:off x="777240" y="550476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9" name="TextBox 51"/>
          <p:cNvSpPr/>
          <p:nvPr/>
        </p:nvSpPr>
        <p:spPr>
          <a:xfrm>
            <a:off x="777240" y="570600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              # bouton manuel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0" name="Rectangle 52"/>
          <p:cNvSpPr/>
          <p:nvPr/>
        </p:nvSpPr>
        <p:spPr>
          <a:xfrm>
            <a:off x="8092440" y="3749040"/>
            <a:ext cx="3516480" cy="24649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1" name="TextBox 53"/>
          <p:cNvSpPr/>
          <p:nvPr/>
        </p:nvSpPr>
        <p:spPr>
          <a:xfrm>
            <a:off x="8275320" y="3840480"/>
            <a:ext cx="3150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Oval 54"/>
          <p:cNvSpPr/>
          <p:nvPr/>
        </p:nvSpPr>
        <p:spPr>
          <a:xfrm>
            <a:off x="8275320" y="4297680"/>
            <a:ext cx="407520" cy="407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3" name="TextBox 55"/>
          <p:cNvSpPr/>
          <p:nvPr/>
        </p:nvSpPr>
        <p:spPr>
          <a:xfrm>
            <a:off x="8275320" y="4379400"/>
            <a:ext cx="40752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Box 56"/>
          <p:cNvSpPr/>
          <p:nvPr/>
        </p:nvSpPr>
        <p:spPr>
          <a:xfrm>
            <a:off x="8814240" y="4359960"/>
            <a:ext cx="2647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commit → 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Oval 57"/>
          <p:cNvSpPr/>
          <p:nvPr/>
        </p:nvSpPr>
        <p:spPr>
          <a:xfrm>
            <a:off x="8275320" y="4937760"/>
            <a:ext cx="407520" cy="4075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6" name="TextBox 58"/>
          <p:cNvSpPr/>
          <p:nvPr/>
        </p:nvSpPr>
        <p:spPr>
          <a:xfrm>
            <a:off x="8275320" y="49377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Box 59"/>
          <p:cNvSpPr/>
          <p:nvPr/>
        </p:nvSpPr>
        <p:spPr>
          <a:xfrm>
            <a:off x="8814240" y="500004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Oval 60"/>
          <p:cNvSpPr/>
          <p:nvPr/>
        </p:nvSpPr>
        <p:spPr>
          <a:xfrm>
            <a:off x="8275320" y="5577840"/>
            <a:ext cx="407520" cy="40752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9" name="TextBox 61"/>
          <p:cNvSpPr/>
          <p:nvPr/>
        </p:nvSpPr>
        <p:spPr>
          <a:xfrm>
            <a:off x="8275320" y="55778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Box 62"/>
          <p:cNvSpPr/>
          <p:nvPr/>
        </p:nvSpPr>
        <p:spPr>
          <a:xfrm>
            <a:off x="8814240" y="567612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Box 63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Box 64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5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5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GitHub Actions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Rectangle 4"/>
          <p:cNvSpPr/>
          <p:nvPr/>
        </p:nvSpPr>
        <p:spPr>
          <a:xfrm>
            <a:off x="548640" y="1691640"/>
            <a:ext cx="73112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8" name="Oval 5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9" name="Oval 6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0" name="Oval 7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1" name="TextBox 8"/>
          <p:cNvSpPr/>
          <p:nvPr/>
        </p:nvSpPr>
        <p:spPr>
          <a:xfrm>
            <a:off x="1371600" y="1783080"/>
            <a:ext cx="63968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Box 9"/>
          <p:cNvSpPr/>
          <p:nvPr/>
        </p:nvSpPr>
        <p:spPr>
          <a:xfrm>
            <a:off x="777240" y="21945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TextBox 11"/>
          <p:cNvSpPr/>
          <p:nvPr/>
        </p:nvSpPr>
        <p:spPr>
          <a:xfrm>
            <a:off x="777240" y="23774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4" name="TextBox 12"/>
          <p:cNvSpPr/>
          <p:nvPr/>
        </p:nvSpPr>
        <p:spPr>
          <a:xfrm>
            <a:off x="777240" y="25603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push:        { branches: [main]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5" name="TextBox 13"/>
          <p:cNvSpPr/>
          <p:nvPr/>
        </p:nvSpPr>
        <p:spPr>
          <a:xfrm>
            <a:off x="777240" y="27432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6" name="TextBox 15"/>
          <p:cNvSpPr/>
          <p:nvPr/>
        </p:nvSpPr>
        <p:spPr>
          <a:xfrm>
            <a:off x="777240" y="29260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7" name="TextBox 16"/>
          <p:cNvSpPr/>
          <p:nvPr/>
        </p:nvSpPr>
        <p:spPr>
          <a:xfrm>
            <a:off x="777240" y="31089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Box 17"/>
          <p:cNvSpPr/>
          <p:nvPr/>
        </p:nvSpPr>
        <p:spPr>
          <a:xfrm>
            <a:off x="777240" y="32918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9" name="TextBox 18"/>
          <p:cNvSpPr/>
          <p:nvPr/>
        </p:nvSpPr>
        <p:spPr>
          <a:xfrm>
            <a:off x="777240" y="34747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timeout-minutes: 10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0" name="TextBox 20"/>
          <p:cNvSpPr/>
          <p:nvPr/>
        </p:nvSpPr>
        <p:spPr>
          <a:xfrm>
            <a:off x="777240" y="36576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  steps: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TextBox 21"/>
          <p:cNvSpPr/>
          <p:nvPr/>
        </p:nvSpPr>
        <p:spPr>
          <a:xfrm>
            <a:off x="777240" y="38404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actions/checkout@v4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2" name="TextBox 23"/>
          <p:cNvSpPr/>
          <p:nvPr/>
        </p:nvSpPr>
        <p:spPr>
          <a:xfrm>
            <a:off x="777240" y="40233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oven-sh/setup-bun@v1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3" name="TextBox 24"/>
          <p:cNvSpPr/>
          <p:nvPr/>
        </p:nvSpPr>
        <p:spPr>
          <a:xfrm>
            <a:off x="777240" y="42062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  with: { bun-version: '1'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TextBox 26"/>
          <p:cNvSpPr/>
          <p:nvPr/>
        </p:nvSpPr>
        <p:spPr>
          <a:xfrm>
            <a:off x="777240" y="43891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Install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5" name="TextBox 27"/>
          <p:cNvSpPr/>
          <p:nvPr/>
        </p:nvSpPr>
        <p:spPr>
          <a:xfrm>
            <a:off x="777240" y="45720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6" name="TextBox 29"/>
          <p:cNvSpPr/>
          <p:nvPr/>
        </p:nvSpPr>
        <p:spPr>
          <a:xfrm>
            <a:off x="777240" y="47548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TextBox 30"/>
          <p:cNvSpPr/>
          <p:nvPr/>
        </p:nvSpPr>
        <p:spPr>
          <a:xfrm>
            <a:off x="777240" y="49377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bunx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8" name="TextBox 32"/>
          <p:cNvSpPr/>
          <p:nvPr/>
        </p:nvSpPr>
        <p:spPr>
          <a:xfrm>
            <a:off x="777240" y="51206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9" name="TextBox 33"/>
          <p:cNvSpPr/>
          <p:nvPr/>
        </p:nvSpPr>
        <p:spPr>
          <a:xfrm>
            <a:off x="777240" y="53035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TextBox 35"/>
          <p:cNvSpPr/>
          <p:nvPr/>
        </p:nvSpPr>
        <p:spPr>
          <a:xfrm>
            <a:off x="777240" y="54864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Tests d'intégration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1" name="TextBox 36"/>
          <p:cNvSpPr/>
          <p:nvPr/>
        </p:nvSpPr>
        <p:spPr>
          <a:xfrm>
            <a:off x="777240" y="56692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2" name="TextBox 38"/>
          <p:cNvSpPr/>
          <p:nvPr/>
        </p:nvSpPr>
        <p:spPr>
          <a:xfrm>
            <a:off x="777240" y="58521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Build 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3" name="TextBox 39"/>
          <p:cNvSpPr/>
          <p:nvPr/>
        </p:nvSpPr>
        <p:spPr>
          <a:xfrm>
            <a:off x="777240" y="60350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4" name="Rectangle 40"/>
          <p:cNvSpPr/>
          <p:nvPr/>
        </p:nvSpPr>
        <p:spPr>
          <a:xfrm>
            <a:off x="8092440" y="1691640"/>
            <a:ext cx="3516480" cy="4568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5" name="TextBox 41"/>
          <p:cNvSpPr/>
          <p:nvPr/>
        </p:nvSpPr>
        <p:spPr>
          <a:xfrm>
            <a:off x="8275320" y="1783080"/>
            <a:ext cx="3150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Que fait chaque étape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6" name="Oval 42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7" name="TextBox 43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TextBox 44"/>
          <p:cNvSpPr/>
          <p:nvPr/>
        </p:nvSpPr>
        <p:spPr>
          <a:xfrm>
            <a:off x="8814240" y="2302560"/>
            <a:ext cx="2647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checkout : clone le repo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9" name="Oval 45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TextBox 46"/>
          <p:cNvSpPr/>
          <p:nvPr/>
        </p:nvSpPr>
        <p:spPr>
          <a:xfrm>
            <a:off x="8275320" y="28803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1" name="TextBox 47"/>
          <p:cNvSpPr/>
          <p:nvPr/>
        </p:nvSpPr>
        <p:spPr>
          <a:xfrm>
            <a:off x="8814240" y="294264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setup-bun : runtime CI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2" name="Oval 48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3" name="TextBox 49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4" name="TextBox 50"/>
          <p:cNvSpPr/>
          <p:nvPr/>
        </p:nvSpPr>
        <p:spPr>
          <a:xfrm>
            <a:off x="8814240" y="358272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install : deps lockées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Oval 51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6" name="TextBox 52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7" name="TextBox 53"/>
          <p:cNvSpPr/>
          <p:nvPr/>
        </p:nvSpPr>
        <p:spPr>
          <a:xfrm>
            <a:off x="8814240" y="422280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generate : types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8" name="Oval 54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9" name="TextBox 55"/>
          <p:cNvSpPr/>
          <p:nvPr/>
        </p:nvSpPr>
        <p:spPr>
          <a:xfrm>
            <a:off x="8275320" y="48006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TextBox 56"/>
          <p:cNvSpPr/>
          <p:nvPr/>
        </p:nvSpPr>
        <p:spPr>
          <a:xfrm>
            <a:off x="8814240" y="486288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: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1" name="Oval 57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2" name="TextBox 58"/>
          <p:cNvSpPr/>
          <p:nvPr/>
        </p:nvSpPr>
        <p:spPr>
          <a:xfrm>
            <a:off x="8275320" y="54406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Box 59"/>
          <p:cNvSpPr/>
          <p:nvPr/>
        </p:nvSpPr>
        <p:spPr>
          <a:xfrm>
            <a:off x="8814240" y="553896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: artefact .next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TextBox 60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5" name="TextBox 61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0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7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8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9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Triggers : 3 façons de déclencher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0" name="Rectangle 4"/>
          <p:cNvSpPr/>
          <p:nvPr/>
        </p:nvSpPr>
        <p:spPr>
          <a:xfrm>
            <a:off x="548640" y="1691640"/>
            <a:ext cx="36536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1" name="Rectangle 5"/>
          <p:cNvSpPr/>
          <p:nvPr/>
        </p:nvSpPr>
        <p:spPr>
          <a:xfrm>
            <a:off x="548640" y="1691640"/>
            <a:ext cx="3653640" cy="87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3920" rIns="90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2" name="TextBox 6"/>
          <p:cNvSpPr/>
          <p:nvPr/>
        </p:nvSpPr>
        <p:spPr>
          <a:xfrm>
            <a:off x="731520" y="1965960"/>
            <a:ext cx="72756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3" name="TextBox 7"/>
          <p:cNvSpPr/>
          <p:nvPr/>
        </p:nvSpPr>
        <p:spPr>
          <a:xfrm>
            <a:off x="1508760" y="196596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push sur main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4" name="TextBox 8"/>
          <p:cNvSpPr/>
          <p:nvPr/>
        </p:nvSpPr>
        <p:spPr>
          <a:xfrm>
            <a:off x="1508760" y="2331720"/>
            <a:ext cx="2510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Merge d'une PR sur main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Rectangle 9"/>
          <p:cNvSpPr/>
          <p:nvPr/>
        </p:nvSpPr>
        <p:spPr>
          <a:xfrm>
            <a:off x="731520" y="2788920"/>
            <a:ext cx="3287880" cy="4532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6" name="TextBox 10"/>
          <p:cNvSpPr/>
          <p:nvPr/>
        </p:nvSpPr>
        <p:spPr>
          <a:xfrm>
            <a:off x="822960" y="2853000"/>
            <a:ext cx="3105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complet + auto-deploy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7" name="TextBox 11"/>
          <p:cNvSpPr/>
          <p:nvPr/>
        </p:nvSpPr>
        <p:spPr>
          <a:xfrm>
            <a:off x="777240" y="352044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8" name="TextBox 12"/>
          <p:cNvSpPr/>
          <p:nvPr/>
        </p:nvSpPr>
        <p:spPr>
          <a:xfrm>
            <a:off x="777240" y="377640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Box 13"/>
          <p:cNvSpPr/>
          <p:nvPr/>
        </p:nvSpPr>
        <p:spPr>
          <a:xfrm>
            <a:off x="777240" y="403236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TextBox 14"/>
          <p:cNvSpPr/>
          <p:nvPr/>
        </p:nvSpPr>
        <p:spPr>
          <a:xfrm>
            <a:off x="777240" y="428868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-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1" name="TextBox 15"/>
          <p:cNvSpPr/>
          <p:nvPr/>
        </p:nvSpPr>
        <p:spPr>
          <a:xfrm>
            <a:off x="731520" y="49834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2" name="TextBox 16"/>
          <p:cNvSpPr/>
          <p:nvPr/>
        </p:nvSpPr>
        <p:spPr>
          <a:xfrm>
            <a:off x="73152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Déploiement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3" name="TextBox 17"/>
          <p:cNvSpPr/>
          <p:nvPr/>
        </p:nvSpPr>
        <p:spPr>
          <a:xfrm>
            <a:off x="731520" y="56235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en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4" name="Rectangle 18"/>
          <p:cNvSpPr/>
          <p:nvPr/>
        </p:nvSpPr>
        <p:spPr>
          <a:xfrm>
            <a:off x="4343400" y="1691640"/>
            <a:ext cx="36536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5" name="Rectangle 19"/>
          <p:cNvSpPr/>
          <p:nvPr/>
        </p:nvSpPr>
        <p:spPr>
          <a:xfrm>
            <a:off x="4343400" y="1691640"/>
            <a:ext cx="3653640" cy="87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3920" rIns="90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6" name="TextBox 20"/>
          <p:cNvSpPr/>
          <p:nvPr/>
        </p:nvSpPr>
        <p:spPr>
          <a:xfrm>
            <a:off x="4526280" y="1965960"/>
            <a:ext cx="72756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⊕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Box 21"/>
          <p:cNvSpPr/>
          <p:nvPr/>
        </p:nvSpPr>
        <p:spPr>
          <a:xfrm>
            <a:off x="5303520" y="196596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pull_request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TextBox 22"/>
          <p:cNvSpPr/>
          <p:nvPr/>
        </p:nvSpPr>
        <p:spPr>
          <a:xfrm>
            <a:off x="5303520" y="2331720"/>
            <a:ext cx="2510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Ouverture / update d'une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9" name="Rectangle 23"/>
          <p:cNvSpPr/>
          <p:nvPr/>
        </p:nvSpPr>
        <p:spPr>
          <a:xfrm>
            <a:off x="4526280" y="2788920"/>
            <a:ext cx="3287880" cy="4532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0" name="TextBox 24"/>
          <p:cNvSpPr/>
          <p:nvPr/>
        </p:nvSpPr>
        <p:spPr>
          <a:xfrm>
            <a:off x="4617720" y="2853000"/>
            <a:ext cx="3105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+ Preview Vercel + Neon branch isolée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Box 25"/>
          <p:cNvSpPr/>
          <p:nvPr/>
        </p:nvSpPr>
        <p:spPr>
          <a:xfrm>
            <a:off x="4572000" y="352044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TextBox 26"/>
          <p:cNvSpPr/>
          <p:nvPr/>
        </p:nvSpPr>
        <p:spPr>
          <a:xfrm>
            <a:off x="4572000" y="377640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3" name="TextBox 27"/>
          <p:cNvSpPr/>
          <p:nvPr/>
        </p:nvSpPr>
        <p:spPr>
          <a:xfrm>
            <a:off x="4572000" y="403236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4" name="TextBox 28"/>
          <p:cNvSpPr/>
          <p:nvPr/>
        </p:nvSpPr>
        <p:spPr>
          <a:xfrm>
            <a:off x="4572000" y="428868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types: [opened, synchronize]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Box 29"/>
          <p:cNvSpPr/>
          <p:nvPr/>
        </p:nvSpPr>
        <p:spPr>
          <a:xfrm>
            <a:off x="4526280" y="49834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TextBox 30"/>
          <p:cNvSpPr/>
          <p:nvPr/>
        </p:nvSpPr>
        <p:spPr>
          <a:xfrm>
            <a:off x="452628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Status check obligatoire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7" name="TextBox 31"/>
          <p:cNvSpPr/>
          <p:nvPr/>
        </p:nvSpPr>
        <p:spPr>
          <a:xfrm>
            <a:off x="4526280" y="56235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8" name="Rectangle 32"/>
          <p:cNvSpPr/>
          <p:nvPr/>
        </p:nvSpPr>
        <p:spPr>
          <a:xfrm>
            <a:off x="8138160" y="1691640"/>
            <a:ext cx="36536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9" name="Rectangle 33"/>
          <p:cNvSpPr/>
          <p:nvPr/>
        </p:nvSpPr>
        <p:spPr>
          <a:xfrm>
            <a:off x="8138160" y="1691640"/>
            <a:ext cx="3653640" cy="8748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3920" rIns="90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0" name="TextBox 34"/>
          <p:cNvSpPr/>
          <p:nvPr/>
        </p:nvSpPr>
        <p:spPr>
          <a:xfrm>
            <a:off x="8321040" y="1965960"/>
            <a:ext cx="72756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1" name="TextBox 35"/>
          <p:cNvSpPr/>
          <p:nvPr/>
        </p:nvSpPr>
        <p:spPr>
          <a:xfrm>
            <a:off x="9098280" y="196596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workflow_dispatch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2" name="TextBox 36"/>
          <p:cNvSpPr/>
          <p:nvPr/>
        </p:nvSpPr>
        <p:spPr>
          <a:xfrm>
            <a:off x="9098280" y="2331720"/>
            <a:ext cx="2510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Bouton manuel dans GitHub 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Rectangle 37"/>
          <p:cNvSpPr/>
          <p:nvPr/>
        </p:nvSpPr>
        <p:spPr>
          <a:xfrm>
            <a:off x="8321040" y="2788920"/>
            <a:ext cx="3287880" cy="4532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4" name="TextBox 38"/>
          <p:cNvSpPr/>
          <p:nvPr/>
        </p:nvSpPr>
        <p:spPr>
          <a:xfrm>
            <a:off x="8412480" y="2853000"/>
            <a:ext cx="3105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Rejeu d'un déploiement, debug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5" name="TextBox 39"/>
          <p:cNvSpPr/>
          <p:nvPr/>
        </p:nvSpPr>
        <p:spPr>
          <a:xfrm>
            <a:off x="8366760" y="352044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6" name="TextBox 40"/>
          <p:cNvSpPr/>
          <p:nvPr/>
        </p:nvSpPr>
        <p:spPr>
          <a:xfrm>
            <a:off x="8366760" y="377640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Box 41"/>
          <p:cNvSpPr/>
          <p:nvPr/>
        </p:nvSpPr>
        <p:spPr>
          <a:xfrm>
            <a:off x="8366760" y="403236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inputs: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Box 42"/>
          <p:cNvSpPr/>
          <p:nvPr/>
        </p:nvSpPr>
        <p:spPr>
          <a:xfrm>
            <a:off x="8366760" y="428868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env: { type: choice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Box 43"/>
          <p:cNvSpPr/>
          <p:nvPr/>
        </p:nvSpPr>
        <p:spPr>
          <a:xfrm>
            <a:off x="8321040" y="49834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Box 44"/>
          <p:cNvSpPr/>
          <p:nvPr/>
        </p:nvSpPr>
        <p:spPr>
          <a:xfrm>
            <a:off x="832104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Lancement manuel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Box 45"/>
          <p:cNvSpPr/>
          <p:nvPr/>
        </p:nvSpPr>
        <p:spPr>
          <a:xfrm>
            <a:off x="8321040" y="56235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pour rebuild d'urgence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Box 4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Box 4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8" name="Shape 3"/>
          <p:cNvSpPr/>
          <p:nvPr/>
        </p:nvSpPr>
        <p:spPr>
          <a:xfrm>
            <a:off x="548640" y="1691640"/>
            <a:ext cx="7311240" cy="456804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9" name="Shape 4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0" name="Shape 5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1" name="Shape 6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2" name="Text 7"/>
          <p:cNvSpPr/>
          <p:nvPr/>
        </p:nvSpPr>
        <p:spPr>
          <a:xfrm>
            <a:off x="1371600" y="178308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8"/>
          <p:cNvSpPr/>
          <p:nvPr/>
        </p:nvSpPr>
        <p:spPr>
          <a:xfrm>
            <a:off x="777240" y="22402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1 — deps (cache layer)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Text 9"/>
          <p:cNvSpPr/>
          <p:nvPr/>
        </p:nvSpPr>
        <p:spPr>
          <a:xfrm>
            <a:off x="777240" y="24141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5" name="Text 10"/>
          <p:cNvSpPr/>
          <p:nvPr/>
        </p:nvSpPr>
        <p:spPr>
          <a:xfrm>
            <a:off x="777240" y="25876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6" name="Text 11"/>
          <p:cNvSpPr/>
          <p:nvPr/>
        </p:nvSpPr>
        <p:spPr>
          <a:xfrm>
            <a:off x="777240" y="27615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7" name="Text 12"/>
          <p:cNvSpPr/>
          <p:nvPr/>
        </p:nvSpPr>
        <p:spPr>
          <a:xfrm>
            <a:off x="777240" y="29350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8" name="Text 13"/>
          <p:cNvSpPr/>
          <p:nvPr/>
        </p:nvSpPr>
        <p:spPr>
          <a:xfrm>
            <a:off x="777240" y="31089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14"/>
          <p:cNvSpPr/>
          <p:nvPr/>
        </p:nvSpPr>
        <p:spPr>
          <a:xfrm>
            <a:off x="777240" y="32828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Text 15"/>
          <p:cNvSpPr/>
          <p:nvPr/>
        </p:nvSpPr>
        <p:spPr>
          <a:xfrm>
            <a:off x="777240" y="34563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1" name="Text 16"/>
          <p:cNvSpPr/>
          <p:nvPr/>
        </p:nvSpPr>
        <p:spPr>
          <a:xfrm>
            <a:off x="777240" y="36302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2" name="Text 17"/>
          <p:cNvSpPr/>
          <p:nvPr/>
        </p:nvSpPr>
        <p:spPr>
          <a:xfrm>
            <a:off x="777240" y="38037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18"/>
          <p:cNvSpPr/>
          <p:nvPr/>
        </p:nvSpPr>
        <p:spPr>
          <a:xfrm>
            <a:off x="777240" y="39776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Text 19"/>
          <p:cNvSpPr/>
          <p:nvPr/>
        </p:nvSpPr>
        <p:spPr>
          <a:xfrm>
            <a:off x="777240" y="41515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5" name="Text 20"/>
          <p:cNvSpPr/>
          <p:nvPr/>
        </p:nvSpPr>
        <p:spPr>
          <a:xfrm>
            <a:off x="777240" y="43250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6" name="Text 21"/>
          <p:cNvSpPr/>
          <p:nvPr/>
        </p:nvSpPr>
        <p:spPr>
          <a:xfrm>
            <a:off x="777240" y="44989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22"/>
          <p:cNvSpPr/>
          <p:nvPr/>
        </p:nvSpPr>
        <p:spPr>
          <a:xfrm>
            <a:off x="777240" y="46724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Text 23"/>
          <p:cNvSpPr/>
          <p:nvPr/>
        </p:nvSpPr>
        <p:spPr>
          <a:xfrm>
            <a:off x="777240" y="48463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9" name="Text 24"/>
          <p:cNvSpPr/>
          <p:nvPr/>
        </p:nvSpPr>
        <p:spPr>
          <a:xfrm>
            <a:off x="777240" y="50202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0" name="Text 25"/>
          <p:cNvSpPr/>
          <p:nvPr/>
        </p:nvSpPr>
        <p:spPr>
          <a:xfrm>
            <a:off x="777240" y="51937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26"/>
          <p:cNvSpPr/>
          <p:nvPr/>
        </p:nvSpPr>
        <p:spPr>
          <a:xfrm>
            <a:off x="777240" y="53676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Text 27"/>
          <p:cNvSpPr/>
          <p:nvPr/>
        </p:nvSpPr>
        <p:spPr>
          <a:xfrm>
            <a:off x="777240" y="55411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3" name="Text 28"/>
          <p:cNvSpPr/>
          <p:nvPr/>
        </p:nvSpPr>
        <p:spPr>
          <a:xfrm>
            <a:off x="777240" y="57150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4" name="Text 29"/>
          <p:cNvSpPr/>
          <p:nvPr/>
        </p:nvSpPr>
        <p:spPr>
          <a:xfrm>
            <a:off x="777240" y="58888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Shape 30"/>
          <p:cNvSpPr/>
          <p:nvPr/>
        </p:nvSpPr>
        <p:spPr>
          <a:xfrm>
            <a:off x="8092440" y="1691640"/>
            <a:ext cx="3516480" cy="456804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6" name="Text 31"/>
          <p:cNvSpPr/>
          <p:nvPr/>
        </p:nvSpPr>
        <p:spPr>
          <a:xfrm>
            <a:off x="8275320" y="1783080"/>
            <a:ext cx="3196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7" name="Shape 32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8" name="Text 33"/>
          <p:cNvSpPr/>
          <p:nvPr/>
        </p:nvSpPr>
        <p:spPr>
          <a:xfrm>
            <a:off x="8275320" y="2136240"/>
            <a:ext cx="407520" cy="58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9" name="Text 34"/>
          <p:cNvSpPr/>
          <p:nvPr/>
        </p:nvSpPr>
        <p:spPr>
          <a:xfrm>
            <a:off x="8814240" y="21945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0" name="Shape 35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1" name="Text 36"/>
          <p:cNvSpPr/>
          <p:nvPr/>
        </p:nvSpPr>
        <p:spPr>
          <a:xfrm>
            <a:off x="8275320" y="28803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2" name="Text 37"/>
          <p:cNvSpPr/>
          <p:nvPr/>
        </p:nvSpPr>
        <p:spPr>
          <a:xfrm>
            <a:off x="8814240" y="28346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3" name="Shape 38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4" name="Text 39"/>
          <p:cNvSpPr/>
          <p:nvPr/>
        </p:nvSpPr>
        <p:spPr>
          <a:xfrm>
            <a:off x="8275320" y="3484440"/>
            <a:ext cx="40752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Text 40"/>
          <p:cNvSpPr/>
          <p:nvPr/>
        </p:nvSpPr>
        <p:spPr>
          <a:xfrm>
            <a:off x="8814240" y="347472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6" name="Shape 41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7" name="Text 42"/>
          <p:cNvSpPr/>
          <p:nvPr/>
        </p:nvSpPr>
        <p:spPr>
          <a:xfrm>
            <a:off x="8275320" y="4124520"/>
            <a:ext cx="40752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Text 43"/>
          <p:cNvSpPr/>
          <p:nvPr/>
        </p:nvSpPr>
        <p:spPr>
          <a:xfrm>
            <a:off x="8814240" y="41148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9" name="Shape 44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0" name="Text 45"/>
          <p:cNvSpPr/>
          <p:nvPr/>
        </p:nvSpPr>
        <p:spPr>
          <a:xfrm>
            <a:off x="8275320" y="4728600"/>
            <a:ext cx="407520" cy="5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Text 46"/>
          <p:cNvSpPr/>
          <p:nvPr/>
        </p:nvSpPr>
        <p:spPr>
          <a:xfrm>
            <a:off x="8814240" y="475488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secret dans 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2" name="Shape 47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3" name="Text 48"/>
          <p:cNvSpPr/>
          <p:nvPr/>
        </p:nvSpPr>
        <p:spPr>
          <a:xfrm>
            <a:off x="8275320" y="54406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49"/>
          <p:cNvSpPr/>
          <p:nvPr/>
        </p:nvSpPr>
        <p:spPr>
          <a:xfrm>
            <a:off x="8814240" y="53949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0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6" name="Text 50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7" name="Text 51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8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9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0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1" name="Shape 3"/>
          <p:cNvSpPr/>
          <p:nvPr/>
        </p:nvSpPr>
        <p:spPr>
          <a:xfrm>
            <a:off x="548640" y="1691640"/>
            <a:ext cx="7311240" cy="456804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2" name="Shape 4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3" name="Shape 5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4" name="Shape 6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5" name="Text 7"/>
          <p:cNvSpPr/>
          <p:nvPr/>
        </p:nvSpPr>
        <p:spPr>
          <a:xfrm>
            <a:off x="1371600" y="178308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6" name="Text 8"/>
          <p:cNvSpPr/>
          <p:nvPr/>
        </p:nvSpPr>
        <p:spPr>
          <a:xfrm>
            <a:off x="777240" y="22402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7" name="Text 9"/>
          <p:cNvSpPr/>
          <p:nvPr/>
        </p:nvSpPr>
        <p:spPr>
          <a:xfrm>
            <a:off x="777240" y="24141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8" name="Text 10"/>
          <p:cNvSpPr/>
          <p:nvPr/>
        </p:nvSpPr>
        <p:spPr>
          <a:xfrm>
            <a:off x="777240" y="25876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11"/>
          <p:cNvSpPr/>
          <p:nvPr/>
        </p:nvSpPr>
        <p:spPr>
          <a:xfrm>
            <a:off x="777240" y="27615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Text 12"/>
          <p:cNvSpPr/>
          <p:nvPr/>
        </p:nvSpPr>
        <p:spPr>
          <a:xfrm>
            <a:off x="777240" y="29350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1" name="Text 13"/>
          <p:cNvSpPr/>
          <p:nvPr/>
        </p:nvSpPr>
        <p:spPr>
          <a:xfrm>
            <a:off x="777240" y="31089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2" name="Text 14"/>
          <p:cNvSpPr/>
          <p:nvPr/>
        </p:nvSpPr>
        <p:spPr>
          <a:xfrm>
            <a:off x="777240" y="32828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${DATABASE_URL}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15"/>
          <p:cNvSpPr/>
          <p:nvPr/>
        </p:nvSpPr>
        <p:spPr>
          <a:xfrm>
            <a:off x="777240" y="34563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UPSTASH_REDIS_REST_URL: ${UPSTASH_REDIS_REST_URL}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Text 16"/>
          <p:cNvSpPr/>
          <p:nvPr/>
        </p:nvSpPr>
        <p:spPr>
          <a:xfrm>
            <a:off x="777240" y="36302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5" name="Text 17"/>
          <p:cNvSpPr/>
          <p:nvPr/>
        </p:nvSpPr>
        <p:spPr>
          <a:xfrm>
            <a:off x="777240" y="38037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env_file: [ .env 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6" name="Text 18"/>
          <p:cNvSpPr/>
          <p:nvPr/>
        </p:nvSpPr>
        <p:spPr>
          <a:xfrm>
            <a:off x="777240" y="39776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7" name="Text 19"/>
          <p:cNvSpPr/>
          <p:nvPr/>
        </p:nvSpPr>
        <p:spPr>
          <a:xfrm>
            <a:off x="777240" y="41515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db: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Text 20"/>
          <p:cNvSpPr/>
          <p:nvPr/>
        </p:nvSpPr>
        <p:spPr>
          <a:xfrm>
            <a:off x="777240" y="43250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postgres:16-alpine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9" name="Text 21"/>
          <p:cNvSpPr/>
          <p:nvPr/>
        </p:nvSpPr>
        <p:spPr>
          <a:xfrm>
            <a:off x="777240" y="44989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["5432:5432"]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0" name="Text 22"/>
          <p:cNvSpPr/>
          <p:nvPr/>
        </p:nvSpPr>
        <p:spPr>
          <a:xfrm>
            <a:off x="777240" y="46724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1" name="Text 23"/>
          <p:cNvSpPr/>
          <p:nvPr/>
        </p:nvSpPr>
        <p:spPr>
          <a:xfrm>
            <a:off x="777240" y="48463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POSTGRES_DB: social-network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Text 24"/>
          <p:cNvSpPr/>
          <p:nvPr/>
        </p:nvSpPr>
        <p:spPr>
          <a:xfrm>
            <a:off x="777240" y="50202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POSTGRES_USER: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3" name="Text 25"/>
          <p:cNvSpPr/>
          <p:nvPr/>
        </p:nvSpPr>
        <p:spPr>
          <a:xfrm>
            <a:off x="777240" y="51937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POSTGRES_PASSWORD: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4" name="Text 26"/>
          <p:cNvSpPr/>
          <p:nvPr/>
        </p:nvSpPr>
        <p:spPr>
          <a:xfrm>
            <a:off x="777240" y="53676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5" name="Text 27"/>
          <p:cNvSpPr/>
          <p:nvPr/>
        </p:nvSpPr>
        <p:spPr>
          <a:xfrm>
            <a:off x="777240" y="55411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redis: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Text 28"/>
          <p:cNvSpPr/>
          <p:nvPr/>
        </p:nvSpPr>
        <p:spPr>
          <a:xfrm>
            <a:off x="777240" y="57150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redis:7-alpine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7" name="Text 29"/>
          <p:cNvSpPr/>
          <p:nvPr/>
        </p:nvSpPr>
        <p:spPr>
          <a:xfrm>
            <a:off x="777240" y="58888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["6379:6379"]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8" name="Shape 30"/>
          <p:cNvSpPr/>
          <p:nvPr/>
        </p:nvSpPr>
        <p:spPr>
          <a:xfrm>
            <a:off x="8128440" y="1691640"/>
            <a:ext cx="3516480" cy="456804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9" name="Text 31"/>
          <p:cNvSpPr/>
          <p:nvPr/>
        </p:nvSpPr>
        <p:spPr>
          <a:xfrm>
            <a:off x="8275320" y="1783080"/>
            <a:ext cx="3196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Shape 32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1" name="Text 33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2" name="Text 34"/>
          <p:cNvSpPr/>
          <p:nvPr/>
        </p:nvSpPr>
        <p:spPr>
          <a:xfrm>
            <a:off x="8814240" y="21945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3" name="Shape 35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4" name="Text 36"/>
          <p:cNvSpPr/>
          <p:nvPr/>
        </p:nvSpPr>
        <p:spPr>
          <a:xfrm>
            <a:off x="8275320" y="2844360"/>
            <a:ext cx="40752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5" name="Text 37"/>
          <p:cNvSpPr/>
          <p:nvPr/>
        </p:nvSpPr>
        <p:spPr>
          <a:xfrm>
            <a:off x="8814240" y="28346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+ services cloud (Neon · Upstash)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6" name="Shape 38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7" name="Text 39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8" name="Text 40"/>
          <p:cNvSpPr/>
          <p:nvPr/>
        </p:nvSpPr>
        <p:spPr>
          <a:xfrm>
            <a:off x="8814240" y="347472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9" name="Shape 41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0" name="Text 42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1" name="Text 43"/>
          <p:cNvSpPr/>
          <p:nvPr/>
        </p:nvSpPr>
        <p:spPr>
          <a:xfrm>
            <a:off x="8814240" y="41148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2" name="Shape 44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3" name="Text 45"/>
          <p:cNvSpPr/>
          <p:nvPr/>
        </p:nvSpPr>
        <p:spPr>
          <a:xfrm>
            <a:off x="8275320" y="4764600"/>
            <a:ext cx="4435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Text 46"/>
          <p:cNvSpPr/>
          <p:nvPr/>
        </p:nvSpPr>
        <p:spPr>
          <a:xfrm>
            <a:off x="8814240" y="475488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5" name="Shape 47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Text 48"/>
          <p:cNvSpPr/>
          <p:nvPr/>
        </p:nvSpPr>
        <p:spPr>
          <a:xfrm>
            <a:off x="8275320" y="54406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7" name="Text 49"/>
          <p:cNvSpPr/>
          <p:nvPr/>
        </p:nvSpPr>
        <p:spPr>
          <a:xfrm>
            <a:off x="8814240" y="53949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9" name="Text 50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0" name="Text 51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· Vercel + Neon + 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4" name="Shape 3"/>
          <p:cNvSpPr/>
          <p:nvPr/>
        </p:nvSpPr>
        <p:spPr>
          <a:xfrm>
            <a:off x="480240" y="1691640"/>
            <a:ext cx="3699360" cy="420228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Shape 4"/>
          <p:cNvSpPr/>
          <p:nvPr/>
        </p:nvSpPr>
        <p:spPr>
          <a:xfrm>
            <a:off x="480240" y="1691640"/>
            <a:ext cx="3699360" cy="453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6" name="Text 5"/>
          <p:cNvSpPr/>
          <p:nvPr/>
        </p:nvSpPr>
        <p:spPr>
          <a:xfrm>
            <a:off x="48024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Shape 6"/>
          <p:cNvSpPr/>
          <p:nvPr/>
        </p:nvSpPr>
        <p:spPr>
          <a:xfrm>
            <a:off x="708840" y="2331720"/>
            <a:ext cx="544680" cy="544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8" name="Text 7"/>
          <p:cNvSpPr/>
          <p:nvPr/>
        </p:nvSpPr>
        <p:spPr>
          <a:xfrm>
            <a:off x="708840" y="2331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9" name="Text 8"/>
          <p:cNvSpPr/>
          <p:nvPr/>
        </p:nvSpPr>
        <p:spPr>
          <a:xfrm>
            <a:off x="1348920" y="2331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0" name="Text 9"/>
          <p:cNvSpPr/>
          <p:nvPr/>
        </p:nvSpPr>
        <p:spPr>
          <a:xfrm>
            <a:off x="1348920" y="2651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 + Redis + 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Shape 10"/>
          <p:cNvSpPr/>
          <p:nvPr/>
        </p:nvSpPr>
        <p:spPr>
          <a:xfrm>
            <a:off x="708840" y="3474720"/>
            <a:ext cx="544680" cy="544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2" name="Text 11"/>
          <p:cNvSpPr/>
          <p:nvPr/>
        </p:nvSpPr>
        <p:spPr>
          <a:xfrm>
            <a:off x="708840" y="3474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3" name="Text 12"/>
          <p:cNvSpPr/>
          <p:nvPr/>
        </p:nvSpPr>
        <p:spPr>
          <a:xfrm>
            <a:off x="1348920" y="3474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4" name="Text 13"/>
          <p:cNvSpPr/>
          <p:nvPr/>
        </p:nvSpPr>
        <p:spPr>
          <a:xfrm>
            <a:off x="1348920" y="3794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Shape 14"/>
          <p:cNvSpPr/>
          <p:nvPr/>
        </p:nvSpPr>
        <p:spPr>
          <a:xfrm>
            <a:off x="708840" y="4617720"/>
            <a:ext cx="544680" cy="544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6" name="Text 15"/>
          <p:cNvSpPr/>
          <p:nvPr/>
        </p:nvSpPr>
        <p:spPr>
          <a:xfrm>
            <a:off x="708840" y="4617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7" name="Text 16"/>
          <p:cNvSpPr/>
          <p:nvPr/>
        </p:nvSpPr>
        <p:spPr>
          <a:xfrm>
            <a:off x="1348920" y="4617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8" name="Text 17"/>
          <p:cNvSpPr/>
          <p:nvPr/>
        </p:nvSpPr>
        <p:spPr>
          <a:xfrm>
            <a:off x="1348920" y="4937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0" name="Shape 19"/>
          <p:cNvSpPr/>
          <p:nvPr/>
        </p:nvSpPr>
        <p:spPr>
          <a:xfrm>
            <a:off x="4229280" y="1691640"/>
            <a:ext cx="3699360" cy="420228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1" name="Shape 20"/>
          <p:cNvSpPr/>
          <p:nvPr/>
        </p:nvSpPr>
        <p:spPr>
          <a:xfrm>
            <a:off x="4229280" y="1691640"/>
            <a:ext cx="3699360" cy="4532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2" name="Text 21"/>
          <p:cNvSpPr/>
          <p:nvPr/>
        </p:nvSpPr>
        <p:spPr>
          <a:xfrm>
            <a:off x="422928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3" name="Shape 22"/>
          <p:cNvSpPr/>
          <p:nvPr/>
        </p:nvSpPr>
        <p:spPr>
          <a:xfrm>
            <a:off x="4457880" y="2331720"/>
            <a:ext cx="544680" cy="544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4" name="Text 23"/>
          <p:cNvSpPr/>
          <p:nvPr/>
        </p:nvSpPr>
        <p:spPr>
          <a:xfrm>
            <a:off x="4457880" y="2259720"/>
            <a:ext cx="544680" cy="61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5" name="Text 24"/>
          <p:cNvSpPr/>
          <p:nvPr/>
        </p:nvSpPr>
        <p:spPr>
          <a:xfrm>
            <a:off x="5097960" y="2331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6" name="Text 25"/>
          <p:cNvSpPr/>
          <p:nvPr/>
        </p:nvSpPr>
        <p:spPr>
          <a:xfrm>
            <a:off x="5097960" y="2651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7" name="Shape 26"/>
          <p:cNvSpPr/>
          <p:nvPr/>
        </p:nvSpPr>
        <p:spPr>
          <a:xfrm>
            <a:off x="4457880" y="3474720"/>
            <a:ext cx="544680" cy="544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8" name="Text 27"/>
          <p:cNvSpPr/>
          <p:nvPr/>
        </p:nvSpPr>
        <p:spPr>
          <a:xfrm>
            <a:off x="4457880" y="3474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9" name="Text 28"/>
          <p:cNvSpPr/>
          <p:nvPr/>
        </p:nvSpPr>
        <p:spPr>
          <a:xfrm>
            <a:off x="5097960" y="3474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0" name="Text 29"/>
          <p:cNvSpPr/>
          <p:nvPr/>
        </p:nvSpPr>
        <p:spPr>
          <a:xfrm>
            <a:off x="5097960" y="3794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1" name="Shape 30"/>
          <p:cNvSpPr/>
          <p:nvPr/>
        </p:nvSpPr>
        <p:spPr>
          <a:xfrm>
            <a:off x="4457880" y="4617720"/>
            <a:ext cx="544680" cy="544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2" name="Text 31"/>
          <p:cNvSpPr/>
          <p:nvPr/>
        </p:nvSpPr>
        <p:spPr>
          <a:xfrm>
            <a:off x="4457880" y="4617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Text 32"/>
          <p:cNvSpPr/>
          <p:nvPr/>
        </p:nvSpPr>
        <p:spPr>
          <a:xfrm>
            <a:off x="5097960" y="4617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4" name="Text 33"/>
          <p:cNvSpPr/>
          <p:nvPr/>
        </p:nvSpPr>
        <p:spPr>
          <a:xfrm>
            <a:off x="5097960" y="4937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5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6" name="Shape 35"/>
          <p:cNvSpPr/>
          <p:nvPr/>
        </p:nvSpPr>
        <p:spPr>
          <a:xfrm>
            <a:off x="7978320" y="1691640"/>
            <a:ext cx="3699360" cy="420228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7" name="Shape 36"/>
          <p:cNvSpPr/>
          <p:nvPr/>
        </p:nvSpPr>
        <p:spPr>
          <a:xfrm>
            <a:off x="7978320" y="1691640"/>
            <a:ext cx="3699360" cy="4532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8" name="Text 37"/>
          <p:cNvSpPr/>
          <p:nvPr/>
        </p:nvSpPr>
        <p:spPr>
          <a:xfrm>
            <a:off x="797832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9" name="Shape 38"/>
          <p:cNvSpPr/>
          <p:nvPr/>
        </p:nvSpPr>
        <p:spPr>
          <a:xfrm>
            <a:off x="8206920" y="2331720"/>
            <a:ext cx="544680" cy="544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0" name="Text 39"/>
          <p:cNvSpPr/>
          <p:nvPr/>
        </p:nvSpPr>
        <p:spPr>
          <a:xfrm>
            <a:off x="8206920" y="2259720"/>
            <a:ext cx="5446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40"/>
          <p:cNvSpPr/>
          <p:nvPr/>
        </p:nvSpPr>
        <p:spPr>
          <a:xfrm>
            <a:off x="8847000" y="2331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Text 41"/>
          <p:cNvSpPr/>
          <p:nvPr/>
        </p:nvSpPr>
        <p:spPr>
          <a:xfrm>
            <a:off x="8847000" y="2651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3" name="Shape 42"/>
          <p:cNvSpPr/>
          <p:nvPr/>
        </p:nvSpPr>
        <p:spPr>
          <a:xfrm>
            <a:off x="8206920" y="3474720"/>
            <a:ext cx="544680" cy="544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Text 43"/>
          <p:cNvSpPr/>
          <p:nvPr/>
        </p:nvSpPr>
        <p:spPr>
          <a:xfrm>
            <a:off x="8206920" y="3402720"/>
            <a:ext cx="5446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5" name="Text 44"/>
          <p:cNvSpPr/>
          <p:nvPr/>
        </p:nvSpPr>
        <p:spPr>
          <a:xfrm>
            <a:off x="8847000" y="3474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Text 45"/>
          <p:cNvSpPr/>
          <p:nvPr/>
        </p:nvSpPr>
        <p:spPr>
          <a:xfrm>
            <a:off x="8847000" y="3794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7" name="Shape 46"/>
          <p:cNvSpPr/>
          <p:nvPr/>
        </p:nvSpPr>
        <p:spPr>
          <a:xfrm>
            <a:off x="8206920" y="4617720"/>
            <a:ext cx="544680" cy="544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Text 47"/>
          <p:cNvSpPr/>
          <p:nvPr/>
        </p:nvSpPr>
        <p:spPr>
          <a:xfrm>
            <a:off x="8206920" y="4617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9" name="Text 48"/>
          <p:cNvSpPr/>
          <p:nvPr/>
        </p:nvSpPr>
        <p:spPr>
          <a:xfrm>
            <a:off x="8847000" y="4617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Text 49"/>
          <p:cNvSpPr/>
          <p:nvPr/>
        </p:nvSpPr>
        <p:spPr>
          <a:xfrm>
            <a:off x="8847000" y="4937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1" name="Shape 50"/>
          <p:cNvSpPr/>
          <p:nvPr/>
        </p:nvSpPr>
        <p:spPr>
          <a:xfrm>
            <a:off x="548640" y="6035040"/>
            <a:ext cx="11060280" cy="27036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Text 51"/>
          <p:cNvSpPr/>
          <p:nvPr/>
        </p:nvSpPr>
        <p:spPr>
          <a:xfrm>
            <a:off x="777240" y="6035040"/>
            <a:ext cx="10603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4" name="Text 52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5" name="Text 53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9" name="Shape 3"/>
          <p:cNvSpPr/>
          <p:nvPr/>
        </p:nvSpPr>
        <p:spPr>
          <a:xfrm>
            <a:off x="548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0" name="Text 4"/>
          <p:cNvSpPr/>
          <p:nvPr/>
        </p:nvSpPr>
        <p:spPr>
          <a:xfrm>
            <a:off x="731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1" name="Text 5"/>
          <p:cNvSpPr/>
          <p:nvPr/>
        </p:nvSpPr>
        <p:spPr>
          <a:xfrm>
            <a:off x="777240" y="224028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2" name="Text 6"/>
          <p:cNvSpPr/>
          <p:nvPr/>
        </p:nvSpPr>
        <p:spPr>
          <a:xfrm>
            <a:off x="1280160" y="224028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3" name="Text 7"/>
          <p:cNvSpPr/>
          <p:nvPr/>
        </p:nvSpPr>
        <p:spPr>
          <a:xfrm>
            <a:off x="1280160" y="251460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4" name="Text 8"/>
          <p:cNvSpPr/>
          <p:nvPr/>
        </p:nvSpPr>
        <p:spPr>
          <a:xfrm>
            <a:off x="813240" y="288036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5" name="Text 9"/>
          <p:cNvSpPr/>
          <p:nvPr/>
        </p:nvSpPr>
        <p:spPr>
          <a:xfrm>
            <a:off x="1280160" y="288036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6" name="Text 10"/>
          <p:cNvSpPr/>
          <p:nvPr/>
        </p:nvSpPr>
        <p:spPr>
          <a:xfrm>
            <a:off x="1280160" y="315468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7" name="Text 11"/>
          <p:cNvSpPr/>
          <p:nvPr/>
        </p:nvSpPr>
        <p:spPr>
          <a:xfrm>
            <a:off x="777240" y="352044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8" name="Text 12"/>
          <p:cNvSpPr/>
          <p:nvPr/>
        </p:nvSpPr>
        <p:spPr>
          <a:xfrm>
            <a:off x="1280160" y="352044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9" name="Text 13"/>
          <p:cNvSpPr/>
          <p:nvPr/>
        </p:nvSpPr>
        <p:spPr>
          <a:xfrm>
            <a:off x="1280160" y="379476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0" name="Text 14"/>
          <p:cNvSpPr/>
          <p:nvPr/>
        </p:nvSpPr>
        <p:spPr>
          <a:xfrm>
            <a:off x="813240" y="416052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1" name="Text 15"/>
          <p:cNvSpPr/>
          <p:nvPr/>
        </p:nvSpPr>
        <p:spPr>
          <a:xfrm>
            <a:off x="1280160" y="416052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Text 16"/>
          <p:cNvSpPr/>
          <p:nvPr/>
        </p:nvSpPr>
        <p:spPr>
          <a:xfrm>
            <a:off x="1280160" y="443484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HTTP, cookies,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3" name="Text 17"/>
          <p:cNvSpPr/>
          <p:nvPr/>
        </p:nvSpPr>
        <p:spPr>
          <a:xfrm>
            <a:off x="777240" y="480060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4" name="Text 18"/>
          <p:cNvSpPr/>
          <p:nvPr/>
        </p:nvSpPr>
        <p:spPr>
          <a:xfrm>
            <a:off x="1280160" y="480060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5" name="Text 19"/>
          <p:cNvSpPr/>
          <p:nvPr/>
        </p:nvSpPr>
        <p:spPr>
          <a:xfrm>
            <a:off x="1280160" y="507492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20"/>
          <p:cNvSpPr/>
          <p:nvPr/>
        </p:nvSpPr>
        <p:spPr>
          <a:xfrm>
            <a:off x="813240" y="544068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Text 21"/>
          <p:cNvSpPr/>
          <p:nvPr/>
        </p:nvSpPr>
        <p:spPr>
          <a:xfrm>
            <a:off x="1280160" y="544068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8" name="Text 22"/>
          <p:cNvSpPr/>
          <p:nvPr/>
        </p:nvSpPr>
        <p:spPr>
          <a:xfrm>
            <a:off x="1280160" y="571500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Synthèses &amp; démos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9" name="Shape 23"/>
          <p:cNvSpPr/>
          <p:nvPr/>
        </p:nvSpPr>
        <p:spPr>
          <a:xfrm>
            <a:off x="6263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0" name="Text 24"/>
          <p:cNvSpPr/>
          <p:nvPr/>
        </p:nvSpPr>
        <p:spPr>
          <a:xfrm>
            <a:off x="6446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Shape 25"/>
          <p:cNvSpPr/>
          <p:nvPr/>
        </p:nvSpPr>
        <p:spPr>
          <a:xfrm>
            <a:off x="6446520" y="2240280"/>
            <a:ext cx="498960" cy="49896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2" name="Text 26"/>
          <p:cNvSpPr/>
          <p:nvPr/>
        </p:nvSpPr>
        <p:spPr>
          <a:xfrm>
            <a:off x="6446520" y="2240280"/>
            <a:ext cx="498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3" name="Text 27"/>
          <p:cNvSpPr/>
          <p:nvPr/>
        </p:nvSpPr>
        <p:spPr>
          <a:xfrm>
            <a:off x="7040880" y="231228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4" name="Text 28"/>
          <p:cNvSpPr/>
          <p:nvPr/>
        </p:nvSpPr>
        <p:spPr>
          <a:xfrm>
            <a:off x="7040880" y="2478600"/>
            <a:ext cx="45680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Shape 29"/>
          <p:cNvSpPr/>
          <p:nvPr/>
        </p:nvSpPr>
        <p:spPr>
          <a:xfrm>
            <a:off x="6446520" y="3017520"/>
            <a:ext cx="498960" cy="49896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6" name="Text 30"/>
          <p:cNvSpPr/>
          <p:nvPr/>
        </p:nvSpPr>
        <p:spPr>
          <a:xfrm>
            <a:off x="6446520" y="3017520"/>
            <a:ext cx="498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7" name="Text 31"/>
          <p:cNvSpPr/>
          <p:nvPr/>
        </p:nvSpPr>
        <p:spPr>
          <a:xfrm>
            <a:off x="7040880" y="308952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8" name="Text 32"/>
          <p:cNvSpPr/>
          <p:nvPr/>
        </p:nvSpPr>
        <p:spPr>
          <a:xfrm>
            <a:off x="7040880" y="3255840"/>
            <a:ext cx="45680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Shape 33"/>
          <p:cNvSpPr/>
          <p:nvPr/>
        </p:nvSpPr>
        <p:spPr>
          <a:xfrm>
            <a:off x="6446520" y="3794760"/>
            <a:ext cx="498960" cy="49896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0" name="Text 34"/>
          <p:cNvSpPr/>
          <p:nvPr/>
        </p:nvSpPr>
        <p:spPr>
          <a:xfrm>
            <a:off x="6446520" y="3794760"/>
            <a:ext cx="498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1" name="Text 35"/>
          <p:cNvSpPr/>
          <p:nvPr/>
        </p:nvSpPr>
        <p:spPr>
          <a:xfrm>
            <a:off x="7040880" y="383076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2" name="Text 36"/>
          <p:cNvSpPr/>
          <p:nvPr/>
        </p:nvSpPr>
        <p:spPr>
          <a:xfrm>
            <a:off x="7040880" y="4033080"/>
            <a:ext cx="45680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Shape 37"/>
          <p:cNvSpPr/>
          <p:nvPr/>
        </p:nvSpPr>
        <p:spPr>
          <a:xfrm>
            <a:off x="6446520" y="4572000"/>
            <a:ext cx="498960" cy="49896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4" name="Text 38"/>
          <p:cNvSpPr/>
          <p:nvPr/>
        </p:nvSpPr>
        <p:spPr>
          <a:xfrm>
            <a:off x="6446520" y="4572000"/>
            <a:ext cx="498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5" name="Text 39"/>
          <p:cNvSpPr/>
          <p:nvPr/>
        </p:nvSpPr>
        <p:spPr>
          <a:xfrm>
            <a:off x="7040880" y="464400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6" name="Text 40"/>
          <p:cNvSpPr/>
          <p:nvPr/>
        </p:nvSpPr>
        <p:spPr>
          <a:xfrm>
            <a:off x="7040880" y="4810320"/>
            <a:ext cx="45680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Shape 41"/>
          <p:cNvSpPr/>
          <p:nvPr/>
        </p:nvSpPr>
        <p:spPr>
          <a:xfrm>
            <a:off x="6446520" y="5349240"/>
            <a:ext cx="498960" cy="49896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8" name="Text 42"/>
          <p:cNvSpPr/>
          <p:nvPr/>
        </p:nvSpPr>
        <p:spPr>
          <a:xfrm>
            <a:off x="6446520" y="5349240"/>
            <a:ext cx="498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9" name="Text 43"/>
          <p:cNvSpPr/>
          <p:nvPr/>
        </p:nvSpPr>
        <p:spPr>
          <a:xfrm>
            <a:off x="7040880" y="542124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0" name="Text 44"/>
          <p:cNvSpPr/>
          <p:nvPr/>
        </p:nvSpPr>
        <p:spPr>
          <a:xfrm>
            <a:off x="7040880" y="5587560"/>
            <a:ext cx="45680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2" name="Text 4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3" name="Text 4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du projet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7" name="Shape 3"/>
          <p:cNvSpPr/>
          <p:nvPr/>
        </p:nvSpPr>
        <p:spPr>
          <a:xfrm>
            <a:off x="548640" y="1691640"/>
            <a:ext cx="2693520" cy="164196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8" name="Text 4"/>
          <p:cNvSpPr/>
          <p:nvPr/>
        </p:nvSpPr>
        <p:spPr>
          <a:xfrm>
            <a:off x="548640" y="1783080"/>
            <a:ext cx="269352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9" name="Text 5"/>
          <p:cNvSpPr/>
          <p:nvPr/>
        </p:nvSpPr>
        <p:spPr>
          <a:xfrm>
            <a:off x="548640" y="2697480"/>
            <a:ext cx="26935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0" name="Shape 6"/>
          <p:cNvSpPr/>
          <p:nvPr/>
        </p:nvSpPr>
        <p:spPr>
          <a:xfrm>
            <a:off x="3383280" y="1691640"/>
            <a:ext cx="2693520" cy="164196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1" name="Text 7"/>
          <p:cNvSpPr/>
          <p:nvPr/>
        </p:nvSpPr>
        <p:spPr>
          <a:xfrm>
            <a:off x="3383280" y="1783080"/>
            <a:ext cx="269352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2" name="Text 8"/>
          <p:cNvSpPr/>
          <p:nvPr/>
        </p:nvSpPr>
        <p:spPr>
          <a:xfrm>
            <a:off x="3383280" y="2697480"/>
            <a:ext cx="26935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3" name="Shape 9"/>
          <p:cNvSpPr/>
          <p:nvPr/>
        </p:nvSpPr>
        <p:spPr>
          <a:xfrm>
            <a:off x="6217920" y="1691640"/>
            <a:ext cx="2693520" cy="164196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Text 10"/>
          <p:cNvSpPr/>
          <p:nvPr/>
        </p:nvSpPr>
        <p:spPr>
          <a:xfrm>
            <a:off x="6217920" y="1783080"/>
            <a:ext cx="269352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5" name="Text 11"/>
          <p:cNvSpPr/>
          <p:nvPr/>
        </p:nvSpPr>
        <p:spPr>
          <a:xfrm>
            <a:off x="6217920" y="2697480"/>
            <a:ext cx="26935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Shape 12"/>
          <p:cNvSpPr/>
          <p:nvPr/>
        </p:nvSpPr>
        <p:spPr>
          <a:xfrm>
            <a:off x="9052560" y="1691640"/>
            <a:ext cx="2693520" cy="164196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7" name="Text 13"/>
          <p:cNvSpPr/>
          <p:nvPr/>
        </p:nvSpPr>
        <p:spPr>
          <a:xfrm>
            <a:off x="9052560" y="1783080"/>
            <a:ext cx="269352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8" name="Text 14"/>
          <p:cNvSpPr/>
          <p:nvPr/>
        </p:nvSpPr>
        <p:spPr>
          <a:xfrm>
            <a:off x="9052560" y="2697480"/>
            <a:ext cx="26935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9" name="Text 15"/>
          <p:cNvSpPr/>
          <p:nvPr/>
        </p:nvSpPr>
        <p:spPr>
          <a:xfrm>
            <a:off x="548640" y="3611880"/>
            <a:ext cx="109688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0" name="Shape 16"/>
          <p:cNvSpPr/>
          <p:nvPr/>
        </p:nvSpPr>
        <p:spPr>
          <a:xfrm>
            <a:off x="548640" y="3977640"/>
            <a:ext cx="5528160" cy="232776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381" name="Chart 0"/>
          <p:cNvGraphicFramePr/>
          <p:nvPr/>
        </p:nvGraphicFramePr>
        <p:xfrm>
          <a:off x="640080" y="4069080"/>
          <a:ext cx="5345280" cy="214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382" name="Shape 17"/>
          <p:cNvSpPr/>
          <p:nvPr/>
        </p:nvSpPr>
        <p:spPr>
          <a:xfrm>
            <a:off x="6263640" y="3977640"/>
            <a:ext cx="5528160" cy="232776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3" name="Text 18"/>
          <p:cNvSpPr/>
          <p:nvPr/>
        </p:nvSpPr>
        <p:spPr>
          <a:xfrm>
            <a:off x="6400800" y="4069080"/>
            <a:ext cx="53452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Charge de travail par phase (jours)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84" name="Chart 1"/>
          <p:cNvGraphicFramePr/>
          <p:nvPr/>
        </p:nvGraphicFramePr>
        <p:xfrm>
          <a:off x="6400800" y="4343400"/>
          <a:ext cx="5208120" cy="187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385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6" name="Text 19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Text 20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8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9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0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1" name="Shape 3"/>
          <p:cNvSpPr/>
          <p:nvPr/>
        </p:nvSpPr>
        <p:spPr>
          <a:xfrm>
            <a:off x="548640" y="1691640"/>
            <a:ext cx="3653640" cy="155052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2" name="Text 4"/>
          <p:cNvSpPr/>
          <p:nvPr/>
        </p:nvSpPr>
        <p:spPr>
          <a:xfrm>
            <a:off x="548640" y="1691640"/>
            <a:ext cx="365364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3" name="Text 5"/>
          <p:cNvSpPr/>
          <p:nvPr/>
        </p:nvSpPr>
        <p:spPr>
          <a:xfrm>
            <a:off x="548640" y="2606040"/>
            <a:ext cx="3653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4" name="Text 6"/>
          <p:cNvSpPr/>
          <p:nvPr/>
        </p:nvSpPr>
        <p:spPr>
          <a:xfrm>
            <a:off x="548640" y="28803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5" name="Shape 7"/>
          <p:cNvSpPr/>
          <p:nvPr/>
        </p:nvSpPr>
        <p:spPr>
          <a:xfrm>
            <a:off x="4389120" y="1691640"/>
            <a:ext cx="7219800" cy="155052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6" name="Text 8"/>
          <p:cNvSpPr/>
          <p:nvPr/>
        </p:nvSpPr>
        <p:spPr>
          <a:xfrm>
            <a:off x="4572000" y="1783080"/>
            <a:ext cx="6854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Text 9"/>
          <p:cNvSpPr/>
          <p:nvPr/>
        </p:nvSpPr>
        <p:spPr>
          <a:xfrm>
            <a:off x="4572000" y="2103120"/>
            <a:ext cx="6854040" cy="10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8" name="Text 10"/>
          <p:cNvSpPr/>
          <p:nvPr/>
        </p:nvSpPr>
        <p:spPr>
          <a:xfrm>
            <a:off x="548640" y="338328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9" name="Shape 11"/>
          <p:cNvSpPr/>
          <p:nvPr/>
        </p:nvSpPr>
        <p:spPr>
          <a:xfrm>
            <a:off x="54864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0" name="Shape 12"/>
          <p:cNvSpPr/>
          <p:nvPr/>
        </p:nvSpPr>
        <p:spPr>
          <a:xfrm>
            <a:off x="548640" y="3703320"/>
            <a:ext cx="87480" cy="104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1" name="Text 13"/>
          <p:cNvSpPr/>
          <p:nvPr/>
        </p:nvSpPr>
        <p:spPr>
          <a:xfrm>
            <a:off x="77724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Maquetter une 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2" name="Text 14"/>
          <p:cNvSpPr/>
          <p:nvPr/>
        </p:nvSpPr>
        <p:spPr>
          <a:xfrm>
            <a:off x="77724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3" name="Shape 15"/>
          <p:cNvSpPr/>
          <p:nvPr/>
        </p:nvSpPr>
        <p:spPr>
          <a:xfrm>
            <a:off x="621792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4" name="Shape 16"/>
          <p:cNvSpPr/>
          <p:nvPr/>
        </p:nvSpPr>
        <p:spPr>
          <a:xfrm>
            <a:off x="6217920" y="3703320"/>
            <a:ext cx="87480" cy="104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5" name="Text 17"/>
          <p:cNvSpPr/>
          <p:nvPr/>
        </p:nvSpPr>
        <p:spPr>
          <a:xfrm>
            <a:off x="644652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6" name="Text 18"/>
          <p:cNvSpPr/>
          <p:nvPr/>
        </p:nvSpPr>
        <p:spPr>
          <a:xfrm>
            <a:off x="644652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7" name="Shape 19"/>
          <p:cNvSpPr/>
          <p:nvPr/>
        </p:nvSpPr>
        <p:spPr>
          <a:xfrm>
            <a:off x="54864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8" name="Shape 20"/>
          <p:cNvSpPr/>
          <p:nvPr/>
        </p:nvSpPr>
        <p:spPr>
          <a:xfrm>
            <a:off x="548640" y="4846320"/>
            <a:ext cx="87480" cy="104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9" name="Text 21"/>
          <p:cNvSpPr/>
          <p:nvPr/>
        </p:nvSpPr>
        <p:spPr>
          <a:xfrm>
            <a:off x="77724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0" name="Text 22"/>
          <p:cNvSpPr/>
          <p:nvPr/>
        </p:nvSpPr>
        <p:spPr>
          <a:xfrm>
            <a:off x="77724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1" name="Shape 23"/>
          <p:cNvSpPr/>
          <p:nvPr/>
        </p:nvSpPr>
        <p:spPr>
          <a:xfrm>
            <a:off x="621792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2" name="Shape 24"/>
          <p:cNvSpPr/>
          <p:nvPr/>
        </p:nvSpPr>
        <p:spPr>
          <a:xfrm>
            <a:off x="6217920" y="4846320"/>
            <a:ext cx="87480" cy="104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3" name="Text 25"/>
          <p:cNvSpPr/>
          <p:nvPr/>
        </p:nvSpPr>
        <p:spPr>
          <a:xfrm>
            <a:off x="644652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Intégrer la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4" name="Text 26"/>
          <p:cNvSpPr/>
          <p:nvPr/>
        </p:nvSpPr>
        <p:spPr>
          <a:xfrm>
            <a:off x="644652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signé (jose), bcrypt cost 12, cookies HttpOnly, validation Zod, OWASP 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5" name="Text 27"/>
          <p:cNvSpPr/>
          <p:nvPr/>
        </p:nvSpPr>
        <p:spPr>
          <a:xfrm>
            <a:off x="692640" y="59893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6" name="Shape 28"/>
          <p:cNvSpPr/>
          <p:nvPr/>
        </p:nvSpPr>
        <p:spPr>
          <a:xfrm>
            <a:off x="2599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7" name="Text 29"/>
          <p:cNvSpPr/>
          <p:nvPr/>
        </p:nvSpPr>
        <p:spPr>
          <a:xfrm>
            <a:off x="2599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8" name="Shape 30"/>
          <p:cNvSpPr/>
          <p:nvPr/>
        </p:nvSpPr>
        <p:spPr>
          <a:xfrm>
            <a:off x="4885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9" name="Text 31"/>
          <p:cNvSpPr/>
          <p:nvPr/>
        </p:nvSpPr>
        <p:spPr>
          <a:xfrm>
            <a:off x="4885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0" name="Shape 32"/>
          <p:cNvSpPr/>
          <p:nvPr/>
        </p:nvSpPr>
        <p:spPr>
          <a:xfrm>
            <a:off x="7171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1" name="Text 33"/>
          <p:cNvSpPr/>
          <p:nvPr/>
        </p:nvSpPr>
        <p:spPr>
          <a:xfrm>
            <a:off x="7171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2" name="Shape 34"/>
          <p:cNvSpPr/>
          <p:nvPr/>
        </p:nvSpPr>
        <p:spPr>
          <a:xfrm>
            <a:off x="9457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3" name="Text 35"/>
          <p:cNvSpPr/>
          <p:nvPr/>
        </p:nvSpPr>
        <p:spPr>
          <a:xfrm>
            <a:off x="9457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5" name="Text 3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6" name="Text 3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7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8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la persistance des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9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0" name="Shape 3"/>
          <p:cNvSpPr/>
          <p:nvPr/>
        </p:nvSpPr>
        <p:spPr>
          <a:xfrm>
            <a:off x="548640" y="1691640"/>
            <a:ext cx="3653640" cy="155052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1" name="Text 4"/>
          <p:cNvSpPr/>
          <p:nvPr/>
        </p:nvSpPr>
        <p:spPr>
          <a:xfrm>
            <a:off x="548640" y="1691640"/>
            <a:ext cx="365364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2" name="Text 5"/>
          <p:cNvSpPr/>
          <p:nvPr/>
        </p:nvSpPr>
        <p:spPr>
          <a:xfrm>
            <a:off x="548640" y="2606040"/>
            <a:ext cx="3653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3" name="Text 6"/>
          <p:cNvSpPr/>
          <p:nvPr/>
        </p:nvSpPr>
        <p:spPr>
          <a:xfrm>
            <a:off x="548640" y="28803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4" name="Shape 7"/>
          <p:cNvSpPr/>
          <p:nvPr/>
        </p:nvSpPr>
        <p:spPr>
          <a:xfrm>
            <a:off x="4389120" y="1691640"/>
            <a:ext cx="7219800" cy="155052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5" name="Text 8"/>
          <p:cNvSpPr/>
          <p:nvPr/>
        </p:nvSpPr>
        <p:spPr>
          <a:xfrm>
            <a:off x="4572000" y="1783080"/>
            <a:ext cx="6854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6" name="Text 9"/>
          <p:cNvSpPr/>
          <p:nvPr/>
        </p:nvSpPr>
        <p:spPr>
          <a:xfrm>
            <a:off x="4572000" y="2103120"/>
            <a:ext cx="6854040" cy="10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7" name="Text 10"/>
          <p:cNvSpPr/>
          <p:nvPr/>
        </p:nvSpPr>
        <p:spPr>
          <a:xfrm>
            <a:off x="548640" y="338328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8" name="Shape 11"/>
          <p:cNvSpPr/>
          <p:nvPr/>
        </p:nvSpPr>
        <p:spPr>
          <a:xfrm>
            <a:off x="54864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9" name="Shape 12"/>
          <p:cNvSpPr/>
          <p:nvPr/>
        </p:nvSpPr>
        <p:spPr>
          <a:xfrm>
            <a:off x="548640" y="3703320"/>
            <a:ext cx="87480" cy="1047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0" name="Text 13"/>
          <p:cNvSpPr/>
          <p:nvPr/>
        </p:nvSpPr>
        <p:spPr>
          <a:xfrm>
            <a:off x="77724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1" name="Text 14"/>
          <p:cNvSpPr/>
          <p:nvPr/>
        </p:nvSpPr>
        <p:spPr>
          <a:xfrm>
            <a:off x="77724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43 user stories → 18 entités identifiées, 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2" name="Shape 15"/>
          <p:cNvSpPr/>
          <p:nvPr/>
        </p:nvSpPr>
        <p:spPr>
          <a:xfrm>
            <a:off x="621792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3" name="Shape 16"/>
          <p:cNvSpPr/>
          <p:nvPr/>
        </p:nvSpPr>
        <p:spPr>
          <a:xfrm>
            <a:off x="6217920" y="3703320"/>
            <a:ext cx="87480" cy="1047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4" name="Text 17"/>
          <p:cNvSpPr/>
          <p:nvPr/>
        </p:nvSpPr>
        <p:spPr>
          <a:xfrm>
            <a:off x="644652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5" name="Text 18"/>
          <p:cNvSpPr/>
          <p:nvPr/>
        </p:nvSpPr>
        <p:spPr>
          <a:xfrm>
            <a:off x="644652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6" name="Shape 19"/>
          <p:cNvSpPr/>
          <p:nvPr/>
        </p:nvSpPr>
        <p:spPr>
          <a:xfrm>
            <a:off x="54864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7" name="Shape 20"/>
          <p:cNvSpPr/>
          <p:nvPr/>
        </p:nvSpPr>
        <p:spPr>
          <a:xfrm>
            <a:off x="548640" y="4846320"/>
            <a:ext cx="87480" cy="1047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8" name="Text 21"/>
          <p:cNvSpPr/>
          <p:nvPr/>
        </p:nvSpPr>
        <p:spPr>
          <a:xfrm>
            <a:off x="77724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9" name="Text 22"/>
          <p:cNvSpPr/>
          <p:nvPr/>
        </p:nvSpPr>
        <p:spPr>
          <a:xfrm>
            <a:off x="77724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0" name="Shape 23"/>
          <p:cNvSpPr/>
          <p:nvPr/>
        </p:nvSpPr>
        <p:spPr>
          <a:xfrm>
            <a:off x="621792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1" name="Shape 24"/>
          <p:cNvSpPr/>
          <p:nvPr/>
        </p:nvSpPr>
        <p:spPr>
          <a:xfrm>
            <a:off x="6217920" y="4846320"/>
            <a:ext cx="87480" cy="1047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2" name="Text 25"/>
          <p:cNvSpPr/>
          <p:nvPr/>
        </p:nvSpPr>
        <p:spPr>
          <a:xfrm>
            <a:off x="644652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3" name="Text 26"/>
          <p:cNvSpPr/>
          <p:nvPr/>
        </p:nvSpPr>
        <p:spPr>
          <a:xfrm>
            <a:off x="644652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4" name="Text 27"/>
          <p:cNvSpPr/>
          <p:nvPr/>
        </p:nvSpPr>
        <p:spPr>
          <a:xfrm>
            <a:off x="692640" y="59893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5" name="Shape 28"/>
          <p:cNvSpPr/>
          <p:nvPr/>
        </p:nvSpPr>
        <p:spPr>
          <a:xfrm>
            <a:off x="2599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6" name="Text 29"/>
          <p:cNvSpPr/>
          <p:nvPr/>
        </p:nvSpPr>
        <p:spPr>
          <a:xfrm>
            <a:off x="2599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7" name="Shape 30"/>
          <p:cNvSpPr/>
          <p:nvPr/>
        </p:nvSpPr>
        <p:spPr>
          <a:xfrm>
            <a:off x="4885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8" name="Text 31"/>
          <p:cNvSpPr/>
          <p:nvPr/>
        </p:nvSpPr>
        <p:spPr>
          <a:xfrm>
            <a:off x="4885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9" name="Shape 32"/>
          <p:cNvSpPr/>
          <p:nvPr/>
        </p:nvSpPr>
        <p:spPr>
          <a:xfrm>
            <a:off x="7171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0" name="Text 33"/>
          <p:cNvSpPr/>
          <p:nvPr/>
        </p:nvSpPr>
        <p:spPr>
          <a:xfrm>
            <a:off x="7171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1" name="Shape 34"/>
          <p:cNvSpPr/>
          <p:nvPr/>
        </p:nvSpPr>
        <p:spPr>
          <a:xfrm>
            <a:off x="9457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2" name="Text 35"/>
          <p:cNvSpPr/>
          <p:nvPr/>
        </p:nvSpPr>
        <p:spPr>
          <a:xfrm>
            <a:off x="9457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4" name="Text 3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5" name="Text 3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9" name="Shape 3"/>
          <p:cNvSpPr/>
          <p:nvPr/>
        </p:nvSpPr>
        <p:spPr>
          <a:xfrm>
            <a:off x="548640" y="1691640"/>
            <a:ext cx="3653640" cy="155052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0" name="Text 4"/>
          <p:cNvSpPr/>
          <p:nvPr/>
        </p:nvSpPr>
        <p:spPr>
          <a:xfrm>
            <a:off x="548640" y="1691640"/>
            <a:ext cx="365364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1" name="Text 5"/>
          <p:cNvSpPr/>
          <p:nvPr/>
        </p:nvSpPr>
        <p:spPr>
          <a:xfrm>
            <a:off x="548640" y="2606040"/>
            <a:ext cx="3653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2" name="Text 6"/>
          <p:cNvSpPr/>
          <p:nvPr/>
        </p:nvSpPr>
        <p:spPr>
          <a:xfrm>
            <a:off x="548640" y="28803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3" name="Shape 7"/>
          <p:cNvSpPr/>
          <p:nvPr/>
        </p:nvSpPr>
        <p:spPr>
          <a:xfrm>
            <a:off x="4389120" y="1691640"/>
            <a:ext cx="7219800" cy="155052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4" name="Text 8"/>
          <p:cNvSpPr/>
          <p:nvPr/>
        </p:nvSpPr>
        <p:spPr>
          <a:xfrm>
            <a:off x="4572000" y="1783080"/>
            <a:ext cx="6854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5" name="Text 9"/>
          <p:cNvSpPr/>
          <p:nvPr/>
        </p:nvSpPr>
        <p:spPr>
          <a:xfrm>
            <a:off x="4572000" y="2103120"/>
            <a:ext cx="6854040" cy="10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application répartie front + back avec une logique métier propre, des API et du 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6" name="Text 10"/>
          <p:cNvSpPr/>
          <p:nvPr/>
        </p:nvSpPr>
        <p:spPr>
          <a:xfrm>
            <a:off x="548640" y="338328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7" name="Shape 11"/>
          <p:cNvSpPr/>
          <p:nvPr/>
        </p:nvSpPr>
        <p:spPr>
          <a:xfrm>
            <a:off x="54864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8" name="Shape 12"/>
          <p:cNvSpPr/>
          <p:nvPr/>
        </p:nvSpPr>
        <p:spPr>
          <a:xfrm>
            <a:off x="548640" y="3703320"/>
            <a:ext cx="87480" cy="10476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9" name="Text 13"/>
          <p:cNvSpPr/>
          <p:nvPr/>
        </p:nvSpPr>
        <p:spPr>
          <a:xfrm>
            <a:off x="77724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0" name="Text 14"/>
          <p:cNvSpPr/>
          <p:nvPr/>
        </p:nvSpPr>
        <p:spPr>
          <a:xfrm>
            <a:off x="77724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1" name="Shape 15"/>
          <p:cNvSpPr/>
          <p:nvPr/>
        </p:nvSpPr>
        <p:spPr>
          <a:xfrm>
            <a:off x="621792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2" name="Shape 16"/>
          <p:cNvSpPr/>
          <p:nvPr/>
        </p:nvSpPr>
        <p:spPr>
          <a:xfrm>
            <a:off x="6217920" y="3703320"/>
            <a:ext cx="87480" cy="10476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3" name="Text 17"/>
          <p:cNvSpPr/>
          <p:nvPr/>
        </p:nvSpPr>
        <p:spPr>
          <a:xfrm>
            <a:off x="644652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4" name="Text 18"/>
          <p:cNvSpPr/>
          <p:nvPr/>
        </p:nvSpPr>
        <p:spPr>
          <a:xfrm>
            <a:off x="644652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5" name="Shape 19"/>
          <p:cNvSpPr/>
          <p:nvPr/>
        </p:nvSpPr>
        <p:spPr>
          <a:xfrm>
            <a:off x="54864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6" name="Shape 20"/>
          <p:cNvSpPr/>
          <p:nvPr/>
        </p:nvSpPr>
        <p:spPr>
          <a:xfrm>
            <a:off x="548640" y="4846320"/>
            <a:ext cx="87480" cy="10476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7" name="Text 21"/>
          <p:cNvSpPr/>
          <p:nvPr/>
        </p:nvSpPr>
        <p:spPr>
          <a:xfrm>
            <a:off x="77724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back-end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8" name="Text 22"/>
          <p:cNvSpPr/>
          <p:nvPr/>
        </p:nvSpPr>
        <p:spPr>
          <a:xfrm>
            <a:off x="77724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9" name="Shape 23"/>
          <p:cNvSpPr/>
          <p:nvPr/>
        </p:nvSpPr>
        <p:spPr>
          <a:xfrm>
            <a:off x="621792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0" name="Shape 24"/>
          <p:cNvSpPr/>
          <p:nvPr/>
        </p:nvSpPr>
        <p:spPr>
          <a:xfrm>
            <a:off x="6217920" y="4846320"/>
            <a:ext cx="87480" cy="10476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1" name="Text 25"/>
          <p:cNvSpPr/>
          <p:nvPr/>
        </p:nvSpPr>
        <p:spPr>
          <a:xfrm>
            <a:off x="644652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Text 26"/>
          <p:cNvSpPr/>
          <p:nvPr/>
        </p:nvSpPr>
        <p:spPr>
          <a:xfrm>
            <a:off x="644652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3" name="Text 27"/>
          <p:cNvSpPr/>
          <p:nvPr/>
        </p:nvSpPr>
        <p:spPr>
          <a:xfrm>
            <a:off x="692640" y="59893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4" name="Shape 28"/>
          <p:cNvSpPr/>
          <p:nvPr/>
        </p:nvSpPr>
        <p:spPr>
          <a:xfrm>
            <a:off x="2599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5" name="Text 29"/>
          <p:cNvSpPr/>
          <p:nvPr/>
        </p:nvSpPr>
        <p:spPr>
          <a:xfrm>
            <a:off x="2599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Shape 30"/>
          <p:cNvSpPr/>
          <p:nvPr/>
        </p:nvSpPr>
        <p:spPr>
          <a:xfrm>
            <a:off x="4885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7" name="Text 31"/>
          <p:cNvSpPr/>
          <p:nvPr/>
        </p:nvSpPr>
        <p:spPr>
          <a:xfrm>
            <a:off x="4885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8" name="Shape 32"/>
          <p:cNvSpPr/>
          <p:nvPr/>
        </p:nvSpPr>
        <p:spPr>
          <a:xfrm>
            <a:off x="7171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Text 33"/>
          <p:cNvSpPr/>
          <p:nvPr/>
        </p:nvSpPr>
        <p:spPr>
          <a:xfrm>
            <a:off x="7171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0" name="Shape 34"/>
          <p:cNvSpPr/>
          <p:nvPr/>
        </p:nvSpPr>
        <p:spPr>
          <a:xfrm>
            <a:off x="9457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1" name="Text 35"/>
          <p:cNvSpPr/>
          <p:nvPr/>
        </p:nvSpPr>
        <p:spPr>
          <a:xfrm>
            <a:off x="9457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3" name="Text 3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4" name="Text 3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Shape 3"/>
          <p:cNvSpPr/>
          <p:nvPr/>
        </p:nvSpPr>
        <p:spPr>
          <a:xfrm>
            <a:off x="548640" y="1691640"/>
            <a:ext cx="3653640" cy="155052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9" name="Text 4"/>
          <p:cNvSpPr/>
          <p:nvPr/>
        </p:nvSpPr>
        <p:spPr>
          <a:xfrm>
            <a:off x="548640" y="1691640"/>
            <a:ext cx="365364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5"/>
          <p:cNvSpPr/>
          <p:nvPr/>
        </p:nvSpPr>
        <p:spPr>
          <a:xfrm>
            <a:off x="548640" y="2606040"/>
            <a:ext cx="3653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6"/>
          <p:cNvSpPr/>
          <p:nvPr/>
        </p:nvSpPr>
        <p:spPr>
          <a:xfrm>
            <a:off x="548640" y="28803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2" name="Shape 7"/>
          <p:cNvSpPr/>
          <p:nvPr/>
        </p:nvSpPr>
        <p:spPr>
          <a:xfrm>
            <a:off x="4389120" y="1691640"/>
            <a:ext cx="7219800" cy="155052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3" name="Text 8"/>
          <p:cNvSpPr/>
          <p:nvPr/>
        </p:nvSpPr>
        <p:spPr>
          <a:xfrm>
            <a:off x="4572000" y="1783080"/>
            <a:ext cx="6854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4" name="Text 9"/>
          <p:cNvSpPr/>
          <p:nvPr/>
        </p:nvSpPr>
        <p:spPr>
          <a:xfrm>
            <a:off x="4572000" y="2103120"/>
            <a:ext cx="6854040" cy="10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chaîne CI/CD complète, conteneuriser et déployer en environnement de production sécurisé.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5" name="Text 10"/>
          <p:cNvSpPr/>
          <p:nvPr/>
        </p:nvSpPr>
        <p:spPr>
          <a:xfrm>
            <a:off x="548640" y="338328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6" name="Shape 11"/>
          <p:cNvSpPr/>
          <p:nvPr/>
        </p:nvSpPr>
        <p:spPr>
          <a:xfrm>
            <a:off x="54864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7" name="Shape 12"/>
          <p:cNvSpPr/>
          <p:nvPr/>
        </p:nvSpPr>
        <p:spPr>
          <a:xfrm>
            <a:off x="548640" y="3703320"/>
            <a:ext cx="87480" cy="10476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8" name="Text 13"/>
          <p:cNvSpPr/>
          <p:nvPr/>
        </p:nvSpPr>
        <p:spPr>
          <a:xfrm>
            <a:off x="77724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et documenter le déploiement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9" name="Text 14"/>
          <p:cNvSpPr/>
          <p:nvPr/>
        </p:nvSpPr>
        <p:spPr>
          <a:xfrm>
            <a:off x="77724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0" name="Shape 15"/>
          <p:cNvSpPr/>
          <p:nvPr/>
        </p:nvSpPr>
        <p:spPr>
          <a:xfrm>
            <a:off x="621792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1" name="Shape 16"/>
          <p:cNvSpPr/>
          <p:nvPr/>
        </p:nvSpPr>
        <p:spPr>
          <a:xfrm>
            <a:off x="6217920" y="3703320"/>
            <a:ext cx="87480" cy="10476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2" name="Text 17"/>
          <p:cNvSpPr/>
          <p:nvPr/>
        </p:nvSpPr>
        <p:spPr>
          <a:xfrm>
            <a:off x="644652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3" name="Text 18"/>
          <p:cNvSpPr/>
          <p:nvPr/>
        </p:nvSpPr>
        <p:spPr>
          <a:xfrm>
            <a:off x="644652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GitHub Actions : lint + test + build + deploy, secrets cloisonnés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4" name="Shape 19"/>
          <p:cNvSpPr/>
          <p:nvPr/>
        </p:nvSpPr>
        <p:spPr>
          <a:xfrm>
            <a:off x="54864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5" name="Shape 20"/>
          <p:cNvSpPr/>
          <p:nvPr/>
        </p:nvSpPr>
        <p:spPr>
          <a:xfrm>
            <a:off x="548640" y="4846320"/>
            <a:ext cx="87480" cy="10476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6" name="Text 21"/>
          <p:cNvSpPr/>
          <p:nvPr/>
        </p:nvSpPr>
        <p:spPr>
          <a:xfrm>
            <a:off x="77724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Industrialiser la livraison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7" name="Text 22"/>
          <p:cNvSpPr/>
          <p:nvPr/>
        </p:nvSpPr>
        <p:spPr>
          <a:xfrm>
            <a:off x="77724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8" name="Shape 23"/>
          <p:cNvSpPr/>
          <p:nvPr/>
        </p:nvSpPr>
        <p:spPr>
          <a:xfrm>
            <a:off x="621792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9" name="Shape 24"/>
          <p:cNvSpPr/>
          <p:nvPr/>
        </p:nvSpPr>
        <p:spPr>
          <a:xfrm>
            <a:off x="6217920" y="4846320"/>
            <a:ext cx="87480" cy="10476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0" name="Text 25"/>
          <p:cNvSpPr/>
          <p:nvPr/>
        </p:nvSpPr>
        <p:spPr>
          <a:xfrm>
            <a:off x="644652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1" name="Text 26"/>
          <p:cNvSpPr/>
          <p:nvPr/>
        </p:nvSpPr>
        <p:spPr>
          <a:xfrm>
            <a:off x="644652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2" name="Text 27"/>
          <p:cNvSpPr/>
          <p:nvPr/>
        </p:nvSpPr>
        <p:spPr>
          <a:xfrm>
            <a:off x="692640" y="59893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3" name="Shape 28"/>
          <p:cNvSpPr/>
          <p:nvPr/>
        </p:nvSpPr>
        <p:spPr>
          <a:xfrm>
            <a:off x="2599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4" name="Text 29"/>
          <p:cNvSpPr/>
          <p:nvPr/>
        </p:nvSpPr>
        <p:spPr>
          <a:xfrm>
            <a:off x="2599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5" name="Shape 30"/>
          <p:cNvSpPr/>
          <p:nvPr/>
        </p:nvSpPr>
        <p:spPr>
          <a:xfrm>
            <a:off x="4885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6" name="Text 31"/>
          <p:cNvSpPr/>
          <p:nvPr/>
        </p:nvSpPr>
        <p:spPr>
          <a:xfrm>
            <a:off x="4885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CI/CD GitHub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7" name="Shape 32"/>
          <p:cNvSpPr/>
          <p:nvPr/>
        </p:nvSpPr>
        <p:spPr>
          <a:xfrm>
            <a:off x="7171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8" name="Text 33"/>
          <p:cNvSpPr/>
          <p:nvPr/>
        </p:nvSpPr>
        <p:spPr>
          <a:xfrm>
            <a:off x="7171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9" name="Shape 34"/>
          <p:cNvSpPr/>
          <p:nvPr/>
        </p:nvSpPr>
        <p:spPr>
          <a:xfrm>
            <a:off x="9457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0" name="Text 35"/>
          <p:cNvSpPr/>
          <p:nvPr/>
        </p:nvSpPr>
        <p:spPr>
          <a:xfrm>
            <a:off x="9457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42" name="Text 3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3" name="Text 3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7" name="Shape 3"/>
          <p:cNvSpPr/>
          <p:nvPr/>
        </p:nvSpPr>
        <p:spPr>
          <a:xfrm>
            <a:off x="548640" y="169164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8" name="Shape 4"/>
          <p:cNvSpPr/>
          <p:nvPr/>
        </p:nvSpPr>
        <p:spPr>
          <a:xfrm>
            <a:off x="777240" y="1920240"/>
            <a:ext cx="864720" cy="8647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9" name="Text 5"/>
          <p:cNvSpPr/>
          <p:nvPr/>
        </p:nvSpPr>
        <p:spPr>
          <a:xfrm>
            <a:off x="777240" y="1920240"/>
            <a:ext cx="86472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0" name="Text 6"/>
          <p:cNvSpPr/>
          <p:nvPr/>
        </p:nvSpPr>
        <p:spPr>
          <a:xfrm>
            <a:off x="1783080" y="2073960"/>
            <a:ext cx="42022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1" name="Text 7"/>
          <p:cNvSpPr/>
          <p:nvPr/>
        </p:nvSpPr>
        <p:spPr>
          <a:xfrm>
            <a:off x="777240" y="2880360"/>
            <a:ext cx="51624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2" name="Shape 8"/>
          <p:cNvSpPr/>
          <p:nvPr/>
        </p:nvSpPr>
        <p:spPr>
          <a:xfrm>
            <a:off x="6217920" y="169164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3" name="Shape 9"/>
          <p:cNvSpPr/>
          <p:nvPr/>
        </p:nvSpPr>
        <p:spPr>
          <a:xfrm>
            <a:off x="6446520" y="1920240"/>
            <a:ext cx="864720" cy="8647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4" name="Text 10"/>
          <p:cNvSpPr/>
          <p:nvPr/>
        </p:nvSpPr>
        <p:spPr>
          <a:xfrm>
            <a:off x="6446520" y="1776240"/>
            <a:ext cx="864720" cy="11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5" name="Text 11"/>
          <p:cNvSpPr/>
          <p:nvPr/>
        </p:nvSpPr>
        <p:spPr>
          <a:xfrm>
            <a:off x="7452360" y="2073960"/>
            <a:ext cx="42022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6" name="Text 12"/>
          <p:cNvSpPr/>
          <p:nvPr/>
        </p:nvSpPr>
        <p:spPr>
          <a:xfrm>
            <a:off x="6446520" y="2880360"/>
            <a:ext cx="51624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7" name="Shape 13"/>
          <p:cNvSpPr/>
          <p:nvPr/>
        </p:nvSpPr>
        <p:spPr>
          <a:xfrm>
            <a:off x="548640" y="402336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8" name="Shape 14"/>
          <p:cNvSpPr/>
          <p:nvPr/>
        </p:nvSpPr>
        <p:spPr>
          <a:xfrm>
            <a:off x="777240" y="4251960"/>
            <a:ext cx="864720" cy="8647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9" name="Text 15"/>
          <p:cNvSpPr/>
          <p:nvPr/>
        </p:nvSpPr>
        <p:spPr>
          <a:xfrm>
            <a:off x="777240" y="4215960"/>
            <a:ext cx="86472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0" name="Text 16"/>
          <p:cNvSpPr/>
          <p:nvPr/>
        </p:nvSpPr>
        <p:spPr>
          <a:xfrm>
            <a:off x="1783080" y="4441680"/>
            <a:ext cx="42022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1" name="Text 17"/>
          <p:cNvSpPr/>
          <p:nvPr/>
        </p:nvSpPr>
        <p:spPr>
          <a:xfrm>
            <a:off x="777240" y="5212080"/>
            <a:ext cx="51624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2" name="Shape 18"/>
          <p:cNvSpPr/>
          <p:nvPr/>
        </p:nvSpPr>
        <p:spPr>
          <a:xfrm>
            <a:off x="6217920" y="402336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3" name="Shape 19"/>
          <p:cNvSpPr/>
          <p:nvPr/>
        </p:nvSpPr>
        <p:spPr>
          <a:xfrm>
            <a:off x="6446520" y="4251960"/>
            <a:ext cx="864720" cy="8647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4" name="Text 20"/>
          <p:cNvSpPr/>
          <p:nvPr/>
        </p:nvSpPr>
        <p:spPr>
          <a:xfrm>
            <a:off x="6446520" y="4143960"/>
            <a:ext cx="8647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5" name="Text 21"/>
          <p:cNvSpPr/>
          <p:nvPr/>
        </p:nvSpPr>
        <p:spPr>
          <a:xfrm>
            <a:off x="7452360" y="4441680"/>
            <a:ext cx="42022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6" name="Text 22"/>
          <p:cNvSpPr/>
          <p:nvPr/>
        </p:nvSpPr>
        <p:spPr>
          <a:xfrm>
            <a:off x="6446520" y="5212080"/>
            <a:ext cx="51624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8" name="Text 23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9" name="Text 24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1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2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3" name="Shape 3"/>
          <p:cNvSpPr/>
          <p:nvPr/>
        </p:nvSpPr>
        <p:spPr>
          <a:xfrm>
            <a:off x="476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4" name="Text 4"/>
          <p:cNvSpPr/>
          <p:nvPr/>
        </p:nvSpPr>
        <p:spPr>
          <a:xfrm>
            <a:off x="659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5" name="Shape 5"/>
          <p:cNvSpPr/>
          <p:nvPr/>
        </p:nvSpPr>
        <p:spPr>
          <a:xfrm>
            <a:off x="705240" y="23500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6" name="Text 6"/>
          <p:cNvSpPr/>
          <p:nvPr/>
        </p:nvSpPr>
        <p:spPr>
          <a:xfrm>
            <a:off x="933840" y="22402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7" name="Shape 7"/>
          <p:cNvSpPr/>
          <p:nvPr/>
        </p:nvSpPr>
        <p:spPr>
          <a:xfrm>
            <a:off x="705240" y="28072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8" name="Text 8"/>
          <p:cNvSpPr/>
          <p:nvPr/>
        </p:nvSpPr>
        <p:spPr>
          <a:xfrm>
            <a:off x="933840" y="26974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9" name="Shape 9"/>
          <p:cNvSpPr/>
          <p:nvPr/>
        </p:nvSpPr>
        <p:spPr>
          <a:xfrm>
            <a:off x="705240" y="32644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0" name="Text 10"/>
          <p:cNvSpPr/>
          <p:nvPr/>
        </p:nvSpPr>
        <p:spPr>
          <a:xfrm>
            <a:off x="933840" y="31546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1" name="Shape 11"/>
          <p:cNvSpPr/>
          <p:nvPr/>
        </p:nvSpPr>
        <p:spPr>
          <a:xfrm>
            <a:off x="705240" y="37216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2" name="Text 12"/>
          <p:cNvSpPr/>
          <p:nvPr/>
        </p:nvSpPr>
        <p:spPr>
          <a:xfrm>
            <a:off x="933840" y="36118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3" name="Shape 13"/>
          <p:cNvSpPr/>
          <p:nvPr/>
        </p:nvSpPr>
        <p:spPr>
          <a:xfrm>
            <a:off x="705240" y="41788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4" name="Text 14"/>
          <p:cNvSpPr/>
          <p:nvPr/>
        </p:nvSpPr>
        <p:spPr>
          <a:xfrm>
            <a:off x="933840" y="40690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5" name="Shape 15"/>
          <p:cNvSpPr/>
          <p:nvPr/>
        </p:nvSpPr>
        <p:spPr>
          <a:xfrm>
            <a:off x="705240" y="46360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6" name="Text 16"/>
          <p:cNvSpPr/>
          <p:nvPr/>
        </p:nvSpPr>
        <p:spPr>
          <a:xfrm>
            <a:off x="933840" y="45262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7" name="Shape 17"/>
          <p:cNvSpPr/>
          <p:nvPr/>
        </p:nvSpPr>
        <p:spPr>
          <a:xfrm>
            <a:off x="705240" y="50932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8" name="Text 18"/>
          <p:cNvSpPr/>
          <p:nvPr/>
        </p:nvSpPr>
        <p:spPr>
          <a:xfrm>
            <a:off x="933840" y="49834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9" name="Shape 19"/>
          <p:cNvSpPr/>
          <p:nvPr/>
        </p:nvSpPr>
        <p:spPr>
          <a:xfrm>
            <a:off x="705240" y="55504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0" name="Text 20"/>
          <p:cNvSpPr/>
          <p:nvPr/>
        </p:nvSpPr>
        <p:spPr>
          <a:xfrm>
            <a:off x="933840" y="54406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GitHub Actions — pipeline lint+test+build+deploy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1" name="Shape 21"/>
          <p:cNvSpPr/>
          <p:nvPr/>
        </p:nvSpPr>
        <p:spPr>
          <a:xfrm>
            <a:off x="6191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2" name="Text 22"/>
          <p:cNvSpPr/>
          <p:nvPr/>
        </p:nvSpPr>
        <p:spPr>
          <a:xfrm>
            <a:off x="6374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3" name="Shape 23"/>
          <p:cNvSpPr/>
          <p:nvPr/>
        </p:nvSpPr>
        <p:spPr>
          <a:xfrm>
            <a:off x="6420240" y="23500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4" name="Text 24"/>
          <p:cNvSpPr/>
          <p:nvPr/>
        </p:nvSpPr>
        <p:spPr>
          <a:xfrm>
            <a:off x="6648840" y="22402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sprints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5" name="Shape 25"/>
          <p:cNvSpPr/>
          <p:nvPr/>
        </p:nvSpPr>
        <p:spPr>
          <a:xfrm>
            <a:off x="6420240" y="28072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6" name="Text 26"/>
          <p:cNvSpPr/>
          <p:nvPr/>
        </p:nvSpPr>
        <p:spPr>
          <a:xfrm>
            <a:off x="6648840" y="26974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technique adressée à 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7" name="Shape 27"/>
          <p:cNvSpPr/>
          <p:nvPr/>
        </p:nvSpPr>
        <p:spPr>
          <a:xfrm>
            <a:off x="6420240" y="32644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8" name="Text 28"/>
          <p:cNvSpPr/>
          <p:nvPr/>
        </p:nvSpPr>
        <p:spPr>
          <a:xfrm>
            <a:off x="6648840" y="31546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9" name="Shape 29"/>
          <p:cNvSpPr/>
          <p:nvPr/>
        </p:nvSpPr>
        <p:spPr>
          <a:xfrm>
            <a:off x="6420240" y="37216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0" name="Text 30"/>
          <p:cNvSpPr/>
          <p:nvPr/>
        </p:nvSpPr>
        <p:spPr>
          <a:xfrm>
            <a:off x="6648840" y="36118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organisée et 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1" name="Shape 31"/>
          <p:cNvSpPr/>
          <p:nvPr/>
        </p:nvSpPr>
        <p:spPr>
          <a:xfrm>
            <a:off x="6420240" y="41788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2" name="Text 32"/>
          <p:cNvSpPr/>
          <p:nvPr/>
        </p:nvSpPr>
        <p:spPr>
          <a:xfrm>
            <a:off x="6648840" y="40690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3" name="Shape 33"/>
          <p:cNvSpPr/>
          <p:nvPr/>
        </p:nvSpPr>
        <p:spPr>
          <a:xfrm>
            <a:off x="6420240" y="46360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4" name="Text 34"/>
          <p:cNvSpPr/>
          <p:nvPr/>
        </p:nvSpPr>
        <p:spPr>
          <a:xfrm>
            <a:off x="6648840" y="45262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5" name="Shape 35"/>
          <p:cNvSpPr/>
          <p:nvPr/>
        </p:nvSpPr>
        <p:spPr>
          <a:xfrm>
            <a:off x="6420240" y="50932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6" name="Text 36"/>
          <p:cNvSpPr/>
          <p:nvPr/>
        </p:nvSpPr>
        <p:spPr>
          <a:xfrm>
            <a:off x="6648840" y="49834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7" name="Shape 37"/>
          <p:cNvSpPr/>
          <p:nvPr/>
        </p:nvSpPr>
        <p:spPr>
          <a:xfrm>
            <a:off x="6420240" y="55504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8" name="Text 38"/>
          <p:cNvSpPr/>
          <p:nvPr/>
        </p:nvSpPr>
        <p:spPr>
          <a:xfrm>
            <a:off x="6648840" y="54406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0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0" name="Text 39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1" name="Text 40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2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3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4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5" name="Shape 3"/>
          <p:cNvSpPr/>
          <p:nvPr/>
        </p:nvSpPr>
        <p:spPr>
          <a:xfrm>
            <a:off x="480240" y="1691640"/>
            <a:ext cx="3699360" cy="45680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6" name="Shape 4"/>
          <p:cNvSpPr/>
          <p:nvPr/>
        </p:nvSpPr>
        <p:spPr>
          <a:xfrm>
            <a:off x="480240" y="1691640"/>
            <a:ext cx="3699360" cy="453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7" name="Text 5"/>
          <p:cNvSpPr/>
          <p:nvPr/>
        </p:nvSpPr>
        <p:spPr>
          <a:xfrm>
            <a:off x="48024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COURT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8" name="Shape 6"/>
          <p:cNvSpPr/>
          <p:nvPr/>
        </p:nvSpPr>
        <p:spPr>
          <a:xfrm>
            <a:off x="708840" y="24688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9" name="Text 7"/>
          <p:cNvSpPr/>
          <p:nvPr/>
        </p:nvSpPr>
        <p:spPr>
          <a:xfrm>
            <a:off x="983160" y="237744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0" name="Shape 8"/>
          <p:cNvSpPr/>
          <p:nvPr/>
        </p:nvSpPr>
        <p:spPr>
          <a:xfrm>
            <a:off x="708840" y="342900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1" name="Text 9"/>
          <p:cNvSpPr/>
          <p:nvPr/>
        </p:nvSpPr>
        <p:spPr>
          <a:xfrm>
            <a:off x="983160" y="333756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/login, /register, /chat/send via @upstash/ratelimit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2" name="Shape 10"/>
          <p:cNvSpPr/>
          <p:nvPr/>
        </p:nvSpPr>
        <p:spPr>
          <a:xfrm>
            <a:off x="708840" y="438912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3" name="Text 11"/>
          <p:cNvSpPr/>
          <p:nvPr/>
        </p:nvSpPr>
        <p:spPr>
          <a:xfrm>
            <a:off x="983160" y="429768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4" name="Shape 12"/>
          <p:cNvSpPr/>
          <p:nvPr/>
        </p:nvSpPr>
        <p:spPr>
          <a:xfrm>
            <a:off x="708840" y="534924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5" name="Text 13"/>
          <p:cNvSpPr/>
          <p:nvPr/>
        </p:nvSpPr>
        <p:spPr>
          <a:xfrm>
            <a:off x="983160" y="525780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6" name="Shape 14"/>
          <p:cNvSpPr/>
          <p:nvPr/>
        </p:nvSpPr>
        <p:spPr>
          <a:xfrm>
            <a:off x="4229280" y="1691640"/>
            <a:ext cx="3699360" cy="45680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7" name="Shape 15"/>
          <p:cNvSpPr/>
          <p:nvPr/>
        </p:nvSpPr>
        <p:spPr>
          <a:xfrm>
            <a:off x="4229280" y="1691640"/>
            <a:ext cx="3699360" cy="4532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8" name="Text 16"/>
          <p:cNvSpPr/>
          <p:nvPr/>
        </p:nvSpPr>
        <p:spPr>
          <a:xfrm>
            <a:off x="422928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9" name="Shape 17"/>
          <p:cNvSpPr/>
          <p:nvPr/>
        </p:nvSpPr>
        <p:spPr>
          <a:xfrm>
            <a:off x="4457880" y="2468880"/>
            <a:ext cx="142200" cy="14220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0" name="Text 18"/>
          <p:cNvSpPr/>
          <p:nvPr/>
        </p:nvSpPr>
        <p:spPr>
          <a:xfrm>
            <a:off x="4732200" y="237744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1" name="Shape 19"/>
          <p:cNvSpPr/>
          <p:nvPr/>
        </p:nvSpPr>
        <p:spPr>
          <a:xfrm>
            <a:off x="4457880" y="3429000"/>
            <a:ext cx="142200" cy="14220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2" name="Text 20"/>
          <p:cNvSpPr/>
          <p:nvPr/>
        </p:nvSpPr>
        <p:spPr>
          <a:xfrm>
            <a:off x="4732200" y="333756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3" name="Shape 21"/>
          <p:cNvSpPr/>
          <p:nvPr/>
        </p:nvSpPr>
        <p:spPr>
          <a:xfrm>
            <a:off x="4457880" y="4389120"/>
            <a:ext cx="142200" cy="14220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4" name="Text 22"/>
          <p:cNvSpPr/>
          <p:nvPr/>
        </p:nvSpPr>
        <p:spPr>
          <a:xfrm>
            <a:off x="4732200" y="429768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5" name="Shape 23"/>
          <p:cNvSpPr/>
          <p:nvPr/>
        </p:nvSpPr>
        <p:spPr>
          <a:xfrm>
            <a:off x="4457880" y="5349240"/>
            <a:ext cx="142200" cy="14220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6" name="Text 24"/>
          <p:cNvSpPr/>
          <p:nvPr/>
        </p:nvSpPr>
        <p:spPr>
          <a:xfrm>
            <a:off x="4732200" y="525780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Modération &amp; signalement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7" name="Shape 25"/>
          <p:cNvSpPr/>
          <p:nvPr/>
        </p:nvSpPr>
        <p:spPr>
          <a:xfrm>
            <a:off x="7978320" y="1691640"/>
            <a:ext cx="3699360" cy="45680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8" name="Shape 26"/>
          <p:cNvSpPr/>
          <p:nvPr/>
        </p:nvSpPr>
        <p:spPr>
          <a:xfrm>
            <a:off x="7978320" y="1691640"/>
            <a:ext cx="3699360" cy="4532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9" name="Text 27"/>
          <p:cNvSpPr/>
          <p:nvPr/>
        </p:nvSpPr>
        <p:spPr>
          <a:xfrm>
            <a:off x="797832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0" name="Shape 28"/>
          <p:cNvSpPr/>
          <p:nvPr/>
        </p:nvSpPr>
        <p:spPr>
          <a:xfrm>
            <a:off x="8206920" y="2468880"/>
            <a:ext cx="142200" cy="1422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1" name="Text 29"/>
          <p:cNvSpPr/>
          <p:nvPr/>
        </p:nvSpPr>
        <p:spPr>
          <a:xfrm>
            <a:off x="8481240" y="237744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2" name="Shape 30"/>
          <p:cNvSpPr/>
          <p:nvPr/>
        </p:nvSpPr>
        <p:spPr>
          <a:xfrm>
            <a:off x="8206920" y="3429000"/>
            <a:ext cx="142200" cy="1422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3" name="Text 31"/>
          <p:cNvSpPr/>
          <p:nvPr/>
        </p:nvSpPr>
        <p:spPr>
          <a:xfrm>
            <a:off x="8481240" y="333756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4" name="Shape 32"/>
          <p:cNvSpPr/>
          <p:nvPr/>
        </p:nvSpPr>
        <p:spPr>
          <a:xfrm>
            <a:off x="8206920" y="4389120"/>
            <a:ext cx="142200" cy="1422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5" name="Text 33"/>
          <p:cNvSpPr/>
          <p:nvPr/>
        </p:nvSpPr>
        <p:spPr>
          <a:xfrm>
            <a:off x="8481240" y="429768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6" name="Shape 34"/>
          <p:cNvSpPr/>
          <p:nvPr/>
        </p:nvSpPr>
        <p:spPr>
          <a:xfrm>
            <a:off x="8206920" y="5349240"/>
            <a:ext cx="142200" cy="1422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7" name="Text 35"/>
          <p:cNvSpPr/>
          <p:nvPr/>
        </p:nvSpPr>
        <p:spPr>
          <a:xfrm>
            <a:off x="8481240" y="525780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9" name="Text 3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0" name="Text 3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4" name="Shape 3"/>
          <p:cNvSpPr/>
          <p:nvPr/>
        </p:nvSpPr>
        <p:spPr>
          <a:xfrm>
            <a:off x="548640" y="1828800"/>
            <a:ext cx="87480" cy="1641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5" name="Text 4"/>
          <p:cNvSpPr/>
          <p:nvPr/>
        </p:nvSpPr>
        <p:spPr>
          <a:xfrm>
            <a:off x="822960" y="1783080"/>
            <a:ext cx="1078596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6" name="Text 5"/>
          <p:cNvSpPr/>
          <p:nvPr/>
        </p:nvSpPr>
        <p:spPr>
          <a:xfrm>
            <a:off x="822960" y="2697480"/>
            <a:ext cx="1078596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7" name="Shape 6"/>
          <p:cNvSpPr/>
          <p:nvPr/>
        </p:nvSpPr>
        <p:spPr>
          <a:xfrm>
            <a:off x="548640" y="3657600"/>
            <a:ext cx="2693520" cy="182484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8" name="Shape 7"/>
          <p:cNvSpPr/>
          <p:nvPr/>
        </p:nvSpPr>
        <p:spPr>
          <a:xfrm>
            <a:off x="1600200" y="3886200"/>
            <a:ext cx="590400" cy="5904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9" name="Text 8"/>
          <p:cNvSpPr/>
          <p:nvPr/>
        </p:nvSpPr>
        <p:spPr>
          <a:xfrm>
            <a:off x="1600200" y="3886200"/>
            <a:ext cx="5904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0" name="Text 9"/>
          <p:cNvSpPr/>
          <p:nvPr/>
        </p:nvSpPr>
        <p:spPr>
          <a:xfrm>
            <a:off x="640080" y="457200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1" name="Text 10"/>
          <p:cNvSpPr/>
          <p:nvPr/>
        </p:nvSpPr>
        <p:spPr>
          <a:xfrm>
            <a:off x="640080" y="4937760"/>
            <a:ext cx="2510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2" name="Shape 11"/>
          <p:cNvSpPr/>
          <p:nvPr/>
        </p:nvSpPr>
        <p:spPr>
          <a:xfrm>
            <a:off x="3383280" y="3657600"/>
            <a:ext cx="2693520" cy="182484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3" name="Shape 12"/>
          <p:cNvSpPr/>
          <p:nvPr/>
        </p:nvSpPr>
        <p:spPr>
          <a:xfrm>
            <a:off x="4434840" y="3886200"/>
            <a:ext cx="590400" cy="5904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4" name="Text 13"/>
          <p:cNvSpPr/>
          <p:nvPr/>
        </p:nvSpPr>
        <p:spPr>
          <a:xfrm>
            <a:off x="4434840" y="3814200"/>
            <a:ext cx="5904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5" name="Text 14"/>
          <p:cNvSpPr/>
          <p:nvPr/>
        </p:nvSpPr>
        <p:spPr>
          <a:xfrm>
            <a:off x="3474720" y="457200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6" name="Text 15"/>
          <p:cNvSpPr/>
          <p:nvPr/>
        </p:nvSpPr>
        <p:spPr>
          <a:xfrm>
            <a:off x="3474720" y="4937760"/>
            <a:ext cx="2510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7" name="Shape 16"/>
          <p:cNvSpPr/>
          <p:nvPr/>
        </p:nvSpPr>
        <p:spPr>
          <a:xfrm>
            <a:off x="6217920" y="3657600"/>
            <a:ext cx="2693520" cy="182484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8" name="Shape 17"/>
          <p:cNvSpPr/>
          <p:nvPr/>
        </p:nvSpPr>
        <p:spPr>
          <a:xfrm>
            <a:off x="7269480" y="3886200"/>
            <a:ext cx="590400" cy="5904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9" name="Text 18"/>
          <p:cNvSpPr/>
          <p:nvPr/>
        </p:nvSpPr>
        <p:spPr>
          <a:xfrm>
            <a:off x="7269480" y="3814200"/>
            <a:ext cx="5904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0" name="Text 19"/>
          <p:cNvSpPr/>
          <p:nvPr/>
        </p:nvSpPr>
        <p:spPr>
          <a:xfrm>
            <a:off x="6309360" y="457200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1" name="Text 20"/>
          <p:cNvSpPr/>
          <p:nvPr/>
        </p:nvSpPr>
        <p:spPr>
          <a:xfrm>
            <a:off x="6309360" y="4937760"/>
            <a:ext cx="2510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2" name="Shape 21"/>
          <p:cNvSpPr/>
          <p:nvPr/>
        </p:nvSpPr>
        <p:spPr>
          <a:xfrm>
            <a:off x="9052560" y="3657600"/>
            <a:ext cx="2693520" cy="182484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3" name="Shape 22"/>
          <p:cNvSpPr/>
          <p:nvPr/>
        </p:nvSpPr>
        <p:spPr>
          <a:xfrm>
            <a:off x="10104120" y="3886200"/>
            <a:ext cx="590400" cy="5904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4" name="Text 23"/>
          <p:cNvSpPr/>
          <p:nvPr/>
        </p:nvSpPr>
        <p:spPr>
          <a:xfrm>
            <a:off x="10104120" y="3814200"/>
            <a:ext cx="5904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5" name="Text 24"/>
          <p:cNvSpPr/>
          <p:nvPr/>
        </p:nvSpPr>
        <p:spPr>
          <a:xfrm>
            <a:off x="9144000" y="457200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6" name="Text 25"/>
          <p:cNvSpPr/>
          <p:nvPr/>
        </p:nvSpPr>
        <p:spPr>
          <a:xfrm>
            <a:off x="9144000" y="4937760"/>
            <a:ext cx="2510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7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8" name="Text 2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9" name="Text 2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0" name="Shape 0"/>
          <p:cNvSpPr/>
          <p:nvPr/>
        </p:nvSpPr>
        <p:spPr>
          <a:xfrm>
            <a:off x="-2743200" y="3200400"/>
            <a:ext cx="7311240" cy="731124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1" name="Shape 1"/>
          <p:cNvSpPr/>
          <p:nvPr/>
        </p:nvSpPr>
        <p:spPr>
          <a:xfrm>
            <a:off x="7589520" y="-2743200"/>
            <a:ext cx="7311240" cy="731124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2" name="Text 2"/>
          <p:cNvSpPr/>
          <p:nvPr/>
        </p:nvSpPr>
        <p:spPr>
          <a:xfrm>
            <a:off x="457200" y="3108960"/>
            <a:ext cx="11243160" cy="81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3" name="Text 3"/>
          <p:cNvSpPr/>
          <p:nvPr/>
        </p:nvSpPr>
        <p:spPr>
          <a:xfrm>
            <a:off x="474120" y="4343400"/>
            <a:ext cx="112431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br>
              <a:rPr sz="2200"/>
            </a:br>
            <a:br>
              <a:rPr sz="2200"/>
            </a:b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^^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4" name="Text 8"/>
          <p:cNvSpPr/>
          <p:nvPr/>
        </p:nvSpPr>
        <p:spPr>
          <a:xfrm>
            <a:off x="3657600" y="5212080"/>
            <a:ext cx="3618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5" name="Text 16"/>
          <p:cNvSpPr/>
          <p:nvPr/>
        </p:nvSpPr>
        <p:spPr>
          <a:xfrm>
            <a:off x="457200" y="6172200"/>
            <a:ext cx="112431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37873 — Concepteur Développeur d'Applications · Zone01 Rouen Normandie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86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5760" cy="195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7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2160" cy="412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234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dcterms:modified xsi:type="dcterms:W3CDTF">2026-05-24T03:29:45Z</dcterms:modified>
  <cp:revision>42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