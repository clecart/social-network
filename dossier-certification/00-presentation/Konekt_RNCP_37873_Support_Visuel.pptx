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12" r:id="rId61"/>
    <p:sldId id="275" r:id="rId23"/>
    <p:sldId id="313" r:id="rId62"/>
    <p:sldId id="276" r:id="rId24"/>
    <p:sldId id="314" r:id="rId63"/>
    <p:sldId id="277" r:id="rId25"/>
    <p:sldId id="315" r:id="rId64"/>
    <p:sldId id="278" r:id="rId26"/>
    <p:sldId id="316" r:id="rId65"/>
    <p:sldId id="279" r:id="rId27"/>
    <p:sldId id="317" r:id="rId66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19676854"/>
        <c:axId val="47459759"/>
      </c:barChart>
      <c:catAx>
        <c:axId val="196768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7459759"/>
        <c:crosses val="autoZero"/>
        <c:auto val="1"/>
        <c:lblAlgn val="ctr"/>
        <c:lblOffset val="100"/>
        <c:noMultiLvlLbl val="0"/>
      </c:catAx>
      <c:valAx>
        <c:axId val="47459759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967685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9F34411-6254-447F-9D92-692BB2E7CB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E5512-B474-4C90-B6B9-C4A74CB8C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37D931-CD76-4815-87A4-719569657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7B143B-EB32-4991-B127-BE594F3E00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CBF14A-FDCF-44A6-98FA-DE190D9673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59E36B-7F45-4576-8DD8-31D9E49BBE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E2B17-FCB5-41B1-86C7-7D57E42306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6F99B3-EC9D-4777-A6AF-5C99DFC7C2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58E718-6477-4118-BD02-BC88399F26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F43F19-EF38-45D0-86A9-50135D82DE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59D256-1934-4B07-8526-D2F30F4044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CFBE6-1DB3-4D47-A251-6918238B79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482FD-2397-4359-A873-93B7CFD13C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9BE34-A487-49B3-8C7D-40A8EB27C8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BD1E16-702B-4AC2-AAB0-76CFF7970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13A8E0-FFAB-47E6-855A-7EBD6DA3C9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E2FC3-C263-4EC9-9717-90F3F0B481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19FC0E-374C-461D-A41A-ACB1FC576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92DD8-455C-4A54-A020-23D43BF6F7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482CD9-FC3A-4FD6-9D5C-9486374A54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4C88B5-7B2D-4C75-A5E6-685568AC9C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D2110D-F8EA-45B2-B3C1-4942A2C77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0911A-832F-4646-9DC3-D3B16C0034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D4B6B-0064-400F-A30F-58F615A1B5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014B44-45F7-41E5-9D20-4611A0AEB0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BAF6F7-1960-4A71-828F-1340F06E8A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959D3B-C0C5-48F9-8E5B-0FD127B4F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ACD94-F0E8-46F5-B83D-9E9162A61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107D85-8157-433E-838B-F56B607A1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93377D-E0A3-4F6A-A08F-354EAF476E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25C08D-7AB9-4E39-9B51-0E03E22E77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29E240-B094-4424-B646-9A94B8711F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DE5ACD-9505-4809-813F-10DBBB01D3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AE32AF-7A36-4A5E-BA4B-0B48E4163D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C7DAF-E892-4F57-8C8B-4E7805F9D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6EAAD4-D7A3-48B4-96DB-AC80BE938F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099D4-E60A-499D-9FB2-F4A5675C37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EEDDB-CA7C-4EE7-8B6D-EF1530649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B154BA-0076-4F50-ADFE-099E38909E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2DE69D-2F0C-4B0A-8764-98922E8FC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9792EE-2695-4787-BC16-248E79490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C8ABA-1F77-4838-A6B1-E8A20A423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1E420-AD64-4FC7-9752-06F4A72C5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6F0BAE-8ED6-4467-A18D-D2D77B2DF1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2F9AE0-B979-4877-8CD3-21DD64B4A3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C46A13-C922-4CF9-894E-151215FCD5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7CF606-8543-4641-BE17-995DB325E1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15DBB2-4873-4667-BDE6-F1BCFF2145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_rels/slide57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2.png"/></Relationships>
</file>

<file path=ppt/slides/_rels/slide58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3.png"/></Relationships>
</file>

<file path=ppt/slides/_rels/slide59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4.png"/></Relationships>
</file>

<file path=ppt/slides/_rels/slide60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5.png"/></Relationships>
</file>

<file path=ppt/slides/_rels/slide61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6.png"/></Relationships>
</file>

<file path=ppt/slides/_rels/slide62.xml.rels><?xml version='1.0' encoding='UTF-8' standalone='yes'?>
<Relationships xmlns="http://schemas.openxmlformats.org/package/2006/relationships"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760" cy="731376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360" cy="63993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760" cy="274176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000" cy="41004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9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9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plate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form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social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temp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 réel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Next.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Postg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reSQ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840" cy="35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7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160" cy="365616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480" cy="164448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ieme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ages,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mapping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640" cy="292464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640" cy="36432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9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ans (KONE 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entamé 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 une transition complète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vers le développement full-stack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via la formation 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520" cy="118728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48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720" cy="182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3280" cy="4570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600" cy="32760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600" cy="32760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600" cy="32760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600" cy="32760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200" cy="5472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720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72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200" cy="54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200" cy="54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3040" cy="4296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7120" cy="36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7120" cy="3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7120" cy="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7120" cy="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6000" cy="1050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6000" cy="2102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6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6000" cy="1050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72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720" cy="4296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760" cy="410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8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 wants to merge  18 commits  into  main  ← from  fix/docker-stabilisation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360" cy="108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360" cy="10836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440" cy="181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640" cy="88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64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360" cy="1095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360" cy="1095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360" cy="1095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360" cy="1095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3120" cy="2741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52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480" cy="274176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60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6000" cy="274176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68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90000" cy="100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90000" cy="1004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90000" cy="1004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80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480" cy="7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48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480" cy="50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480" cy="50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6000" cy="16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6000" cy="169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6000" cy="16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800" cy="141588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7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800" cy="274176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800" cy="71172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7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800" cy="324468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de données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2400" cy="45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3"/>
          <p:cNvSpPr/>
          <p:nvPr/>
        </p:nvSpPr>
        <p:spPr>
          <a:xfrm>
            <a:off x="8595360" y="1691640"/>
            <a:ext cx="3016080" cy="457056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73252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8732520" y="21488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9646920" y="214884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8732520" y="26517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9646920" y="265176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732520" y="315468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0"/>
          <p:cNvSpPr/>
          <p:nvPr/>
        </p:nvSpPr>
        <p:spPr>
          <a:xfrm>
            <a:off x="9646920" y="315468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8732520" y="36576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46920" y="365760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8732520" y="4297680"/>
            <a:ext cx="2741760" cy="169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8732520" y="438912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8732520" y="46634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8732520" y="49194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8732520" y="517536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8732520" y="543168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8732520" y="56876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732520" y="59436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9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920" cy="173592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92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400" cy="10044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400" cy="10044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400" cy="100440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400" cy="100440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400" cy="265032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6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6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40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4880" cy="23063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Shape 4"/>
          <p:cNvSpPr/>
          <p:nvPr/>
        </p:nvSpPr>
        <p:spPr>
          <a:xfrm>
            <a:off x="68580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91440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6"/>
          <p:cNvSpPr/>
          <p:nvPr/>
        </p:nvSpPr>
        <p:spPr>
          <a:xfrm>
            <a:off x="265176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7"/>
          <p:cNvSpPr/>
          <p:nvPr/>
        </p:nvSpPr>
        <p:spPr>
          <a:xfrm>
            <a:off x="393192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Shape 8"/>
          <p:cNvSpPr/>
          <p:nvPr/>
        </p:nvSpPr>
        <p:spPr>
          <a:xfrm>
            <a:off x="621792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Shape 9"/>
          <p:cNvSpPr/>
          <p:nvPr/>
        </p:nvSpPr>
        <p:spPr>
          <a:xfrm>
            <a:off x="635508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0" name="Text 10"/>
          <p:cNvSpPr/>
          <p:nvPr/>
        </p:nvSpPr>
        <p:spPr>
          <a:xfrm>
            <a:off x="658368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1"/>
          <p:cNvSpPr/>
          <p:nvPr/>
        </p:nvSpPr>
        <p:spPr>
          <a:xfrm>
            <a:off x="832104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12"/>
          <p:cNvSpPr/>
          <p:nvPr/>
        </p:nvSpPr>
        <p:spPr>
          <a:xfrm>
            <a:off x="960120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3"/>
          <p:cNvSpPr/>
          <p:nvPr/>
        </p:nvSpPr>
        <p:spPr>
          <a:xfrm>
            <a:off x="54864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Shape 14"/>
          <p:cNvSpPr/>
          <p:nvPr/>
        </p:nvSpPr>
        <p:spPr>
          <a:xfrm>
            <a:off x="68580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 15"/>
          <p:cNvSpPr/>
          <p:nvPr/>
        </p:nvSpPr>
        <p:spPr>
          <a:xfrm>
            <a:off x="91440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6"/>
          <p:cNvSpPr/>
          <p:nvPr/>
        </p:nvSpPr>
        <p:spPr>
          <a:xfrm>
            <a:off x="265176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7"/>
          <p:cNvSpPr/>
          <p:nvPr/>
        </p:nvSpPr>
        <p:spPr>
          <a:xfrm>
            <a:off x="393192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8"/>
          <p:cNvSpPr/>
          <p:nvPr/>
        </p:nvSpPr>
        <p:spPr>
          <a:xfrm>
            <a:off x="621792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9"/>
          <p:cNvSpPr/>
          <p:nvPr/>
        </p:nvSpPr>
        <p:spPr>
          <a:xfrm>
            <a:off x="635508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20"/>
          <p:cNvSpPr/>
          <p:nvPr/>
        </p:nvSpPr>
        <p:spPr>
          <a:xfrm>
            <a:off x="658368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1"/>
          <p:cNvSpPr/>
          <p:nvPr/>
        </p:nvSpPr>
        <p:spPr>
          <a:xfrm>
            <a:off x="832104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2"/>
          <p:cNvSpPr/>
          <p:nvPr/>
        </p:nvSpPr>
        <p:spPr>
          <a:xfrm>
            <a:off x="960120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23"/>
          <p:cNvSpPr/>
          <p:nvPr/>
        </p:nvSpPr>
        <p:spPr>
          <a:xfrm>
            <a:off x="54864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Shape 24"/>
          <p:cNvSpPr/>
          <p:nvPr/>
        </p:nvSpPr>
        <p:spPr>
          <a:xfrm>
            <a:off x="68580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 25"/>
          <p:cNvSpPr/>
          <p:nvPr/>
        </p:nvSpPr>
        <p:spPr>
          <a:xfrm>
            <a:off x="91440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6"/>
          <p:cNvSpPr/>
          <p:nvPr/>
        </p:nvSpPr>
        <p:spPr>
          <a:xfrm>
            <a:off x="265176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7"/>
          <p:cNvSpPr/>
          <p:nvPr/>
        </p:nvSpPr>
        <p:spPr>
          <a:xfrm>
            <a:off x="393192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28"/>
          <p:cNvSpPr/>
          <p:nvPr/>
        </p:nvSpPr>
        <p:spPr>
          <a:xfrm>
            <a:off x="621792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Shape 29"/>
          <p:cNvSpPr/>
          <p:nvPr/>
        </p:nvSpPr>
        <p:spPr>
          <a:xfrm>
            <a:off x="635508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0" name="Text 30"/>
          <p:cNvSpPr/>
          <p:nvPr/>
        </p:nvSpPr>
        <p:spPr>
          <a:xfrm>
            <a:off x="658368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1"/>
          <p:cNvSpPr/>
          <p:nvPr/>
        </p:nvSpPr>
        <p:spPr>
          <a:xfrm>
            <a:off x="832104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2"/>
          <p:cNvSpPr/>
          <p:nvPr/>
        </p:nvSpPr>
        <p:spPr>
          <a:xfrm>
            <a:off x="960120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33"/>
          <p:cNvSpPr/>
          <p:nvPr/>
        </p:nvSpPr>
        <p:spPr>
          <a:xfrm>
            <a:off x="54864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Shape 34"/>
          <p:cNvSpPr/>
          <p:nvPr/>
        </p:nvSpPr>
        <p:spPr>
          <a:xfrm>
            <a:off x="68580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5" name="Text 35"/>
          <p:cNvSpPr/>
          <p:nvPr/>
        </p:nvSpPr>
        <p:spPr>
          <a:xfrm>
            <a:off x="91440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6"/>
          <p:cNvSpPr/>
          <p:nvPr/>
        </p:nvSpPr>
        <p:spPr>
          <a:xfrm>
            <a:off x="265176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7"/>
          <p:cNvSpPr/>
          <p:nvPr/>
        </p:nvSpPr>
        <p:spPr>
          <a:xfrm>
            <a:off x="393192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38"/>
          <p:cNvSpPr/>
          <p:nvPr/>
        </p:nvSpPr>
        <p:spPr>
          <a:xfrm>
            <a:off x="621792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Shape 39"/>
          <p:cNvSpPr/>
          <p:nvPr/>
        </p:nvSpPr>
        <p:spPr>
          <a:xfrm>
            <a:off x="635508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 40"/>
          <p:cNvSpPr/>
          <p:nvPr/>
        </p:nvSpPr>
        <p:spPr>
          <a:xfrm>
            <a:off x="658368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1"/>
          <p:cNvSpPr/>
          <p:nvPr/>
        </p:nvSpPr>
        <p:spPr>
          <a:xfrm>
            <a:off x="832104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42"/>
          <p:cNvSpPr/>
          <p:nvPr/>
        </p:nvSpPr>
        <p:spPr>
          <a:xfrm>
            <a:off x="960120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43"/>
          <p:cNvSpPr/>
          <p:nvPr/>
        </p:nvSpPr>
        <p:spPr>
          <a:xfrm>
            <a:off x="54864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44"/>
          <p:cNvSpPr/>
          <p:nvPr/>
        </p:nvSpPr>
        <p:spPr>
          <a:xfrm>
            <a:off x="68580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45"/>
          <p:cNvSpPr/>
          <p:nvPr/>
        </p:nvSpPr>
        <p:spPr>
          <a:xfrm>
            <a:off x="91440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6"/>
          <p:cNvSpPr/>
          <p:nvPr/>
        </p:nvSpPr>
        <p:spPr>
          <a:xfrm>
            <a:off x="265176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7"/>
          <p:cNvSpPr/>
          <p:nvPr/>
        </p:nvSpPr>
        <p:spPr>
          <a:xfrm>
            <a:off x="393192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48"/>
          <p:cNvSpPr/>
          <p:nvPr/>
        </p:nvSpPr>
        <p:spPr>
          <a:xfrm>
            <a:off x="621792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Shape 49"/>
          <p:cNvSpPr/>
          <p:nvPr/>
        </p:nvSpPr>
        <p:spPr>
          <a:xfrm>
            <a:off x="635508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0" name="Text 50"/>
          <p:cNvSpPr/>
          <p:nvPr/>
        </p:nvSpPr>
        <p:spPr>
          <a:xfrm>
            <a:off x="658368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1"/>
          <p:cNvSpPr/>
          <p:nvPr/>
        </p:nvSpPr>
        <p:spPr>
          <a:xfrm>
            <a:off x="832104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2"/>
          <p:cNvSpPr/>
          <p:nvPr/>
        </p:nvSpPr>
        <p:spPr>
          <a:xfrm>
            <a:off x="960120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53"/>
          <p:cNvSpPr/>
          <p:nvPr/>
        </p:nvSpPr>
        <p:spPr>
          <a:xfrm>
            <a:off x="54864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Shape 54"/>
          <p:cNvSpPr/>
          <p:nvPr/>
        </p:nvSpPr>
        <p:spPr>
          <a:xfrm>
            <a:off x="68580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 55"/>
          <p:cNvSpPr/>
          <p:nvPr/>
        </p:nvSpPr>
        <p:spPr>
          <a:xfrm>
            <a:off x="91440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6"/>
          <p:cNvSpPr/>
          <p:nvPr/>
        </p:nvSpPr>
        <p:spPr>
          <a:xfrm>
            <a:off x="265176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57"/>
          <p:cNvSpPr/>
          <p:nvPr/>
        </p:nvSpPr>
        <p:spPr>
          <a:xfrm>
            <a:off x="393192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58"/>
          <p:cNvSpPr/>
          <p:nvPr/>
        </p:nvSpPr>
        <p:spPr>
          <a:xfrm>
            <a:off x="621792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Shape 59"/>
          <p:cNvSpPr/>
          <p:nvPr/>
        </p:nvSpPr>
        <p:spPr>
          <a:xfrm>
            <a:off x="635508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Text 60"/>
          <p:cNvSpPr/>
          <p:nvPr/>
        </p:nvSpPr>
        <p:spPr>
          <a:xfrm>
            <a:off x="658368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1"/>
          <p:cNvSpPr/>
          <p:nvPr/>
        </p:nvSpPr>
        <p:spPr>
          <a:xfrm>
            <a:off x="832104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62"/>
          <p:cNvSpPr/>
          <p:nvPr/>
        </p:nvSpPr>
        <p:spPr>
          <a:xfrm>
            <a:off x="960120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3"/>
          <p:cNvSpPr/>
          <p:nvPr/>
        </p:nvSpPr>
        <p:spPr>
          <a:xfrm>
            <a:off x="54864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Shape 64"/>
          <p:cNvSpPr/>
          <p:nvPr/>
        </p:nvSpPr>
        <p:spPr>
          <a:xfrm>
            <a:off x="68580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5"/>
          <p:cNvSpPr/>
          <p:nvPr/>
        </p:nvSpPr>
        <p:spPr>
          <a:xfrm>
            <a:off x="91440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6"/>
          <p:cNvSpPr/>
          <p:nvPr/>
        </p:nvSpPr>
        <p:spPr>
          <a:xfrm>
            <a:off x="265176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67"/>
          <p:cNvSpPr/>
          <p:nvPr/>
        </p:nvSpPr>
        <p:spPr>
          <a:xfrm>
            <a:off x="393192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68"/>
          <p:cNvSpPr/>
          <p:nvPr/>
        </p:nvSpPr>
        <p:spPr>
          <a:xfrm>
            <a:off x="621792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69"/>
          <p:cNvSpPr/>
          <p:nvPr/>
        </p:nvSpPr>
        <p:spPr>
          <a:xfrm>
            <a:off x="635508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70"/>
          <p:cNvSpPr/>
          <p:nvPr/>
        </p:nvSpPr>
        <p:spPr>
          <a:xfrm>
            <a:off x="658368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1"/>
          <p:cNvSpPr/>
          <p:nvPr/>
        </p:nvSpPr>
        <p:spPr>
          <a:xfrm>
            <a:off x="832104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72"/>
          <p:cNvSpPr/>
          <p:nvPr/>
        </p:nvSpPr>
        <p:spPr>
          <a:xfrm>
            <a:off x="960120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4" name="Text 7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45720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45720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448056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448056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850392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 10"/>
          <p:cNvSpPr/>
          <p:nvPr/>
        </p:nvSpPr>
        <p:spPr>
          <a:xfrm>
            <a:off x="850392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9" name="Text 13"/>
          <p:cNvSpPr/>
          <p:nvPr/>
        </p:nvSpPr>
        <p:spPr>
          <a:xfrm>
            <a:off x="1280160" y="245052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 15"/>
          <p:cNvSpPr/>
          <p:nvPr/>
        </p:nvSpPr>
        <p:spPr>
          <a:xfrm>
            <a:off x="5303520" y="29534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 17"/>
          <p:cNvSpPr/>
          <p:nvPr/>
        </p:nvSpPr>
        <p:spPr>
          <a:xfrm>
            <a:off x="5303520" y="345636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5349240" y="4023360"/>
            <a:ext cx="3656160" cy="77580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5" name="Text 19"/>
          <p:cNvSpPr/>
          <p:nvPr/>
        </p:nvSpPr>
        <p:spPr>
          <a:xfrm>
            <a:off x="5394960" y="4069080"/>
            <a:ext cx="35647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7" name="Text 21"/>
          <p:cNvSpPr/>
          <p:nvPr/>
        </p:nvSpPr>
        <p:spPr>
          <a:xfrm>
            <a:off x="1280160" y="47822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548640" y="5486400"/>
            <a:ext cx="11062800" cy="77580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23"/>
          <p:cNvSpPr/>
          <p:nvPr/>
        </p:nvSpPr>
        <p:spPr>
          <a:xfrm>
            <a:off x="777240" y="5532120"/>
            <a:ext cx="10605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Rectangle 4"/>
          <p:cNvSpPr/>
          <p:nvPr/>
        </p:nvSpPr>
        <p:spPr>
          <a:xfrm>
            <a:off x="45720" y="1691640"/>
            <a:ext cx="1553040" cy="50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Box 5"/>
          <p:cNvSpPr/>
          <p:nvPr/>
        </p:nvSpPr>
        <p:spPr>
          <a:xfrm>
            <a:off x="4572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Box 6"/>
          <p:cNvSpPr/>
          <p:nvPr/>
        </p:nvSpPr>
        <p:spPr>
          <a:xfrm>
            <a:off x="4572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7"/>
          <p:cNvSpPr/>
          <p:nvPr/>
        </p:nvSpPr>
        <p:spPr>
          <a:xfrm>
            <a:off x="80460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8"/>
          <p:cNvSpPr/>
          <p:nvPr/>
        </p:nvSpPr>
        <p:spPr>
          <a:xfrm>
            <a:off x="80460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9"/>
          <p:cNvSpPr/>
          <p:nvPr/>
        </p:nvSpPr>
        <p:spPr>
          <a:xfrm>
            <a:off x="80460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80460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1"/>
          <p:cNvSpPr/>
          <p:nvPr/>
        </p:nvSpPr>
        <p:spPr>
          <a:xfrm>
            <a:off x="80460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2"/>
          <p:cNvSpPr/>
          <p:nvPr/>
        </p:nvSpPr>
        <p:spPr>
          <a:xfrm>
            <a:off x="80460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3"/>
          <p:cNvSpPr/>
          <p:nvPr/>
        </p:nvSpPr>
        <p:spPr>
          <a:xfrm>
            <a:off x="80460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460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5"/>
          <p:cNvSpPr/>
          <p:nvPr/>
        </p:nvSpPr>
        <p:spPr>
          <a:xfrm>
            <a:off x="80460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6"/>
          <p:cNvSpPr/>
          <p:nvPr/>
        </p:nvSpPr>
        <p:spPr>
          <a:xfrm>
            <a:off x="80460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7"/>
          <p:cNvSpPr/>
          <p:nvPr/>
        </p:nvSpPr>
        <p:spPr>
          <a:xfrm>
            <a:off x="80460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8"/>
          <p:cNvSpPr/>
          <p:nvPr/>
        </p:nvSpPr>
        <p:spPr>
          <a:xfrm>
            <a:off x="80460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19"/>
          <p:cNvSpPr/>
          <p:nvPr/>
        </p:nvSpPr>
        <p:spPr>
          <a:xfrm>
            <a:off x="80460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0"/>
          <p:cNvSpPr/>
          <p:nvPr/>
        </p:nvSpPr>
        <p:spPr>
          <a:xfrm>
            <a:off x="80460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1"/>
          <p:cNvSpPr/>
          <p:nvPr/>
        </p:nvSpPr>
        <p:spPr>
          <a:xfrm>
            <a:off x="80460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2"/>
          <p:cNvSpPr/>
          <p:nvPr/>
        </p:nvSpPr>
        <p:spPr>
          <a:xfrm>
            <a:off x="80460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3"/>
          <p:cNvSpPr/>
          <p:nvPr/>
        </p:nvSpPr>
        <p:spPr>
          <a:xfrm>
            <a:off x="80460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4"/>
          <p:cNvSpPr/>
          <p:nvPr/>
        </p:nvSpPr>
        <p:spPr>
          <a:xfrm>
            <a:off x="80460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5"/>
          <p:cNvSpPr/>
          <p:nvPr/>
        </p:nvSpPr>
        <p:spPr>
          <a:xfrm>
            <a:off x="80460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6"/>
          <p:cNvSpPr/>
          <p:nvPr/>
        </p:nvSpPr>
        <p:spPr>
          <a:xfrm>
            <a:off x="80460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7"/>
          <p:cNvSpPr/>
          <p:nvPr/>
        </p:nvSpPr>
        <p:spPr>
          <a:xfrm>
            <a:off x="80460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8"/>
          <p:cNvSpPr/>
          <p:nvPr/>
        </p:nvSpPr>
        <p:spPr>
          <a:xfrm>
            <a:off x="80460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Rectangle 29"/>
          <p:cNvSpPr/>
          <p:nvPr/>
        </p:nvSpPr>
        <p:spPr>
          <a:xfrm>
            <a:off x="2423160" y="1691640"/>
            <a:ext cx="1553040" cy="50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30"/>
          <p:cNvSpPr/>
          <p:nvPr/>
        </p:nvSpPr>
        <p:spPr>
          <a:xfrm>
            <a:off x="242316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31"/>
          <p:cNvSpPr/>
          <p:nvPr/>
        </p:nvSpPr>
        <p:spPr>
          <a:xfrm>
            <a:off x="242316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Rectangle 32"/>
          <p:cNvSpPr/>
          <p:nvPr/>
        </p:nvSpPr>
        <p:spPr>
          <a:xfrm>
            <a:off x="318204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3"/>
          <p:cNvSpPr/>
          <p:nvPr/>
        </p:nvSpPr>
        <p:spPr>
          <a:xfrm>
            <a:off x="318204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4"/>
          <p:cNvSpPr/>
          <p:nvPr/>
        </p:nvSpPr>
        <p:spPr>
          <a:xfrm>
            <a:off x="318204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5"/>
          <p:cNvSpPr/>
          <p:nvPr/>
        </p:nvSpPr>
        <p:spPr>
          <a:xfrm>
            <a:off x="318204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6"/>
          <p:cNvSpPr/>
          <p:nvPr/>
        </p:nvSpPr>
        <p:spPr>
          <a:xfrm>
            <a:off x="318204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7"/>
          <p:cNvSpPr/>
          <p:nvPr/>
        </p:nvSpPr>
        <p:spPr>
          <a:xfrm>
            <a:off x="318204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8"/>
          <p:cNvSpPr/>
          <p:nvPr/>
        </p:nvSpPr>
        <p:spPr>
          <a:xfrm>
            <a:off x="318204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39"/>
          <p:cNvSpPr/>
          <p:nvPr/>
        </p:nvSpPr>
        <p:spPr>
          <a:xfrm>
            <a:off x="318204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0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1"/>
          <p:cNvSpPr/>
          <p:nvPr/>
        </p:nvSpPr>
        <p:spPr>
          <a:xfrm>
            <a:off x="318204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2"/>
          <p:cNvSpPr/>
          <p:nvPr/>
        </p:nvSpPr>
        <p:spPr>
          <a:xfrm>
            <a:off x="318204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3"/>
          <p:cNvSpPr/>
          <p:nvPr/>
        </p:nvSpPr>
        <p:spPr>
          <a:xfrm>
            <a:off x="318204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4"/>
          <p:cNvSpPr/>
          <p:nvPr/>
        </p:nvSpPr>
        <p:spPr>
          <a:xfrm>
            <a:off x="318204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5"/>
          <p:cNvSpPr/>
          <p:nvPr/>
        </p:nvSpPr>
        <p:spPr>
          <a:xfrm>
            <a:off x="318204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6"/>
          <p:cNvSpPr/>
          <p:nvPr/>
        </p:nvSpPr>
        <p:spPr>
          <a:xfrm>
            <a:off x="318204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7"/>
          <p:cNvSpPr/>
          <p:nvPr/>
        </p:nvSpPr>
        <p:spPr>
          <a:xfrm>
            <a:off x="318204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8"/>
          <p:cNvSpPr/>
          <p:nvPr/>
        </p:nvSpPr>
        <p:spPr>
          <a:xfrm>
            <a:off x="318204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49"/>
          <p:cNvSpPr/>
          <p:nvPr/>
        </p:nvSpPr>
        <p:spPr>
          <a:xfrm>
            <a:off x="318204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0"/>
          <p:cNvSpPr/>
          <p:nvPr/>
        </p:nvSpPr>
        <p:spPr>
          <a:xfrm>
            <a:off x="318204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1"/>
          <p:cNvSpPr/>
          <p:nvPr/>
        </p:nvSpPr>
        <p:spPr>
          <a:xfrm>
            <a:off x="318204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2"/>
          <p:cNvSpPr/>
          <p:nvPr/>
        </p:nvSpPr>
        <p:spPr>
          <a:xfrm>
            <a:off x="318204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3"/>
          <p:cNvSpPr/>
          <p:nvPr/>
        </p:nvSpPr>
        <p:spPr>
          <a:xfrm>
            <a:off x="318204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Rectangle 54"/>
          <p:cNvSpPr/>
          <p:nvPr/>
        </p:nvSpPr>
        <p:spPr>
          <a:xfrm>
            <a:off x="4800600" y="1691640"/>
            <a:ext cx="1553040" cy="50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55"/>
          <p:cNvSpPr/>
          <p:nvPr/>
        </p:nvSpPr>
        <p:spPr>
          <a:xfrm>
            <a:off x="480060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Box 56"/>
          <p:cNvSpPr/>
          <p:nvPr/>
        </p:nvSpPr>
        <p:spPr>
          <a:xfrm>
            <a:off x="480060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57"/>
          <p:cNvSpPr/>
          <p:nvPr/>
        </p:nvSpPr>
        <p:spPr>
          <a:xfrm>
            <a:off x="555948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8"/>
          <p:cNvSpPr/>
          <p:nvPr/>
        </p:nvSpPr>
        <p:spPr>
          <a:xfrm>
            <a:off x="555948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59"/>
          <p:cNvSpPr/>
          <p:nvPr/>
        </p:nvSpPr>
        <p:spPr>
          <a:xfrm>
            <a:off x="555948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0"/>
          <p:cNvSpPr/>
          <p:nvPr/>
        </p:nvSpPr>
        <p:spPr>
          <a:xfrm>
            <a:off x="555948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1"/>
          <p:cNvSpPr/>
          <p:nvPr/>
        </p:nvSpPr>
        <p:spPr>
          <a:xfrm>
            <a:off x="555948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2"/>
          <p:cNvSpPr/>
          <p:nvPr/>
        </p:nvSpPr>
        <p:spPr>
          <a:xfrm>
            <a:off x="5486400" y="30283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3"/>
          <p:cNvSpPr/>
          <p:nvPr/>
        </p:nvSpPr>
        <p:spPr>
          <a:xfrm>
            <a:off x="555948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4"/>
          <p:cNvSpPr/>
          <p:nvPr/>
        </p:nvSpPr>
        <p:spPr>
          <a:xfrm>
            <a:off x="555948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5"/>
          <p:cNvSpPr/>
          <p:nvPr/>
        </p:nvSpPr>
        <p:spPr>
          <a:xfrm>
            <a:off x="555948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6"/>
          <p:cNvSpPr/>
          <p:nvPr/>
        </p:nvSpPr>
        <p:spPr>
          <a:xfrm>
            <a:off x="555948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7"/>
          <p:cNvSpPr/>
          <p:nvPr/>
        </p:nvSpPr>
        <p:spPr>
          <a:xfrm>
            <a:off x="555948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8"/>
          <p:cNvSpPr/>
          <p:nvPr/>
        </p:nvSpPr>
        <p:spPr>
          <a:xfrm>
            <a:off x="555948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69"/>
          <p:cNvSpPr/>
          <p:nvPr/>
        </p:nvSpPr>
        <p:spPr>
          <a:xfrm>
            <a:off x="555948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0"/>
          <p:cNvSpPr/>
          <p:nvPr/>
        </p:nvSpPr>
        <p:spPr>
          <a:xfrm>
            <a:off x="555948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1"/>
          <p:cNvSpPr/>
          <p:nvPr/>
        </p:nvSpPr>
        <p:spPr>
          <a:xfrm>
            <a:off x="555948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2"/>
          <p:cNvSpPr/>
          <p:nvPr/>
        </p:nvSpPr>
        <p:spPr>
          <a:xfrm>
            <a:off x="555948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3"/>
          <p:cNvSpPr/>
          <p:nvPr/>
        </p:nvSpPr>
        <p:spPr>
          <a:xfrm>
            <a:off x="555948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4"/>
          <p:cNvSpPr/>
          <p:nvPr/>
        </p:nvSpPr>
        <p:spPr>
          <a:xfrm>
            <a:off x="555948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5"/>
          <p:cNvSpPr/>
          <p:nvPr/>
        </p:nvSpPr>
        <p:spPr>
          <a:xfrm>
            <a:off x="555948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6"/>
          <p:cNvSpPr/>
          <p:nvPr/>
        </p:nvSpPr>
        <p:spPr>
          <a:xfrm>
            <a:off x="555948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7"/>
          <p:cNvSpPr/>
          <p:nvPr/>
        </p:nvSpPr>
        <p:spPr>
          <a:xfrm>
            <a:off x="555948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8"/>
          <p:cNvSpPr/>
          <p:nvPr/>
        </p:nvSpPr>
        <p:spPr>
          <a:xfrm>
            <a:off x="555948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Rectangle 79"/>
          <p:cNvSpPr/>
          <p:nvPr/>
        </p:nvSpPr>
        <p:spPr>
          <a:xfrm>
            <a:off x="7178040" y="1691640"/>
            <a:ext cx="1553040" cy="50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TextBox 80"/>
          <p:cNvSpPr/>
          <p:nvPr/>
        </p:nvSpPr>
        <p:spPr>
          <a:xfrm>
            <a:off x="717804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81"/>
          <p:cNvSpPr/>
          <p:nvPr/>
        </p:nvSpPr>
        <p:spPr>
          <a:xfrm>
            <a:off x="717804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Rectangle 82"/>
          <p:cNvSpPr/>
          <p:nvPr/>
        </p:nvSpPr>
        <p:spPr>
          <a:xfrm>
            <a:off x="793692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3"/>
          <p:cNvSpPr/>
          <p:nvPr/>
        </p:nvSpPr>
        <p:spPr>
          <a:xfrm>
            <a:off x="793692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4"/>
          <p:cNvSpPr/>
          <p:nvPr/>
        </p:nvSpPr>
        <p:spPr>
          <a:xfrm>
            <a:off x="793692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5"/>
          <p:cNvSpPr/>
          <p:nvPr/>
        </p:nvSpPr>
        <p:spPr>
          <a:xfrm>
            <a:off x="793692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6"/>
          <p:cNvSpPr/>
          <p:nvPr/>
        </p:nvSpPr>
        <p:spPr>
          <a:xfrm>
            <a:off x="793692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7"/>
          <p:cNvSpPr/>
          <p:nvPr/>
        </p:nvSpPr>
        <p:spPr>
          <a:xfrm>
            <a:off x="793692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8"/>
          <p:cNvSpPr/>
          <p:nvPr/>
        </p:nvSpPr>
        <p:spPr>
          <a:xfrm>
            <a:off x="793692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89"/>
          <p:cNvSpPr/>
          <p:nvPr/>
        </p:nvSpPr>
        <p:spPr>
          <a:xfrm>
            <a:off x="793692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0"/>
          <p:cNvSpPr/>
          <p:nvPr/>
        </p:nvSpPr>
        <p:spPr>
          <a:xfrm>
            <a:off x="793692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1"/>
          <p:cNvSpPr/>
          <p:nvPr/>
        </p:nvSpPr>
        <p:spPr>
          <a:xfrm>
            <a:off x="793692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2"/>
          <p:cNvSpPr/>
          <p:nvPr/>
        </p:nvSpPr>
        <p:spPr>
          <a:xfrm>
            <a:off x="793692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3"/>
          <p:cNvSpPr/>
          <p:nvPr/>
        </p:nvSpPr>
        <p:spPr>
          <a:xfrm>
            <a:off x="793692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4"/>
          <p:cNvSpPr/>
          <p:nvPr/>
        </p:nvSpPr>
        <p:spPr>
          <a:xfrm>
            <a:off x="793692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5"/>
          <p:cNvSpPr/>
          <p:nvPr/>
        </p:nvSpPr>
        <p:spPr>
          <a:xfrm>
            <a:off x="793692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6"/>
          <p:cNvSpPr/>
          <p:nvPr/>
        </p:nvSpPr>
        <p:spPr>
          <a:xfrm>
            <a:off x="793692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7"/>
          <p:cNvSpPr/>
          <p:nvPr/>
        </p:nvSpPr>
        <p:spPr>
          <a:xfrm>
            <a:off x="793692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8"/>
          <p:cNvSpPr/>
          <p:nvPr/>
        </p:nvSpPr>
        <p:spPr>
          <a:xfrm>
            <a:off x="793692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99"/>
          <p:cNvSpPr/>
          <p:nvPr/>
        </p:nvSpPr>
        <p:spPr>
          <a:xfrm>
            <a:off x="793692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0"/>
          <p:cNvSpPr/>
          <p:nvPr/>
        </p:nvSpPr>
        <p:spPr>
          <a:xfrm>
            <a:off x="793692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1"/>
          <p:cNvSpPr/>
          <p:nvPr/>
        </p:nvSpPr>
        <p:spPr>
          <a:xfrm>
            <a:off x="793692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2"/>
          <p:cNvSpPr/>
          <p:nvPr/>
        </p:nvSpPr>
        <p:spPr>
          <a:xfrm>
            <a:off x="793692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3"/>
          <p:cNvSpPr/>
          <p:nvPr/>
        </p:nvSpPr>
        <p:spPr>
          <a:xfrm>
            <a:off x="793692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Rectangle 104"/>
          <p:cNvSpPr/>
          <p:nvPr/>
        </p:nvSpPr>
        <p:spPr>
          <a:xfrm>
            <a:off x="9555480" y="1691640"/>
            <a:ext cx="1553040" cy="50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5"/>
          <p:cNvSpPr/>
          <p:nvPr/>
        </p:nvSpPr>
        <p:spPr>
          <a:xfrm>
            <a:off x="955548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06"/>
          <p:cNvSpPr/>
          <p:nvPr/>
        </p:nvSpPr>
        <p:spPr>
          <a:xfrm>
            <a:off x="955548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Rectangle 107"/>
          <p:cNvSpPr/>
          <p:nvPr/>
        </p:nvSpPr>
        <p:spPr>
          <a:xfrm>
            <a:off x="1031436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8"/>
          <p:cNvSpPr/>
          <p:nvPr/>
        </p:nvSpPr>
        <p:spPr>
          <a:xfrm>
            <a:off x="1031436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09"/>
          <p:cNvSpPr/>
          <p:nvPr/>
        </p:nvSpPr>
        <p:spPr>
          <a:xfrm>
            <a:off x="1031436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0"/>
          <p:cNvSpPr/>
          <p:nvPr/>
        </p:nvSpPr>
        <p:spPr>
          <a:xfrm>
            <a:off x="1031436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1"/>
          <p:cNvSpPr/>
          <p:nvPr/>
        </p:nvSpPr>
        <p:spPr>
          <a:xfrm>
            <a:off x="1031436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2"/>
          <p:cNvSpPr/>
          <p:nvPr/>
        </p:nvSpPr>
        <p:spPr>
          <a:xfrm>
            <a:off x="1031436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3"/>
          <p:cNvSpPr/>
          <p:nvPr/>
        </p:nvSpPr>
        <p:spPr>
          <a:xfrm>
            <a:off x="1031436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4"/>
          <p:cNvSpPr/>
          <p:nvPr/>
        </p:nvSpPr>
        <p:spPr>
          <a:xfrm>
            <a:off x="1031436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5"/>
          <p:cNvSpPr/>
          <p:nvPr/>
        </p:nvSpPr>
        <p:spPr>
          <a:xfrm>
            <a:off x="1031436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6"/>
          <p:cNvSpPr/>
          <p:nvPr/>
        </p:nvSpPr>
        <p:spPr>
          <a:xfrm>
            <a:off x="1031436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7"/>
          <p:cNvSpPr/>
          <p:nvPr/>
        </p:nvSpPr>
        <p:spPr>
          <a:xfrm>
            <a:off x="1031436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8"/>
          <p:cNvSpPr/>
          <p:nvPr/>
        </p:nvSpPr>
        <p:spPr>
          <a:xfrm>
            <a:off x="1031436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19"/>
          <p:cNvSpPr/>
          <p:nvPr/>
        </p:nvSpPr>
        <p:spPr>
          <a:xfrm>
            <a:off x="1031436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0"/>
          <p:cNvSpPr/>
          <p:nvPr/>
        </p:nvSpPr>
        <p:spPr>
          <a:xfrm>
            <a:off x="1031436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1"/>
          <p:cNvSpPr/>
          <p:nvPr/>
        </p:nvSpPr>
        <p:spPr>
          <a:xfrm>
            <a:off x="1031436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2"/>
          <p:cNvSpPr/>
          <p:nvPr/>
        </p:nvSpPr>
        <p:spPr>
          <a:xfrm>
            <a:off x="1031436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3"/>
          <p:cNvSpPr/>
          <p:nvPr/>
        </p:nvSpPr>
        <p:spPr>
          <a:xfrm>
            <a:off x="1031436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4"/>
          <p:cNvSpPr/>
          <p:nvPr/>
        </p:nvSpPr>
        <p:spPr>
          <a:xfrm>
            <a:off x="1031436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5"/>
          <p:cNvSpPr/>
          <p:nvPr/>
        </p:nvSpPr>
        <p:spPr>
          <a:xfrm>
            <a:off x="1031436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6"/>
          <p:cNvSpPr/>
          <p:nvPr/>
        </p:nvSpPr>
        <p:spPr>
          <a:xfrm>
            <a:off x="1031436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7"/>
          <p:cNvSpPr/>
          <p:nvPr/>
        </p:nvSpPr>
        <p:spPr>
          <a:xfrm>
            <a:off x="1031436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8"/>
          <p:cNvSpPr/>
          <p:nvPr/>
        </p:nvSpPr>
        <p:spPr>
          <a:xfrm>
            <a:off x="1031436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Rectangle 129"/>
          <p:cNvSpPr/>
          <p:nvPr/>
        </p:nvSpPr>
        <p:spPr>
          <a:xfrm>
            <a:off x="822960" y="2606040"/>
            <a:ext cx="2376000" cy="2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Oval 130"/>
          <p:cNvSpPr/>
          <p:nvPr/>
        </p:nvSpPr>
        <p:spPr>
          <a:xfrm>
            <a:off x="3108960" y="2571120"/>
            <a:ext cx="90000" cy="90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131"/>
          <p:cNvSpPr/>
          <p:nvPr/>
        </p:nvSpPr>
        <p:spPr>
          <a:xfrm>
            <a:off x="914400" y="23133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Rectangle 132"/>
          <p:cNvSpPr/>
          <p:nvPr/>
        </p:nvSpPr>
        <p:spPr>
          <a:xfrm>
            <a:off x="3200400" y="3063240"/>
            <a:ext cx="237600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Oval 133"/>
          <p:cNvSpPr/>
          <p:nvPr/>
        </p:nvSpPr>
        <p:spPr>
          <a:xfrm>
            <a:off x="5486400" y="30283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6" name="TextBox 134"/>
          <p:cNvSpPr/>
          <p:nvPr/>
        </p:nvSpPr>
        <p:spPr>
          <a:xfrm>
            <a:off x="3291840" y="277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Rectangle 135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6"/>
          <p:cNvSpPr/>
          <p:nvPr/>
        </p:nvSpPr>
        <p:spPr>
          <a:xfrm>
            <a:off x="33649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7"/>
          <p:cNvSpPr/>
          <p:nvPr/>
        </p:nvSpPr>
        <p:spPr>
          <a:xfrm>
            <a:off x="35294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8"/>
          <p:cNvSpPr/>
          <p:nvPr/>
        </p:nvSpPr>
        <p:spPr>
          <a:xfrm>
            <a:off x="3694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39"/>
          <p:cNvSpPr/>
          <p:nvPr/>
        </p:nvSpPr>
        <p:spPr>
          <a:xfrm>
            <a:off x="3858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0"/>
          <p:cNvSpPr/>
          <p:nvPr/>
        </p:nvSpPr>
        <p:spPr>
          <a:xfrm>
            <a:off x="4023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1"/>
          <p:cNvSpPr/>
          <p:nvPr/>
        </p:nvSpPr>
        <p:spPr>
          <a:xfrm>
            <a:off x="41878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2"/>
          <p:cNvSpPr/>
          <p:nvPr/>
        </p:nvSpPr>
        <p:spPr>
          <a:xfrm>
            <a:off x="43524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3"/>
          <p:cNvSpPr/>
          <p:nvPr/>
        </p:nvSpPr>
        <p:spPr>
          <a:xfrm>
            <a:off x="45172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4"/>
          <p:cNvSpPr/>
          <p:nvPr/>
        </p:nvSpPr>
        <p:spPr>
          <a:xfrm>
            <a:off x="46818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5"/>
          <p:cNvSpPr/>
          <p:nvPr/>
        </p:nvSpPr>
        <p:spPr>
          <a:xfrm>
            <a:off x="4846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6"/>
          <p:cNvSpPr/>
          <p:nvPr/>
        </p:nvSpPr>
        <p:spPr>
          <a:xfrm>
            <a:off x="5010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7"/>
          <p:cNvSpPr/>
          <p:nvPr/>
        </p:nvSpPr>
        <p:spPr>
          <a:xfrm>
            <a:off x="5175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8"/>
          <p:cNvSpPr/>
          <p:nvPr/>
        </p:nvSpPr>
        <p:spPr>
          <a:xfrm>
            <a:off x="53402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Rectangle 149"/>
          <p:cNvSpPr/>
          <p:nvPr/>
        </p:nvSpPr>
        <p:spPr>
          <a:xfrm>
            <a:off x="5504760" y="3520440"/>
            <a:ext cx="7164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Oval 150"/>
          <p:cNvSpPr/>
          <p:nvPr/>
        </p:nvSpPr>
        <p:spPr>
          <a:xfrm>
            <a:off x="3200400" y="3485520"/>
            <a:ext cx="90000" cy="900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TextBox 151"/>
          <p:cNvSpPr/>
          <p:nvPr/>
        </p:nvSpPr>
        <p:spPr>
          <a:xfrm>
            <a:off x="3291840" y="32277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52"/>
          <p:cNvSpPr/>
          <p:nvPr/>
        </p:nvSpPr>
        <p:spPr>
          <a:xfrm>
            <a:off x="3200400" y="3977640"/>
            <a:ext cx="475344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Oval 153"/>
          <p:cNvSpPr/>
          <p:nvPr/>
        </p:nvSpPr>
        <p:spPr>
          <a:xfrm>
            <a:off x="7863840" y="39427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154"/>
          <p:cNvSpPr/>
          <p:nvPr/>
        </p:nvSpPr>
        <p:spPr>
          <a:xfrm>
            <a:off x="3291840" y="3684960"/>
            <a:ext cx="4662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Rectangle 155"/>
          <p:cNvSpPr/>
          <p:nvPr/>
        </p:nvSpPr>
        <p:spPr>
          <a:xfrm>
            <a:off x="822960" y="4399920"/>
            <a:ext cx="9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6"/>
          <p:cNvSpPr/>
          <p:nvPr/>
        </p:nvSpPr>
        <p:spPr>
          <a:xfrm>
            <a:off x="9874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7"/>
          <p:cNvSpPr/>
          <p:nvPr/>
        </p:nvSpPr>
        <p:spPr>
          <a:xfrm>
            <a:off x="11520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8"/>
          <p:cNvSpPr/>
          <p:nvPr/>
        </p:nvSpPr>
        <p:spPr>
          <a:xfrm>
            <a:off x="1316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59"/>
          <p:cNvSpPr/>
          <p:nvPr/>
        </p:nvSpPr>
        <p:spPr>
          <a:xfrm>
            <a:off x="1481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0"/>
          <p:cNvSpPr/>
          <p:nvPr/>
        </p:nvSpPr>
        <p:spPr>
          <a:xfrm>
            <a:off x="1645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1"/>
          <p:cNvSpPr/>
          <p:nvPr/>
        </p:nvSpPr>
        <p:spPr>
          <a:xfrm>
            <a:off x="18104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2"/>
          <p:cNvSpPr/>
          <p:nvPr/>
        </p:nvSpPr>
        <p:spPr>
          <a:xfrm>
            <a:off x="19749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3"/>
          <p:cNvSpPr/>
          <p:nvPr/>
        </p:nvSpPr>
        <p:spPr>
          <a:xfrm>
            <a:off x="21398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4"/>
          <p:cNvSpPr/>
          <p:nvPr/>
        </p:nvSpPr>
        <p:spPr>
          <a:xfrm>
            <a:off x="23043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5"/>
          <p:cNvSpPr/>
          <p:nvPr/>
        </p:nvSpPr>
        <p:spPr>
          <a:xfrm>
            <a:off x="2468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6"/>
          <p:cNvSpPr/>
          <p:nvPr/>
        </p:nvSpPr>
        <p:spPr>
          <a:xfrm>
            <a:off x="2633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7"/>
          <p:cNvSpPr/>
          <p:nvPr/>
        </p:nvSpPr>
        <p:spPr>
          <a:xfrm>
            <a:off x="2797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8"/>
          <p:cNvSpPr/>
          <p:nvPr/>
        </p:nvSpPr>
        <p:spPr>
          <a:xfrm>
            <a:off x="29628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Rectangle 169"/>
          <p:cNvSpPr/>
          <p:nvPr/>
        </p:nvSpPr>
        <p:spPr>
          <a:xfrm>
            <a:off x="3127320" y="4434840"/>
            <a:ext cx="7164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Oval 170"/>
          <p:cNvSpPr/>
          <p:nvPr/>
        </p:nvSpPr>
        <p:spPr>
          <a:xfrm>
            <a:off x="822960" y="43999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Box 171"/>
          <p:cNvSpPr/>
          <p:nvPr/>
        </p:nvSpPr>
        <p:spPr>
          <a:xfrm>
            <a:off x="914400" y="448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Rectangle 172"/>
          <p:cNvSpPr/>
          <p:nvPr/>
        </p:nvSpPr>
        <p:spPr>
          <a:xfrm>
            <a:off x="7498080" y="4754880"/>
            <a:ext cx="3290400" cy="8672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Rectangle 173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TextBox 174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Box 175"/>
          <p:cNvSpPr/>
          <p:nvPr/>
        </p:nvSpPr>
        <p:spPr>
          <a:xfrm>
            <a:off x="8138160" y="475488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Rectangle 176"/>
          <p:cNvSpPr/>
          <p:nvPr/>
        </p:nvSpPr>
        <p:spPr>
          <a:xfrm>
            <a:off x="7955280" y="5120640"/>
            <a:ext cx="2376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Oval 177"/>
          <p:cNvSpPr/>
          <p:nvPr/>
        </p:nvSpPr>
        <p:spPr>
          <a:xfrm>
            <a:off x="7955280" y="50857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178"/>
          <p:cNvSpPr/>
          <p:nvPr/>
        </p:nvSpPr>
        <p:spPr>
          <a:xfrm>
            <a:off x="8046720" y="48279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79"/>
          <p:cNvSpPr/>
          <p:nvPr/>
        </p:nvSpPr>
        <p:spPr>
          <a:xfrm>
            <a:off x="7955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0"/>
          <p:cNvSpPr/>
          <p:nvPr/>
        </p:nvSpPr>
        <p:spPr>
          <a:xfrm>
            <a:off x="81198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1"/>
          <p:cNvSpPr/>
          <p:nvPr/>
        </p:nvSpPr>
        <p:spPr>
          <a:xfrm>
            <a:off x="82843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2"/>
          <p:cNvSpPr/>
          <p:nvPr/>
        </p:nvSpPr>
        <p:spPr>
          <a:xfrm>
            <a:off x="8449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3"/>
          <p:cNvSpPr/>
          <p:nvPr/>
        </p:nvSpPr>
        <p:spPr>
          <a:xfrm>
            <a:off x="8613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4"/>
          <p:cNvSpPr/>
          <p:nvPr/>
        </p:nvSpPr>
        <p:spPr>
          <a:xfrm>
            <a:off x="8778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5"/>
          <p:cNvSpPr/>
          <p:nvPr/>
        </p:nvSpPr>
        <p:spPr>
          <a:xfrm>
            <a:off x="89427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6"/>
          <p:cNvSpPr/>
          <p:nvPr/>
        </p:nvSpPr>
        <p:spPr>
          <a:xfrm>
            <a:off x="9107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7"/>
          <p:cNvSpPr/>
          <p:nvPr/>
        </p:nvSpPr>
        <p:spPr>
          <a:xfrm>
            <a:off x="92721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8"/>
          <p:cNvSpPr/>
          <p:nvPr/>
        </p:nvSpPr>
        <p:spPr>
          <a:xfrm>
            <a:off x="94366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89"/>
          <p:cNvSpPr/>
          <p:nvPr/>
        </p:nvSpPr>
        <p:spPr>
          <a:xfrm>
            <a:off x="9601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0"/>
          <p:cNvSpPr/>
          <p:nvPr/>
        </p:nvSpPr>
        <p:spPr>
          <a:xfrm>
            <a:off x="9765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1"/>
          <p:cNvSpPr/>
          <p:nvPr/>
        </p:nvSpPr>
        <p:spPr>
          <a:xfrm>
            <a:off x="9930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2"/>
          <p:cNvSpPr/>
          <p:nvPr/>
        </p:nvSpPr>
        <p:spPr>
          <a:xfrm>
            <a:off x="100951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3"/>
          <p:cNvSpPr/>
          <p:nvPr/>
        </p:nvSpPr>
        <p:spPr>
          <a:xfrm>
            <a:off x="10241280" y="5405760"/>
            <a:ext cx="9000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Oval 194"/>
          <p:cNvSpPr/>
          <p:nvPr/>
        </p:nvSpPr>
        <p:spPr>
          <a:xfrm>
            <a:off x="10241280" y="5405760"/>
            <a:ext cx="90000" cy="9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TextBox 195"/>
          <p:cNvSpPr/>
          <p:nvPr/>
        </p:nvSpPr>
        <p:spPr>
          <a:xfrm>
            <a:off x="8046720" y="514800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19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9"/>
          <p:cNvSpPr/>
          <p:nvPr/>
        </p:nvSpPr>
        <p:spPr>
          <a:xfrm>
            <a:off x="777240" y="2441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0"/>
          <p:cNvSpPr/>
          <p:nvPr/>
        </p:nvSpPr>
        <p:spPr>
          <a:xfrm>
            <a:off x="777240" y="2642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1"/>
          <p:cNvSpPr/>
          <p:nvPr/>
        </p:nvSpPr>
        <p:spPr>
          <a:xfrm>
            <a:off x="777240" y="284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2"/>
          <p:cNvSpPr/>
          <p:nvPr/>
        </p:nvSpPr>
        <p:spPr>
          <a:xfrm>
            <a:off x="777240" y="3044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3"/>
          <p:cNvSpPr/>
          <p:nvPr/>
        </p:nvSpPr>
        <p:spPr>
          <a:xfrm>
            <a:off x="777240" y="32461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4"/>
          <p:cNvSpPr/>
          <p:nvPr/>
        </p:nvSpPr>
        <p:spPr>
          <a:xfrm>
            <a:off x="777240" y="3447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5"/>
          <p:cNvSpPr/>
          <p:nvPr/>
        </p:nvSpPr>
        <p:spPr>
          <a:xfrm>
            <a:off x="777240" y="3648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6"/>
          <p:cNvSpPr/>
          <p:nvPr/>
        </p:nvSpPr>
        <p:spPr>
          <a:xfrm>
            <a:off x="777240" y="3849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7"/>
          <p:cNvSpPr/>
          <p:nvPr/>
        </p:nvSpPr>
        <p:spPr>
          <a:xfrm>
            <a:off x="777240" y="4050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8"/>
          <p:cNvSpPr/>
          <p:nvPr/>
        </p:nvSpPr>
        <p:spPr>
          <a:xfrm>
            <a:off x="777240" y="4251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9"/>
          <p:cNvSpPr/>
          <p:nvPr/>
        </p:nvSpPr>
        <p:spPr>
          <a:xfrm>
            <a:off x="777240" y="4453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0"/>
          <p:cNvSpPr/>
          <p:nvPr/>
        </p:nvSpPr>
        <p:spPr>
          <a:xfrm>
            <a:off x="777240" y="4654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1"/>
          <p:cNvSpPr/>
          <p:nvPr/>
        </p:nvSpPr>
        <p:spPr>
          <a:xfrm>
            <a:off x="777240" y="4855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2"/>
          <p:cNvSpPr/>
          <p:nvPr/>
        </p:nvSpPr>
        <p:spPr>
          <a:xfrm>
            <a:off x="777240" y="50565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3"/>
          <p:cNvSpPr/>
          <p:nvPr/>
        </p:nvSpPr>
        <p:spPr>
          <a:xfrm>
            <a:off x="777240" y="52578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4"/>
          <p:cNvSpPr/>
          <p:nvPr/>
        </p:nvSpPr>
        <p:spPr>
          <a:xfrm>
            <a:off x="777240" y="54590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5"/>
          <p:cNvSpPr/>
          <p:nvPr/>
        </p:nvSpPr>
        <p:spPr>
          <a:xfrm>
            <a:off x="777240" y="566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6"/>
          <p:cNvSpPr/>
          <p:nvPr/>
        </p:nvSpPr>
        <p:spPr>
          <a:xfrm>
            <a:off x="777240" y="5861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7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Text 28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Shape 29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 30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1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32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Text 33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4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35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Text 36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7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8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 39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0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41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Text 42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3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Shape 44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Text 45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6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Shape 3"/>
          <p:cNvSpPr/>
          <p:nvPr/>
        </p:nvSpPr>
        <p:spPr>
          <a:xfrm>
            <a:off x="2743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 4"/>
          <p:cNvSpPr/>
          <p:nvPr/>
        </p:nvSpPr>
        <p:spPr>
          <a:xfrm>
            <a:off x="2743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Shape 6"/>
          <p:cNvSpPr/>
          <p:nvPr/>
        </p:nvSpPr>
        <p:spPr>
          <a:xfrm>
            <a:off x="33832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Text 7"/>
          <p:cNvSpPr/>
          <p:nvPr/>
        </p:nvSpPr>
        <p:spPr>
          <a:xfrm>
            <a:off x="33832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Shape 9"/>
          <p:cNvSpPr/>
          <p:nvPr/>
        </p:nvSpPr>
        <p:spPr>
          <a:xfrm>
            <a:off x="61264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 10"/>
          <p:cNvSpPr/>
          <p:nvPr/>
        </p:nvSpPr>
        <p:spPr>
          <a:xfrm>
            <a:off x="61264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Shape 12"/>
          <p:cNvSpPr/>
          <p:nvPr/>
        </p:nvSpPr>
        <p:spPr>
          <a:xfrm>
            <a:off x="85039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 13"/>
          <p:cNvSpPr/>
          <p:nvPr/>
        </p:nvSpPr>
        <p:spPr>
          <a:xfrm>
            <a:off x="85039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Shape 15"/>
          <p:cNvSpPr/>
          <p:nvPr/>
        </p:nvSpPr>
        <p:spPr>
          <a:xfrm>
            <a:off x="1088136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Text 16"/>
          <p:cNvSpPr/>
          <p:nvPr/>
        </p:nvSpPr>
        <p:spPr>
          <a:xfrm>
            <a:off x="1088136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 19"/>
          <p:cNvSpPr/>
          <p:nvPr/>
        </p:nvSpPr>
        <p:spPr>
          <a:xfrm>
            <a:off x="914400" y="235908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Text 21"/>
          <p:cNvSpPr/>
          <p:nvPr/>
        </p:nvSpPr>
        <p:spPr>
          <a:xfrm>
            <a:off x="4023360" y="27705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Text 23"/>
          <p:cNvSpPr/>
          <p:nvPr/>
        </p:nvSpPr>
        <p:spPr>
          <a:xfrm>
            <a:off x="4023360" y="3182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 25"/>
          <p:cNvSpPr/>
          <p:nvPr/>
        </p:nvSpPr>
        <p:spPr>
          <a:xfrm>
            <a:off x="914400" y="359352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Text 27"/>
          <p:cNvSpPr/>
          <p:nvPr/>
        </p:nvSpPr>
        <p:spPr>
          <a:xfrm>
            <a:off x="9144000" y="405072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 29"/>
          <p:cNvSpPr/>
          <p:nvPr/>
        </p:nvSpPr>
        <p:spPr>
          <a:xfrm>
            <a:off x="9144000" y="446220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30"/>
          <p:cNvSpPr/>
          <p:nvPr/>
        </p:nvSpPr>
        <p:spPr>
          <a:xfrm>
            <a:off x="548640" y="5349240"/>
            <a:ext cx="11062800" cy="95868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Text 31"/>
          <p:cNvSpPr/>
          <p:nvPr/>
        </p:nvSpPr>
        <p:spPr>
          <a:xfrm>
            <a:off x="777240" y="5440680"/>
            <a:ext cx="106056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4" name="Text 3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8"/>
          <p:cNvSpPr/>
          <p:nvPr/>
        </p:nvSpPr>
        <p:spPr>
          <a:xfrm>
            <a:off x="777240" y="2240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9"/>
          <p:cNvSpPr/>
          <p:nvPr/>
        </p:nvSpPr>
        <p:spPr>
          <a:xfrm>
            <a:off x="777240" y="2382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0"/>
          <p:cNvSpPr/>
          <p:nvPr/>
        </p:nvSpPr>
        <p:spPr>
          <a:xfrm>
            <a:off x="777240" y="2523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1"/>
          <p:cNvSpPr/>
          <p:nvPr/>
        </p:nvSpPr>
        <p:spPr>
          <a:xfrm>
            <a:off x="777240" y="2665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2"/>
          <p:cNvSpPr/>
          <p:nvPr/>
        </p:nvSpPr>
        <p:spPr>
          <a:xfrm>
            <a:off x="777240" y="2807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3"/>
          <p:cNvSpPr/>
          <p:nvPr/>
        </p:nvSpPr>
        <p:spPr>
          <a:xfrm>
            <a:off x="777240" y="2949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4"/>
          <p:cNvSpPr/>
          <p:nvPr/>
        </p:nvSpPr>
        <p:spPr>
          <a:xfrm>
            <a:off x="777240" y="3090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5"/>
          <p:cNvSpPr/>
          <p:nvPr/>
        </p:nvSpPr>
        <p:spPr>
          <a:xfrm>
            <a:off x="777240" y="3232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6"/>
          <p:cNvSpPr/>
          <p:nvPr/>
        </p:nvSpPr>
        <p:spPr>
          <a:xfrm>
            <a:off x="777240" y="3374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7"/>
          <p:cNvSpPr/>
          <p:nvPr/>
        </p:nvSpPr>
        <p:spPr>
          <a:xfrm>
            <a:off x="777240" y="3515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8"/>
          <p:cNvSpPr/>
          <p:nvPr/>
        </p:nvSpPr>
        <p:spPr>
          <a:xfrm>
            <a:off x="777240" y="3657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9"/>
          <p:cNvSpPr/>
          <p:nvPr/>
        </p:nvSpPr>
        <p:spPr>
          <a:xfrm>
            <a:off x="777240" y="3799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0"/>
          <p:cNvSpPr/>
          <p:nvPr/>
        </p:nvSpPr>
        <p:spPr>
          <a:xfrm>
            <a:off x="777240" y="3940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1"/>
          <p:cNvSpPr/>
          <p:nvPr/>
        </p:nvSpPr>
        <p:spPr>
          <a:xfrm>
            <a:off x="777240" y="4082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2"/>
          <p:cNvSpPr/>
          <p:nvPr/>
        </p:nvSpPr>
        <p:spPr>
          <a:xfrm>
            <a:off x="777240" y="4224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3"/>
          <p:cNvSpPr/>
          <p:nvPr/>
        </p:nvSpPr>
        <p:spPr>
          <a:xfrm>
            <a:off x="777240" y="4366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4"/>
          <p:cNvSpPr/>
          <p:nvPr/>
        </p:nvSpPr>
        <p:spPr>
          <a:xfrm>
            <a:off x="777240" y="4507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5"/>
          <p:cNvSpPr/>
          <p:nvPr/>
        </p:nvSpPr>
        <p:spPr>
          <a:xfrm>
            <a:off x="777240" y="4649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6"/>
          <p:cNvSpPr/>
          <p:nvPr/>
        </p:nvSpPr>
        <p:spPr>
          <a:xfrm>
            <a:off x="777240" y="4791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7"/>
          <p:cNvSpPr/>
          <p:nvPr/>
        </p:nvSpPr>
        <p:spPr>
          <a:xfrm>
            <a:off x="777240" y="4933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8"/>
          <p:cNvSpPr/>
          <p:nvPr/>
        </p:nvSpPr>
        <p:spPr>
          <a:xfrm>
            <a:off x="777240" y="5074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29"/>
          <p:cNvSpPr/>
          <p:nvPr/>
        </p:nvSpPr>
        <p:spPr>
          <a:xfrm>
            <a:off x="777240" y="5216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0"/>
          <p:cNvSpPr/>
          <p:nvPr/>
        </p:nvSpPr>
        <p:spPr>
          <a:xfrm>
            <a:off x="777240" y="5358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1"/>
          <p:cNvSpPr/>
          <p:nvPr/>
        </p:nvSpPr>
        <p:spPr>
          <a:xfrm>
            <a:off x="777240" y="5500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2"/>
          <p:cNvSpPr/>
          <p:nvPr/>
        </p:nvSpPr>
        <p:spPr>
          <a:xfrm>
            <a:off x="777240" y="5641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3"/>
          <p:cNvSpPr/>
          <p:nvPr/>
        </p:nvSpPr>
        <p:spPr>
          <a:xfrm>
            <a:off x="777240" y="5783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4"/>
          <p:cNvSpPr/>
          <p:nvPr/>
        </p:nvSpPr>
        <p:spPr>
          <a:xfrm>
            <a:off x="777240" y="5925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35"/>
          <p:cNvSpPr/>
          <p:nvPr/>
        </p:nvSpPr>
        <p:spPr>
          <a:xfrm>
            <a:off x="777240" y="6067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Shape 3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Text 3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3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Text 3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Text 4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4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Text 4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 4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4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Text 4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 4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Shape 4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 4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 4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Shape 5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 5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Text 5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Shape 5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Text 5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Text 5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3" name="Text 5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Text 5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 5"/>
          <p:cNvSpPr/>
          <p:nvPr/>
        </p:nvSpPr>
        <p:spPr>
          <a:xfrm>
            <a:off x="68580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Shape 6"/>
          <p:cNvSpPr/>
          <p:nvPr/>
        </p:nvSpPr>
        <p:spPr>
          <a:xfrm>
            <a:off x="68580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 7"/>
          <p:cNvSpPr/>
          <p:nvPr/>
        </p:nvSpPr>
        <p:spPr>
          <a:xfrm>
            <a:off x="68580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 8"/>
          <p:cNvSpPr/>
          <p:nvPr/>
        </p:nvSpPr>
        <p:spPr>
          <a:xfrm>
            <a:off x="132588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Shape 9"/>
          <p:cNvSpPr/>
          <p:nvPr/>
        </p:nvSpPr>
        <p:spPr>
          <a:xfrm>
            <a:off x="68580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Text 10"/>
          <p:cNvSpPr/>
          <p:nvPr/>
        </p:nvSpPr>
        <p:spPr>
          <a:xfrm>
            <a:off x="68580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Text 11"/>
          <p:cNvSpPr/>
          <p:nvPr/>
        </p:nvSpPr>
        <p:spPr>
          <a:xfrm>
            <a:off x="132588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Shape 12"/>
          <p:cNvSpPr/>
          <p:nvPr/>
        </p:nvSpPr>
        <p:spPr>
          <a:xfrm>
            <a:off x="68580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Text 13"/>
          <p:cNvSpPr/>
          <p:nvPr/>
        </p:nvSpPr>
        <p:spPr>
          <a:xfrm>
            <a:off x="68580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 14"/>
          <p:cNvSpPr/>
          <p:nvPr/>
        </p:nvSpPr>
        <p:spPr>
          <a:xfrm>
            <a:off x="132588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Shape 15"/>
          <p:cNvSpPr/>
          <p:nvPr/>
        </p:nvSpPr>
        <p:spPr>
          <a:xfrm>
            <a:off x="68580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Text 16"/>
          <p:cNvSpPr/>
          <p:nvPr/>
        </p:nvSpPr>
        <p:spPr>
          <a:xfrm>
            <a:off x="68580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 17"/>
          <p:cNvSpPr/>
          <p:nvPr/>
        </p:nvSpPr>
        <p:spPr>
          <a:xfrm>
            <a:off x="132588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3" name="Shape 18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Shape 19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Text 20"/>
          <p:cNvSpPr/>
          <p:nvPr/>
        </p:nvSpPr>
        <p:spPr>
          <a:xfrm>
            <a:off x="448056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Shape 21"/>
          <p:cNvSpPr/>
          <p:nvPr/>
        </p:nvSpPr>
        <p:spPr>
          <a:xfrm>
            <a:off x="448056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Text 22"/>
          <p:cNvSpPr/>
          <p:nvPr/>
        </p:nvSpPr>
        <p:spPr>
          <a:xfrm>
            <a:off x="448056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 23"/>
          <p:cNvSpPr/>
          <p:nvPr/>
        </p:nvSpPr>
        <p:spPr>
          <a:xfrm>
            <a:off x="512064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9" name="Shape 24"/>
          <p:cNvSpPr/>
          <p:nvPr/>
        </p:nvSpPr>
        <p:spPr>
          <a:xfrm>
            <a:off x="448056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 25"/>
          <p:cNvSpPr/>
          <p:nvPr/>
        </p:nvSpPr>
        <p:spPr>
          <a:xfrm>
            <a:off x="448056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 26"/>
          <p:cNvSpPr/>
          <p:nvPr/>
        </p:nvSpPr>
        <p:spPr>
          <a:xfrm>
            <a:off x="512064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Shape 27"/>
          <p:cNvSpPr/>
          <p:nvPr/>
        </p:nvSpPr>
        <p:spPr>
          <a:xfrm>
            <a:off x="448056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3" name="Text 28"/>
          <p:cNvSpPr/>
          <p:nvPr/>
        </p:nvSpPr>
        <p:spPr>
          <a:xfrm>
            <a:off x="448056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Text 29"/>
          <p:cNvSpPr/>
          <p:nvPr/>
        </p:nvSpPr>
        <p:spPr>
          <a:xfrm>
            <a:off x="512064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5" name="Shape 30"/>
          <p:cNvSpPr/>
          <p:nvPr/>
        </p:nvSpPr>
        <p:spPr>
          <a:xfrm>
            <a:off x="448056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 31"/>
          <p:cNvSpPr/>
          <p:nvPr/>
        </p:nvSpPr>
        <p:spPr>
          <a:xfrm>
            <a:off x="448056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Text 32"/>
          <p:cNvSpPr/>
          <p:nvPr/>
        </p:nvSpPr>
        <p:spPr>
          <a:xfrm>
            <a:off x="512064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8" name="Shape 33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34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Text 35"/>
          <p:cNvSpPr/>
          <p:nvPr/>
        </p:nvSpPr>
        <p:spPr>
          <a:xfrm>
            <a:off x="827532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1" name="Shape 36"/>
          <p:cNvSpPr/>
          <p:nvPr/>
        </p:nvSpPr>
        <p:spPr>
          <a:xfrm>
            <a:off x="827532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37"/>
          <p:cNvSpPr/>
          <p:nvPr/>
        </p:nvSpPr>
        <p:spPr>
          <a:xfrm>
            <a:off x="827532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38"/>
          <p:cNvSpPr/>
          <p:nvPr/>
        </p:nvSpPr>
        <p:spPr>
          <a:xfrm>
            <a:off x="891540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Shape 39"/>
          <p:cNvSpPr/>
          <p:nvPr/>
        </p:nvSpPr>
        <p:spPr>
          <a:xfrm>
            <a:off x="827532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 40"/>
          <p:cNvSpPr/>
          <p:nvPr/>
        </p:nvSpPr>
        <p:spPr>
          <a:xfrm>
            <a:off x="827532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41"/>
          <p:cNvSpPr/>
          <p:nvPr/>
        </p:nvSpPr>
        <p:spPr>
          <a:xfrm>
            <a:off x="891540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Shape 42"/>
          <p:cNvSpPr/>
          <p:nvPr/>
        </p:nvSpPr>
        <p:spPr>
          <a:xfrm>
            <a:off x="827532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 43"/>
          <p:cNvSpPr/>
          <p:nvPr/>
        </p:nvSpPr>
        <p:spPr>
          <a:xfrm>
            <a:off x="827532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44"/>
          <p:cNvSpPr/>
          <p:nvPr/>
        </p:nvSpPr>
        <p:spPr>
          <a:xfrm>
            <a:off x="891540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Shape 45"/>
          <p:cNvSpPr/>
          <p:nvPr/>
        </p:nvSpPr>
        <p:spPr>
          <a:xfrm>
            <a:off x="827532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 46"/>
          <p:cNvSpPr/>
          <p:nvPr/>
        </p:nvSpPr>
        <p:spPr>
          <a:xfrm>
            <a:off x="827532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47"/>
          <p:cNvSpPr/>
          <p:nvPr/>
        </p:nvSpPr>
        <p:spPr>
          <a:xfrm>
            <a:off x="891540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Shape 48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Shape 49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5" name="Text 50"/>
          <p:cNvSpPr/>
          <p:nvPr/>
        </p:nvSpPr>
        <p:spPr>
          <a:xfrm>
            <a:off x="68580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Shape 51"/>
          <p:cNvSpPr/>
          <p:nvPr/>
        </p:nvSpPr>
        <p:spPr>
          <a:xfrm>
            <a:off x="68580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 52"/>
          <p:cNvSpPr/>
          <p:nvPr/>
        </p:nvSpPr>
        <p:spPr>
          <a:xfrm>
            <a:off x="68580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53"/>
          <p:cNvSpPr/>
          <p:nvPr/>
        </p:nvSpPr>
        <p:spPr>
          <a:xfrm>
            <a:off x="132588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Shape 54"/>
          <p:cNvSpPr/>
          <p:nvPr/>
        </p:nvSpPr>
        <p:spPr>
          <a:xfrm>
            <a:off x="68580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0" name="Text 55"/>
          <p:cNvSpPr/>
          <p:nvPr/>
        </p:nvSpPr>
        <p:spPr>
          <a:xfrm>
            <a:off x="68580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56"/>
          <p:cNvSpPr/>
          <p:nvPr/>
        </p:nvSpPr>
        <p:spPr>
          <a:xfrm>
            <a:off x="132588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57"/>
          <p:cNvSpPr/>
          <p:nvPr/>
        </p:nvSpPr>
        <p:spPr>
          <a:xfrm>
            <a:off x="68580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58"/>
          <p:cNvSpPr/>
          <p:nvPr/>
        </p:nvSpPr>
        <p:spPr>
          <a:xfrm>
            <a:off x="68580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Text 59"/>
          <p:cNvSpPr/>
          <p:nvPr/>
        </p:nvSpPr>
        <p:spPr>
          <a:xfrm>
            <a:off x="132588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5" name="Shape 60"/>
          <p:cNvSpPr/>
          <p:nvPr/>
        </p:nvSpPr>
        <p:spPr>
          <a:xfrm>
            <a:off x="68580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6" name="Text 61"/>
          <p:cNvSpPr/>
          <p:nvPr/>
        </p:nvSpPr>
        <p:spPr>
          <a:xfrm>
            <a:off x="68580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 62"/>
          <p:cNvSpPr/>
          <p:nvPr/>
        </p:nvSpPr>
        <p:spPr>
          <a:xfrm>
            <a:off x="132588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8" name="Shape 63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Shape 64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0" name="Text 65"/>
          <p:cNvSpPr/>
          <p:nvPr/>
        </p:nvSpPr>
        <p:spPr>
          <a:xfrm>
            <a:off x="448056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1" name="Shape 66"/>
          <p:cNvSpPr/>
          <p:nvPr/>
        </p:nvSpPr>
        <p:spPr>
          <a:xfrm>
            <a:off x="448056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2" name="Text 67"/>
          <p:cNvSpPr/>
          <p:nvPr/>
        </p:nvSpPr>
        <p:spPr>
          <a:xfrm>
            <a:off x="448056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 68"/>
          <p:cNvSpPr/>
          <p:nvPr/>
        </p:nvSpPr>
        <p:spPr>
          <a:xfrm>
            <a:off x="512064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4" name="Shape 69"/>
          <p:cNvSpPr/>
          <p:nvPr/>
        </p:nvSpPr>
        <p:spPr>
          <a:xfrm>
            <a:off x="448056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5" name="Text 70"/>
          <p:cNvSpPr/>
          <p:nvPr/>
        </p:nvSpPr>
        <p:spPr>
          <a:xfrm>
            <a:off x="448056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 71"/>
          <p:cNvSpPr/>
          <p:nvPr/>
        </p:nvSpPr>
        <p:spPr>
          <a:xfrm>
            <a:off x="512064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7" name="Shape 72"/>
          <p:cNvSpPr/>
          <p:nvPr/>
        </p:nvSpPr>
        <p:spPr>
          <a:xfrm>
            <a:off x="448056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 73"/>
          <p:cNvSpPr/>
          <p:nvPr/>
        </p:nvSpPr>
        <p:spPr>
          <a:xfrm>
            <a:off x="448056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 74"/>
          <p:cNvSpPr/>
          <p:nvPr/>
        </p:nvSpPr>
        <p:spPr>
          <a:xfrm>
            <a:off x="512064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0" name="Shape 75"/>
          <p:cNvSpPr/>
          <p:nvPr/>
        </p:nvSpPr>
        <p:spPr>
          <a:xfrm>
            <a:off x="448056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1" name="Text 76"/>
          <p:cNvSpPr/>
          <p:nvPr/>
        </p:nvSpPr>
        <p:spPr>
          <a:xfrm>
            <a:off x="448056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 77"/>
          <p:cNvSpPr/>
          <p:nvPr/>
        </p:nvSpPr>
        <p:spPr>
          <a:xfrm>
            <a:off x="512064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3" name="Shape 7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Shape 7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 80"/>
          <p:cNvSpPr/>
          <p:nvPr/>
        </p:nvSpPr>
        <p:spPr>
          <a:xfrm>
            <a:off x="827532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Shape 81"/>
          <p:cNvSpPr/>
          <p:nvPr/>
        </p:nvSpPr>
        <p:spPr>
          <a:xfrm>
            <a:off x="827532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7" name="Text 82"/>
          <p:cNvSpPr/>
          <p:nvPr/>
        </p:nvSpPr>
        <p:spPr>
          <a:xfrm>
            <a:off x="827532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 83"/>
          <p:cNvSpPr/>
          <p:nvPr/>
        </p:nvSpPr>
        <p:spPr>
          <a:xfrm>
            <a:off x="891540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9" name="Shape 84"/>
          <p:cNvSpPr/>
          <p:nvPr/>
        </p:nvSpPr>
        <p:spPr>
          <a:xfrm>
            <a:off x="827532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0" name="Text 85"/>
          <p:cNvSpPr/>
          <p:nvPr/>
        </p:nvSpPr>
        <p:spPr>
          <a:xfrm>
            <a:off x="827532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 86"/>
          <p:cNvSpPr/>
          <p:nvPr/>
        </p:nvSpPr>
        <p:spPr>
          <a:xfrm>
            <a:off x="891540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2" name="Shape 87"/>
          <p:cNvSpPr/>
          <p:nvPr/>
        </p:nvSpPr>
        <p:spPr>
          <a:xfrm>
            <a:off x="827532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 88"/>
          <p:cNvSpPr/>
          <p:nvPr/>
        </p:nvSpPr>
        <p:spPr>
          <a:xfrm>
            <a:off x="827532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 89"/>
          <p:cNvSpPr/>
          <p:nvPr/>
        </p:nvSpPr>
        <p:spPr>
          <a:xfrm>
            <a:off x="891540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5" name="Shape 90"/>
          <p:cNvSpPr/>
          <p:nvPr/>
        </p:nvSpPr>
        <p:spPr>
          <a:xfrm>
            <a:off x="827532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 91"/>
          <p:cNvSpPr/>
          <p:nvPr/>
        </p:nvSpPr>
        <p:spPr>
          <a:xfrm>
            <a:off x="827532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 92"/>
          <p:cNvSpPr/>
          <p:nvPr/>
        </p:nvSpPr>
        <p:spPr>
          <a:xfrm>
            <a:off x="891540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9" name="Text 9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 9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9"/>
          <p:cNvSpPr/>
          <p:nvPr/>
        </p:nvSpPr>
        <p:spPr>
          <a:xfrm>
            <a:off x="777240" y="2450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0"/>
          <p:cNvSpPr/>
          <p:nvPr/>
        </p:nvSpPr>
        <p:spPr>
          <a:xfrm>
            <a:off x="777240" y="2660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1"/>
          <p:cNvSpPr/>
          <p:nvPr/>
        </p:nvSpPr>
        <p:spPr>
          <a:xfrm>
            <a:off x="777240" y="2871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2"/>
          <p:cNvSpPr/>
          <p:nvPr/>
        </p:nvSpPr>
        <p:spPr>
          <a:xfrm>
            <a:off x="777240" y="3081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3"/>
          <p:cNvSpPr/>
          <p:nvPr/>
        </p:nvSpPr>
        <p:spPr>
          <a:xfrm>
            <a:off x="777240" y="32918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4"/>
          <p:cNvSpPr/>
          <p:nvPr/>
        </p:nvSpPr>
        <p:spPr>
          <a:xfrm>
            <a:off x="777240" y="35020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5"/>
          <p:cNvSpPr/>
          <p:nvPr/>
        </p:nvSpPr>
        <p:spPr>
          <a:xfrm>
            <a:off x="777240" y="3712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6"/>
          <p:cNvSpPr/>
          <p:nvPr/>
        </p:nvSpPr>
        <p:spPr>
          <a:xfrm>
            <a:off x="777240" y="39229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7"/>
          <p:cNvSpPr/>
          <p:nvPr/>
        </p:nvSpPr>
        <p:spPr>
          <a:xfrm>
            <a:off x="777240" y="4133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8"/>
          <p:cNvSpPr/>
          <p:nvPr/>
        </p:nvSpPr>
        <p:spPr>
          <a:xfrm>
            <a:off x="777240" y="43434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19"/>
          <p:cNvSpPr/>
          <p:nvPr/>
        </p:nvSpPr>
        <p:spPr>
          <a:xfrm>
            <a:off x="777240" y="455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0"/>
          <p:cNvSpPr/>
          <p:nvPr/>
        </p:nvSpPr>
        <p:spPr>
          <a:xfrm>
            <a:off x="777240" y="4763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1"/>
          <p:cNvSpPr/>
          <p:nvPr/>
        </p:nvSpPr>
        <p:spPr>
          <a:xfrm>
            <a:off x="777240" y="4974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2"/>
          <p:cNvSpPr/>
          <p:nvPr/>
        </p:nvSpPr>
        <p:spPr>
          <a:xfrm>
            <a:off x="777240" y="5184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3"/>
          <p:cNvSpPr/>
          <p:nvPr/>
        </p:nvSpPr>
        <p:spPr>
          <a:xfrm>
            <a:off x="777240" y="5394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4"/>
          <p:cNvSpPr/>
          <p:nvPr/>
        </p:nvSpPr>
        <p:spPr>
          <a:xfrm>
            <a:off x="777240" y="5605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Text 25"/>
          <p:cNvSpPr/>
          <p:nvPr/>
        </p:nvSpPr>
        <p:spPr>
          <a:xfrm>
            <a:off x="777240" y="5815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7" name="Shape 2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 2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Shape 2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0" name="Text 2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3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Shape 3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 3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3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Shape 3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6" name="Text 3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3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Shape 3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9" name="Text 3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3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Shape 4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 4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4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Shape 4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5" name="Text 4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4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8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4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5"/>
          <p:cNvSpPr/>
          <p:nvPr/>
        </p:nvSpPr>
        <p:spPr>
          <a:xfrm>
            <a:off x="777240" y="21945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6"/>
          <p:cNvSpPr/>
          <p:nvPr/>
        </p:nvSpPr>
        <p:spPr>
          <a:xfrm>
            <a:off x="1188720" y="21945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7"/>
          <p:cNvSpPr/>
          <p:nvPr/>
        </p:nvSpPr>
        <p:spPr>
          <a:xfrm>
            <a:off x="777240" y="27432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8"/>
          <p:cNvSpPr/>
          <p:nvPr/>
        </p:nvSpPr>
        <p:spPr>
          <a:xfrm>
            <a:off x="1188720" y="27432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9"/>
          <p:cNvSpPr/>
          <p:nvPr/>
        </p:nvSpPr>
        <p:spPr>
          <a:xfrm>
            <a:off x="777240" y="329184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0"/>
          <p:cNvSpPr/>
          <p:nvPr/>
        </p:nvSpPr>
        <p:spPr>
          <a:xfrm>
            <a:off x="1188720" y="329184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1"/>
          <p:cNvSpPr/>
          <p:nvPr/>
        </p:nvSpPr>
        <p:spPr>
          <a:xfrm>
            <a:off x="777240" y="384048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2"/>
          <p:cNvSpPr/>
          <p:nvPr/>
        </p:nvSpPr>
        <p:spPr>
          <a:xfrm>
            <a:off x="1188720" y="3840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3"/>
          <p:cNvSpPr/>
          <p:nvPr/>
        </p:nvSpPr>
        <p:spPr>
          <a:xfrm>
            <a:off x="777240" y="438912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4"/>
          <p:cNvSpPr/>
          <p:nvPr/>
        </p:nvSpPr>
        <p:spPr>
          <a:xfrm>
            <a:off x="1188720" y="438912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5"/>
          <p:cNvSpPr/>
          <p:nvPr/>
        </p:nvSpPr>
        <p:spPr>
          <a:xfrm>
            <a:off x="777240" y="49377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6"/>
          <p:cNvSpPr/>
          <p:nvPr/>
        </p:nvSpPr>
        <p:spPr>
          <a:xfrm>
            <a:off x="1188720" y="49377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7"/>
          <p:cNvSpPr/>
          <p:nvPr/>
        </p:nvSpPr>
        <p:spPr>
          <a:xfrm>
            <a:off x="777240" y="54864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Text 18"/>
          <p:cNvSpPr/>
          <p:nvPr/>
        </p:nvSpPr>
        <p:spPr>
          <a:xfrm>
            <a:off x="1188720" y="54864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Shape 19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0" name="Text 20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1"/>
          <p:cNvSpPr/>
          <p:nvPr/>
        </p:nvSpPr>
        <p:spPr>
          <a:xfrm>
            <a:off x="6446520" y="21945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2"/>
          <p:cNvSpPr/>
          <p:nvPr/>
        </p:nvSpPr>
        <p:spPr>
          <a:xfrm>
            <a:off x="6446520" y="2468880"/>
            <a:ext cx="5210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3"/>
          <p:cNvSpPr/>
          <p:nvPr/>
        </p:nvSpPr>
        <p:spPr>
          <a:xfrm>
            <a:off x="64465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 24"/>
          <p:cNvSpPr/>
          <p:nvPr/>
        </p:nvSpPr>
        <p:spPr>
          <a:xfrm>
            <a:off x="6446520" y="33832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Shape 25"/>
          <p:cNvSpPr/>
          <p:nvPr/>
        </p:nvSpPr>
        <p:spPr>
          <a:xfrm>
            <a:off x="10058400" y="341064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6" name="Text 26"/>
          <p:cNvSpPr/>
          <p:nvPr/>
        </p:nvSpPr>
        <p:spPr>
          <a:xfrm>
            <a:off x="10058400" y="341064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 27"/>
          <p:cNvSpPr/>
          <p:nvPr/>
        </p:nvSpPr>
        <p:spPr>
          <a:xfrm>
            <a:off x="6446520" y="37490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Shape 28"/>
          <p:cNvSpPr/>
          <p:nvPr/>
        </p:nvSpPr>
        <p:spPr>
          <a:xfrm>
            <a:off x="10058400" y="377640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9" name="Text 29"/>
          <p:cNvSpPr/>
          <p:nvPr/>
        </p:nvSpPr>
        <p:spPr>
          <a:xfrm>
            <a:off x="10058400" y="377640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30"/>
          <p:cNvSpPr/>
          <p:nvPr/>
        </p:nvSpPr>
        <p:spPr>
          <a:xfrm>
            <a:off x="6446520" y="41148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31"/>
          <p:cNvSpPr/>
          <p:nvPr/>
        </p:nvSpPr>
        <p:spPr>
          <a:xfrm>
            <a:off x="10058400" y="414216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Text 32"/>
          <p:cNvSpPr/>
          <p:nvPr/>
        </p:nvSpPr>
        <p:spPr>
          <a:xfrm>
            <a:off x="10058400" y="414216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 33"/>
          <p:cNvSpPr/>
          <p:nvPr/>
        </p:nvSpPr>
        <p:spPr>
          <a:xfrm>
            <a:off x="6446520" y="4480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Shape 34"/>
          <p:cNvSpPr/>
          <p:nvPr/>
        </p:nvSpPr>
        <p:spPr>
          <a:xfrm>
            <a:off x="10058400" y="450792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 35"/>
          <p:cNvSpPr/>
          <p:nvPr/>
        </p:nvSpPr>
        <p:spPr>
          <a:xfrm>
            <a:off x="10058400" y="450792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 36"/>
          <p:cNvSpPr/>
          <p:nvPr/>
        </p:nvSpPr>
        <p:spPr>
          <a:xfrm>
            <a:off x="6446520" y="4846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Shape 37"/>
          <p:cNvSpPr/>
          <p:nvPr/>
        </p:nvSpPr>
        <p:spPr>
          <a:xfrm>
            <a:off x="10058400" y="487368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8" name="Text 38"/>
          <p:cNvSpPr/>
          <p:nvPr/>
        </p:nvSpPr>
        <p:spPr>
          <a:xfrm>
            <a:off x="10058400" y="487368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9" name="Text 39"/>
          <p:cNvSpPr/>
          <p:nvPr/>
        </p:nvSpPr>
        <p:spPr>
          <a:xfrm>
            <a:off x="6446520" y="5349240"/>
            <a:ext cx="5210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1" name="Text 4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2" name="Text 4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0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9"/>
          <p:cNvSpPr/>
          <p:nvPr/>
        </p:nvSpPr>
        <p:spPr>
          <a:xfrm>
            <a:off x="777240" y="224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0"/>
          <p:cNvSpPr/>
          <p:nvPr/>
        </p:nvSpPr>
        <p:spPr>
          <a:xfrm>
            <a:off x="777240" y="2441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2"/>
          <p:cNvSpPr/>
          <p:nvPr/>
        </p:nvSpPr>
        <p:spPr>
          <a:xfrm>
            <a:off x="777240" y="2642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3"/>
          <p:cNvSpPr/>
          <p:nvPr/>
        </p:nvSpPr>
        <p:spPr>
          <a:xfrm>
            <a:off x="777240" y="2843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4"/>
          <p:cNvSpPr/>
          <p:nvPr/>
        </p:nvSpPr>
        <p:spPr>
          <a:xfrm>
            <a:off x="777240" y="304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6"/>
          <p:cNvSpPr/>
          <p:nvPr/>
        </p:nvSpPr>
        <p:spPr>
          <a:xfrm>
            <a:off x="777240" y="3246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8"/>
          <p:cNvSpPr/>
          <p:nvPr/>
        </p:nvSpPr>
        <p:spPr>
          <a:xfrm>
            <a:off x="777240" y="3447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19"/>
          <p:cNvSpPr/>
          <p:nvPr/>
        </p:nvSpPr>
        <p:spPr>
          <a:xfrm>
            <a:off x="777240" y="3648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1"/>
          <p:cNvSpPr/>
          <p:nvPr/>
        </p:nvSpPr>
        <p:spPr>
          <a:xfrm>
            <a:off x="777240" y="3849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2"/>
          <p:cNvSpPr/>
          <p:nvPr/>
        </p:nvSpPr>
        <p:spPr>
          <a:xfrm>
            <a:off x="777240" y="4050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3"/>
          <p:cNvSpPr/>
          <p:nvPr/>
        </p:nvSpPr>
        <p:spPr>
          <a:xfrm>
            <a:off x="777240" y="4251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4"/>
          <p:cNvSpPr/>
          <p:nvPr/>
        </p:nvSpPr>
        <p:spPr>
          <a:xfrm>
            <a:off x="777240" y="445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5"/>
          <p:cNvSpPr/>
          <p:nvPr/>
        </p:nvSpPr>
        <p:spPr>
          <a:xfrm>
            <a:off x="777240" y="4654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6"/>
          <p:cNvSpPr/>
          <p:nvPr/>
        </p:nvSpPr>
        <p:spPr>
          <a:xfrm>
            <a:off x="777240" y="4855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7"/>
          <p:cNvSpPr/>
          <p:nvPr/>
        </p:nvSpPr>
        <p:spPr>
          <a:xfrm>
            <a:off x="777240" y="5056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8"/>
          <p:cNvSpPr/>
          <p:nvPr/>
        </p:nvSpPr>
        <p:spPr>
          <a:xfrm>
            <a:off x="777240" y="52578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29"/>
          <p:cNvSpPr/>
          <p:nvPr/>
        </p:nvSpPr>
        <p:spPr>
          <a:xfrm>
            <a:off x="777240" y="5459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1"/>
          <p:cNvSpPr/>
          <p:nvPr/>
        </p:nvSpPr>
        <p:spPr>
          <a:xfrm>
            <a:off x="777240" y="566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2"/>
          <p:cNvSpPr/>
          <p:nvPr/>
        </p:nvSpPr>
        <p:spPr>
          <a:xfrm>
            <a:off x="777240" y="5861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Box 33"/>
          <p:cNvSpPr/>
          <p:nvPr/>
        </p:nvSpPr>
        <p:spPr>
          <a:xfrm>
            <a:off x="777240" y="6062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Rectangle 34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Box 35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Oval 36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4" name="TextBox 37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TextBox 38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Oval 39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7" name="TextBox 40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TextBox 41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9" name="Oval 42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0" name="TextBox 43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TextBox 44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Oval 45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3" name="TextBox 46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TextBox 47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Oval 48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6" name="TextBox 49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0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TextBox 5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4" name="Rectangle 4"/>
          <p:cNvSpPr/>
          <p:nvPr/>
        </p:nvSpPr>
        <p:spPr>
          <a:xfrm>
            <a:off x="54864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Rectangle 5"/>
          <p:cNvSpPr/>
          <p:nvPr/>
        </p:nvSpPr>
        <p:spPr>
          <a:xfrm>
            <a:off x="548640" y="1691640"/>
            <a:ext cx="5347800" cy="36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68580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73152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73152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9"/>
          <p:cNvSpPr/>
          <p:nvPr/>
        </p:nvSpPr>
        <p:spPr>
          <a:xfrm>
            <a:off x="73152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0"/>
          <p:cNvSpPr/>
          <p:nvPr/>
        </p:nvSpPr>
        <p:spPr>
          <a:xfrm>
            <a:off x="73152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73152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3152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3152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4"/>
          <p:cNvSpPr/>
          <p:nvPr/>
        </p:nvSpPr>
        <p:spPr>
          <a:xfrm>
            <a:off x="73152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73152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73152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73152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8"/>
          <p:cNvSpPr/>
          <p:nvPr/>
        </p:nvSpPr>
        <p:spPr>
          <a:xfrm>
            <a:off x="73152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73152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Rectangle 20"/>
          <p:cNvSpPr/>
          <p:nvPr/>
        </p:nvSpPr>
        <p:spPr>
          <a:xfrm>
            <a:off x="608076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Rectangle 21"/>
          <p:cNvSpPr/>
          <p:nvPr/>
        </p:nvSpPr>
        <p:spPr>
          <a:xfrm>
            <a:off x="6080760" y="1691640"/>
            <a:ext cx="534780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621792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3"/>
          <p:cNvSpPr/>
          <p:nvPr/>
        </p:nvSpPr>
        <p:spPr>
          <a:xfrm>
            <a:off x="626364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4"/>
          <p:cNvSpPr/>
          <p:nvPr/>
        </p:nvSpPr>
        <p:spPr>
          <a:xfrm>
            <a:off x="626364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5"/>
          <p:cNvSpPr/>
          <p:nvPr/>
        </p:nvSpPr>
        <p:spPr>
          <a:xfrm>
            <a:off x="626364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6"/>
          <p:cNvSpPr/>
          <p:nvPr/>
        </p:nvSpPr>
        <p:spPr>
          <a:xfrm>
            <a:off x="626364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7"/>
          <p:cNvSpPr/>
          <p:nvPr/>
        </p:nvSpPr>
        <p:spPr>
          <a:xfrm>
            <a:off x="626364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8"/>
          <p:cNvSpPr/>
          <p:nvPr/>
        </p:nvSpPr>
        <p:spPr>
          <a:xfrm>
            <a:off x="626364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29"/>
          <p:cNvSpPr/>
          <p:nvPr/>
        </p:nvSpPr>
        <p:spPr>
          <a:xfrm>
            <a:off x="626364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0"/>
          <p:cNvSpPr/>
          <p:nvPr/>
        </p:nvSpPr>
        <p:spPr>
          <a:xfrm>
            <a:off x="626364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1"/>
          <p:cNvSpPr/>
          <p:nvPr/>
        </p:nvSpPr>
        <p:spPr>
          <a:xfrm>
            <a:off x="626364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2"/>
          <p:cNvSpPr/>
          <p:nvPr/>
        </p:nvSpPr>
        <p:spPr>
          <a:xfrm>
            <a:off x="626364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3"/>
          <p:cNvSpPr/>
          <p:nvPr/>
        </p:nvSpPr>
        <p:spPr>
          <a:xfrm>
            <a:off x="626364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4"/>
          <p:cNvSpPr/>
          <p:nvPr/>
        </p:nvSpPr>
        <p:spPr>
          <a:xfrm>
            <a:off x="626364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5"/>
          <p:cNvSpPr/>
          <p:nvPr/>
        </p:nvSpPr>
        <p:spPr>
          <a:xfrm>
            <a:off x="626364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6"/>
          <p:cNvSpPr/>
          <p:nvPr/>
        </p:nvSpPr>
        <p:spPr>
          <a:xfrm>
            <a:off x="6263640" y="58064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8" name="TextBox 3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Rectangle 4"/>
          <p:cNvSpPr/>
          <p:nvPr/>
        </p:nvSpPr>
        <p:spPr>
          <a:xfrm>
            <a:off x="548640" y="169164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Rectangle 5"/>
          <p:cNvSpPr/>
          <p:nvPr/>
        </p:nvSpPr>
        <p:spPr>
          <a:xfrm>
            <a:off x="548640" y="1691640"/>
            <a:ext cx="108360" cy="86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5" name="TextBox 6"/>
          <p:cNvSpPr/>
          <p:nvPr/>
        </p:nvSpPr>
        <p:spPr>
          <a:xfrm>
            <a:off x="822960" y="178308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7"/>
          <p:cNvSpPr/>
          <p:nvPr/>
        </p:nvSpPr>
        <p:spPr>
          <a:xfrm>
            <a:off x="1417320" y="178308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8"/>
          <p:cNvSpPr/>
          <p:nvPr/>
        </p:nvSpPr>
        <p:spPr>
          <a:xfrm>
            <a:off x="1417320" y="205740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Box 9"/>
          <p:cNvSpPr/>
          <p:nvPr/>
        </p:nvSpPr>
        <p:spPr>
          <a:xfrm>
            <a:off x="3749040" y="219456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Rectangle 10"/>
          <p:cNvSpPr/>
          <p:nvPr/>
        </p:nvSpPr>
        <p:spPr>
          <a:xfrm>
            <a:off x="548640" y="274320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Rectangle 11"/>
          <p:cNvSpPr/>
          <p:nvPr/>
        </p:nvSpPr>
        <p:spPr>
          <a:xfrm>
            <a:off x="548640" y="2743200"/>
            <a:ext cx="108360" cy="86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1" name="TextBox 12"/>
          <p:cNvSpPr/>
          <p:nvPr/>
        </p:nvSpPr>
        <p:spPr>
          <a:xfrm>
            <a:off x="822960" y="283464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3"/>
          <p:cNvSpPr/>
          <p:nvPr/>
        </p:nvSpPr>
        <p:spPr>
          <a:xfrm>
            <a:off x="1417320" y="283464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4"/>
          <p:cNvSpPr/>
          <p:nvPr/>
        </p:nvSpPr>
        <p:spPr>
          <a:xfrm>
            <a:off x="14173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Box 15"/>
          <p:cNvSpPr/>
          <p:nvPr/>
        </p:nvSpPr>
        <p:spPr>
          <a:xfrm>
            <a:off x="3749040" y="324612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Rectangle 16"/>
          <p:cNvSpPr/>
          <p:nvPr/>
        </p:nvSpPr>
        <p:spPr>
          <a:xfrm>
            <a:off x="548640" y="379476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Rectangle 17"/>
          <p:cNvSpPr/>
          <p:nvPr/>
        </p:nvSpPr>
        <p:spPr>
          <a:xfrm>
            <a:off x="548640" y="3794760"/>
            <a:ext cx="108360" cy="86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7" name="TextBox 18"/>
          <p:cNvSpPr/>
          <p:nvPr/>
        </p:nvSpPr>
        <p:spPr>
          <a:xfrm>
            <a:off x="822960" y="388620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19"/>
          <p:cNvSpPr/>
          <p:nvPr/>
        </p:nvSpPr>
        <p:spPr>
          <a:xfrm>
            <a:off x="1417320" y="388620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0"/>
          <p:cNvSpPr/>
          <p:nvPr/>
        </p:nvSpPr>
        <p:spPr>
          <a:xfrm>
            <a:off x="1417320" y="416052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Box 21"/>
          <p:cNvSpPr/>
          <p:nvPr/>
        </p:nvSpPr>
        <p:spPr>
          <a:xfrm>
            <a:off x="3749040" y="429768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Rectangle 22"/>
          <p:cNvSpPr/>
          <p:nvPr/>
        </p:nvSpPr>
        <p:spPr>
          <a:xfrm>
            <a:off x="548640" y="484632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Rectangle 23"/>
          <p:cNvSpPr/>
          <p:nvPr/>
        </p:nvSpPr>
        <p:spPr>
          <a:xfrm>
            <a:off x="548640" y="4846320"/>
            <a:ext cx="108360" cy="86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3" name="TextBox 24"/>
          <p:cNvSpPr/>
          <p:nvPr/>
        </p:nvSpPr>
        <p:spPr>
          <a:xfrm>
            <a:off x="822960" y="493776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5"/>
          <p:cNvSpPr/>
          <p:nvPr/>
        </p:nvSpPr>
        <p:spPr>
          <a:xfrm>
            <a:off x="1417320" y="493776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6"/>
          <p:cNvSpPr/>
          <p:nvPr/>
        </p:nvSpPr>
        <p:spPr>
          <a:xfrm>
            <a:off x="1417320" y="521208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TextBox 27"/>
          <p:cNvSpPr/>
          <p:nvPr/>
        </p:nvSpPr>
        <p:spPr>
          <a:xfrm>
            <a:off x="3749040" y="534924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Rectangle 28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8" name="TextBox 29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val 30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Box 31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Box 32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Oval 33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Box 34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Box 35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Oval 36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Box 37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Box 38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Oval 39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Box 40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Box 41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1" name="Oval 42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2" name="TextBox 43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4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5"/>
          <p:cNvSpPr/>
          <p:nvPr/>
        </p:nvSpPr>
        <p:spPr>
          <a:xfrm>
            <a:off x="548640" y="59893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Shape 3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2" name="Text 4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Shape 5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4" name="Text 6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Shape 7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6" name="Text 8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Shape 9"/>
          <p:cNvSpPr/>
          <p:nvPr/>
        </p:nvSpPr>
        <p:spPr>
          <a:xfrm>
            <a:off x="7315200" y="1783080"/>
            <a:ext cx="4479120" cy="447912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8" name="Text 10"/>
          <p:cNvSpPr/>
          <p:nvPr/>
        </p:nvSpPr>
        <p:spPr>
          <a:xfrm>
            <a:off x="7498080" y="1874520"/>
            <a:ext cx="4113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Shape 11"/>
          <p:cNvSpPr/>
          <p:nvPr/>
        </p:nvSpPr>
        <p:spPr>
          <a:xfrm>
            <a:off x="7498080" y="2331720"/>
            <a:ext cx="90000" cy="8215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0" name="Text 12"/>
          <p:cNvSpPr/>
          <p:nvPr/>
        </p:nvSpPr>
        <p:spPr>
          <a:xfrm>
            <a:off x="7680960" y="2331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Shape 13"/>
          <p:cNvSpPr/>
          <p:nvPr/>
        </p:nvSpPr>
        <p:spPr>
          <a:xfrm>
            <a:off x="10469880" y="23774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2" name="Text 14"/>
          <p:cNvSpPr/>
          <p:nvPr/>
        </p:nvSpPr>
        <p:spPr>
          <a:xfrm>
            <a:off x="10469880" y="23774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 15"/>
          <p:cNvSpPr/>
          <p:nvPr/>
        </p:nvSpPr>
        <p:spPr>
          <a:xfrm>
            <a:off x="7680960" y="26974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4" name="Shape 16"/>
          <p:cNvSpPr/>
          <p:nvPr/>
        </p:nvSpPr>
        <p:spPr>
          <a:xfrm>
            <a:off x="7498080" y="3246120"/>
            <a:ext cx="90000" cy="8215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5" name="Text 17"/>
          <p:cNvSpPr/>
          <p:nvPr/>
        </p:nvSpPr>
        <p:spPr>
          <a:xfrm>
            <a:off x="7680960" y="32461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Shape 18"/>
          <p:cNvSpPr/>
          <p:nvPr/>
        </p:nvSpPr>
        <p:spPr>
          <a:xfrm>
            <a:off x="10469880" y="32918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7" name="Text 19"/>
          <p:cNvSpPr/>
          <p:nvPr/>
        </p:nvSpPr>
        <p:spPr>
          <a:xfrm>
            <a:off x="10469880" y="32918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0"/>
          <p:cNvSpPr/>
          <p:nvPr/>
        </p:nvSpPr>
        <p:spPr>
          <a:xfrm>
            <a:off x="7680960" y="36118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1"/>
          <p:cNvSpPr/>
          <p:nvPr/>
        </p:nvSpPr>
        <p:spPr>
          <a:xfrm>
            <a:off x="7498080" y="4160520"/>
            <a:ext cx="90000" cy="8215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2"/>
          <p:cNvSpPr/>
          <p:nvPr/>
        </p:nvSpPr>
        <p:spPr>
          <a:xfrm>
            <a:off x="7680960" y="4160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Shape 23"/>
          <p:cNvSpPr/>
          <p:nvPr/>
        </p:nvSpPr>
        <p:spPr>
          <a:xfrm>
            <a:off x="10469880" y="42062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2" name="Text 24"/>
          <p:cNvSpPr/>
          <p:nvPr/>
        </p:nvSpPr>
        <p:spPr>
          <a:xfrm>
            <a:off x="10469880" y="42062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Text 25"/>
          <p:cNvSpPr/>
          <p:nvPr/>
        </p:nvSpPr>
        <p:spPr>
          <a:xfrm>
            <a:off x="7680960" y="45262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Shape 26"/>
          <p:cNvSpPr/>
          <p:nvPr/>
        </p:nvSpPr>
        <p:spPr>
          <a:xfrm>
            <a:off x="7498080" y="5074920"/>
            <a:ext cx="90000" cy="8215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5" name="Text 27"/>
          <p:cNvSpPr/>
          <p:nvPr/>
        </p:nvSpPr>
        <p:spPr>
          <a:xfrm>
            <a:off x="7680960" y="50749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6" name="Shape 28"/>
          <p:cNvSpPr/>
          <p:nvPr/>
        </p:nvSpPr>
        <p:spPr>
          <a:xfrm>
            <a:off x="10469880" y="51206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7" name="Text 29"/>
          <p:cNvSpPr/>
          <p:nvPr/>
        </p:nvSpPr>
        <p:spPr>
          <a:xfrm>
            <a:off x="10469880" y="51206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Text 30"/>
          <p:cNvSpPr/>
          <p:nvPr/>
        </p:nvSpPr>
        <p:spPr>
          <a:xfrm>
            <a:off x="7680960" y="54406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9" name="Shape 31"/>
          <p:cNvSpPr/>
          <p:nvPr/>
        </p:nvSpPr>
        <p:spPr>
          <a:xfrm>
            <a:off x="548640" y="5577840"/>
            <a:ext cx="11062800" cy="68436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0" name="Text 32"/>
          <p:cNvSpPr/>
          <p:nvPr/>
        </p:nvSpPr>
        <p:spPr>
          <a:xfrm>
            <a:off x="777240" y="562356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2" name="Text 3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3"/>
          <p:cNvSpPr/>
          <p:nvPr/>
        </p:nvSpPr>
        <p:spPr>
          <a:xfrm>
            <a:off x="4345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Shape 4"/>
          <p:cNvSpPr/>
          <p:nvPr/>
        </p:nvSpPr>
        <p:spPr>
          <a:xfrm>
            <a:off x="800280" y="2423160"/>
            <a:ext cx="638640" cy="63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9" name="Text 5"/>
          <p:cNvSpPr/>
          <p:nvPr/>
        </p:nvSpPr>
        <p:spPr>
          <a:xfrm>
            <a:off x="8002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6"/>
          <p:cNvSpPr/>
          <p:nvPr/>
        </p:nvSpPr>
        <p:spPr>
          <a:xfrm>
            <a:off x="4802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Text 7"/>
          <p:cNvSpPr/>
          <p:nvPr/>
        </p:nvSpPr>
        <p:spPr>
          <a:xfrm>
            <a:off x="4802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2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9"/>
          <p:cNvSpPr/>
          <p:nvPr/>
        </p:nvSpPr>
        <p:spPr>
          <a:xfrm>
            <a:off x="18518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Shape 10"/>
          <p:cNvSpPr/>
          <p:nvPr/>
        </p:nvSpPr>
        <p:spPr>
          <a:xfrm>
            <a:off x="2217600" y="242316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5" name="Text 11"/>
          <p:cNvSpPr/>
          <p:nvPr/>
        </p:nvSpPr>
        <p:spPr>
          <a:xfrm>
            <a:off x="22176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2"/>
          <p:cNvSpPr/>
          <p:nvPr/>
        </p:nvSpPr>
        <p:spPr>
          <a:xfrm>
            <a:off x="18975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 13"/>
          <p:cNvSpPr/>
          <p:nvPr/>
        </p:nvSpPr>
        <p:spPr>
          <a:xfrm>
            <a:off x="18975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5"/>
          <p:cNvSpPr/>
          <p:nvPr/>
        </p:nvSpPr>
        <p:spPr>
          <a:xfrm>
            <a:off x="32691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Shape 16"/>
          <p:cNvSpPr/>
          <p:nvPr/>
        </p:nvSpPr>
        <p:spPr>
          <a:xfrm>
            <a:off x="3634920" y="242316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Text 17"/>
          <p:cNvSpPr/>
          <p:nvPr/>
        </p:nvSpPr>
        <p:spPr>
          <a:xfrm>
            <a:off x="36349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8"/>
          <p:cNvSpPr/>
          <p:nvPr/>
        </p:nvSpPr>
        <p:spPr>
          <a:xfrm>
            <a:off x="33148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 19"/>
          <p:cNvSpPr/>
          <p:nvPr/>
        </p:nvSpPr>
        <p:spPr>
          <a:xfrm>
            <a:off x="33148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1"/>
          <p:cNvSpPr/>
          <p:nvPr/>
        </p:nvSpPr>
        <p:spPr>
          <a:xfrm>
            <a:off x="468648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Shape 22"/>
          <p:cNvSpPr/>
          <p:nvPr/>
        </p:nvSpPr>
        <p:spPr>
          <a:xfrm>
            <a:off x="5052240" y="242316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7" name="Text 23"/>
          <p:cNvSpPr/>
          <p:nvPr/>
        </p:nvSpPr>
        <p:spPr>
          <a:xfrm>
            <a:off x="505224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4"/>
          <p:cNvSpPr/>
          <p:nvPr/>
        </p:nvSpPr>
        <p:spPr>
          <a:xfrm>
            <a:off x="473220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 25"/>
          <p:cNvSpPr/>
          <p:nvPr/>
        </p:nvSpPr>
        <p:spPr>
          <a:xfrm>
            <a:off x="473220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7"/>
          <p:cNvSpPr/>
          <p:nvPr/>
        </p:nvSpPr>
        <p:spPr>
          <a:xfrm>
            <a:off x="610380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Shape 28"/>
          <p:cNvSpPr/>
          <p:nvPr/>
        </p:nvSpPr>
        <p:spPr>
          <a:xfrm>
            <a:off x="6469560" y="242316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3" name="Text 29"/>
          <p:cNvSpPr/>
          <p:nvPr/>
        </p:nvSpPr>
        <p:spPr>
          <a:xfrm>
            <a:off x="646956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0"/>
          <p:cNvSpPr/>
          <p:nvPr/>
        </p:nvSpPr>
        <p:spPr>
          <a:xfrm>
            <a:off x="614952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Text 31"/>
          <p:cNvSpPr/>
          <p:nvPr/>
        </p:nvSpPr>
        <p:spPr>
          <a:xfrm>
            <a:off x="614952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6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3"/>
          <p:cNvSpPr/>
          <p:nvPr/>
        </p:nvSpPr>
        <p:spPr>
          <a:xfrm>
            <a:off x="75211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Shape 34"/>
          <p:cNvSpPr/>
          <p:nvPr/>
        </p:nvSpPr>
        <p:spPr>
          <a:xfrm>
            <a:off x="7886880" y="2423160"/>
            <a:ext cx="638640" cy="6386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9" name="Text 35"/>
          <p:cNvSpPr/>
          <p:nvPr/>
        </p:nvSpPr>
        <p:spPr>
          <a:xfrm>
            <a:off x="78868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6"/>
          <p:cNvSpPr/>
          <p:nvPr/>
        </p:nvSpPr>
        <p:spPr>
          <a:xfrm>
            <a:off x="75668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Text 37"/>
          <p:cNvSpPr/>
          <p:nvPr/>
        </p:nvSpPr>
        <p:spPr>
          <a:xfrm>
            <a:off x="75668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39"/>
          <p:cNvSpPr/>
          <p:nvPr/>
        </p:nvSpPr>
        <p:spPr>
          <a:xfrm>
            <a:off x="89384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Shape 40"/>
          <p:cNvSpPr/>
          <p:nvPr/>
        </p:nvSpPr>
        <p:spPr>
          <a:xfrm>
            <a:off x="9304200" y="2423160"/>
            <a:ext cx="638640" cy="63864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5" name="Text 41"/>
          <p:cNvSpPr/>
          <p:nvPr/>
        </p:nvSpPr>
        <p:spPr>
          <a:xfrm>
            <a:off x="93042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2"/>
          <p:cNvSpPr/>
          <p:nvPr/>
        </p:nvSpPr>
        <p:spPr>
          <a:xfrm>
            <a:off x="89841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Text 43"/>
          <p:cNvSpPr/>
          <p:nvPr/>
        </p:nvSpPr>
        <p:spPr>
          <a:xfrm>
            <a:off x="89841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5"/>
          <p:cNvSpPr/>
          <p:nvPr/>
        </p:nvSpPr>
        <p:spPr>
          <a:xfrm>
            <a:off x="103557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Shape 46"/>
          <p:cNvSpPr/>
          <p:nvPr/>
        </p:nvSpPr>
        <p:spPr>
          <a:xfrm>
            <a:off x="10721520" y="242316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1" name="Text 47"/>
          <p:cNvSpPr/>
          <p:nvPr/>
        </p:nvSpPr>
        <p:spPr>
          <a:xfrm>
            <a:off x="107215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8"/>
          <p:cNvSpPr/>
          <p:nvPr/>
        </p:nvSpPr>
        <p:spPr>
          <a:xfrm>
            <a:off x="104014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 49"/>
          <p:cNvSpPr/>
          <p:nvPr/>
        </p:nvSpPr>
        <p:spPr>
          <a:xfrm>
            <a:off x="104014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4" name="Shape 50"/>
          <p:cNvSpPr/>
          <p:nvPr/>
        </p:nvSpPr>
        <p:spPr>
          <a:xfrm>
            <a:off x="548640" y="4754880"/>
            <a:ext cx="11062800" cy="155304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5" name="Text 51"/>
          <p:cNvSpPr/>
          <p:nvPr/>
        </p:nvSpPr>
        <p:spPr>
          <a:xfrm>
            <a:off x="731520" y="484632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2"/>
          <p:cNvSpPr/>
          <p:nvPr/>
        </p:nvSpPr>
        <p:spPr>
          <a:xfrm>
            <a:off x="731520" y="5120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3"/>
          <p:cNvSpPr/>
          <p:nvPr/>
        </p:nvSpPr>
        <p:spPr>
          <a:xfrm>
            <a:off x="731520" y="531252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4"/>
          <p:cNvSpPr/>
          <p:nvPr/>
        </p:nvSpPr>
        <p:spPr>
          <a:xfrm>
            <a:off x="731520" y="5504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5"/>
          <p:cNvSpPr/>
          <p:nvPr/>
        </p:nvSpPr>
        <p:spPr>
          <a:xfrm>
            <a:off x="731520" y="5696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6"/>
          <p:cNvSpPr/>
          <p:nvPr/>
        </p:nvSpPr>
        <p:spPr>
          <a:xfrm>
            <a:off x="731520" y="588888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 57"/>
          <p:cNvSpPr/>
          <p:nvPr/>
        </p:nvSpPr>
        <p:spPr>
          <a:xfrm>
            <a:off x="731520" y="6080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" name="Text 5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 5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6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Rectangle 4"/>
          <p:cNvSpPr/>
          <p:nvPr/>
        </p:nvSpPr>
        <p:spPr>
          <a:xfrm>
            <a:off x="5486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Rectangle 5"/>
          <p:cNvSpPr/>
          <p:nvPr/>
        </p:nvSpPr>
        <p:spPr>
          <a:xfrm>
            <a:off x="548640" y="2011680"/>
            <a:ext cx="1507320" cy="71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0" name="TextBox 6"/>
          <p:cNvSpPr/>
          <p:nvPr/>
        </p:nvSpPr>
        <p:spPr>
          <a:xfrm>
            <a:off x="5486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7"/>
          <p:cNvSpPr/>
          <p:nvPr/>
        </p:nvSpPr>
        <p:spPr>
          <a:xfrm>
            <a:off x="5486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8"/>
          <p:cNvSpPr/>
          <p:nvPr/>
        </p:nvSpPr>
        <p:spPr>
          <a:xfrm>
            <a:off x="5486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9"/>
          <p:cNvSpPr/>
          <p:nvPr/>
        </p:nvSpPr>
        <p:spPr>
          <a:xfrm>
            <a:off x="207576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10"/>
          <p:cNvSpPr/>
          <p:nvPr/>
        </p:nvSpPr>
        <p:spPr>
          <a:xfrm>
            <a:off x="219456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11"/>
          <p:cNvSpPr/>
          <p:nvPr/>
        </p:nvSpPr>
        <p:spPr>
          <a:xfrm>
            <a:off x="2194560" y="2011680"/>
            <a:ext cx="1507320" cy="71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12"/>
          <p:cNvSpPr/>
          <p:nvPr/>
        </p:nvSpPr>
        <p:spPr>
          <a:xfrm>
            <a:off x="219456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3"/>
          <p:cNvSpPr/>
          <p:nvPr/>
        </p:nvSpPr>
        <p:spPr>
          <a:xfrm>
            <a:off x="219456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4"/>
          <p:cNvSpPr/>
          <p:nvPr/>
        </p:nvSpPr>
        <p:spPr>
          <a:xfrm>
            <a:off x="219456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15"/>
          <p:cNvSpPr/>
          <p:nvPr/>
        </p:nvSpPr>
        <p:spPr>
          <a:xfrm>
            <a:off x="372168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Rectangle 16"/>
          <p:cNvSpPr/>
          <p:nvPr/>
        </p:nvSpPr>
        <p:spPr>
          <a:xfrm>
            <a:off x="384048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Rectangle 17"/>
          <p:cNvSpPr/>
          <p:nvPr/>
        </p:nvSpPr>
        <p:spPr>
          <a:xfrm>
            <a:off x="3840480" y="2011680"/>
            <a:ext cx="1507320" cy="7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2" name="TextBox 18"/>
          <p:cNvSpPr/>
          <p:nvPr/>
        </p:nvSpPr>
        <p:spPr>
          <a:xfrm>
            <a:off x="384048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19"/>
          <p:cNvSpPr/>
          <p:nvPr/>
        </p:nvSpPr>
        <p:spPr>
          <a:xfrm>
            <a:off x="384048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0"/>
          <p:cNvSpPr/>
          <p:nvPr/>
        </p:nvSpPr>
        <p:spPr>
          <a:xfrm>
            <a:off x="384048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21"/>
          <p:cNvSpPr/>
          <p:nvPr/>
        </p:nvSpPr>
        <p:spPr>
          <a:xfrm>
            <a:off x="536760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Rectangle 22"/>
          <p:cNvSpPr/>
          <p:nvPr/>
        </p:nvSpPr>
        <p:spPr>
          <a:xfrm>
            <a:off x="548640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Rectangle 23"/>
          <p:cNvSpPr/>
          <p:nvPr/>
        </p:nvSpPr>
        <p:spPr>
          <a:xfrm>
            <a:off x="5486400" y="2011680"/>
            <a:ext cx="1507320" cy="7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8" name="TextBox 24"/>
          <p:cNvSpPr/>
          <p:nvPr/>
        </p:nvSpPr>
        <p:spPr>
          <a:xfrm>
            <a:off x="548640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5"/>
          <p:cNvSpPr/>
          <p:nvPr/>
        </p:nvSpPr>
        <p:spPr>
          <a:xfrm>
            <a:off x="548640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6"/>
          <p:cNvSpPr/>
          <p:nvPr/>
        </p:nvSpPr>
        <p:spPr>
          <a:xfrm>
            <a:off x="548640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27"/>
          <p:cNvSpPr/>
          <p:nvPr/>
        </p:nvSpPr>
        <p:spPr>
          <a:xfrm>
            <a:off x="701352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Rectangle 28"/>
          <p:cNvSpPr/>
          <p:nvPr/>
        </p:nvSpPr>
        <p:spPr>
          <a:xfrm>
            <a:off x="713232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Rectangle 29"/>
          <p:cNvSpPr/>
          <p:nvPr/>
        </p:nvSpPr>
        <p:spPr>
          <a:xfrm>
            <a:off x="7132320" y="2011680"/>
            <a:ext cx="1507320" cy="71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4" name="TextBox 30"/>
          <p:cNvSpPr/>
          <p:nvPr/>
        </p:nvSpPr>
        <p:spPr>
          <a:xfrm>
            <a:off x="713232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1"/>
          <p:cNvSpPr/>
          <p:nvPr/>
        </p:nvSpPr>
        <p:spPr>
          <a:xfrm>
            <a:off x="713232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2"/>
          <p:cNvSpPr/>
          <p:nvPr/>
        </p:nvSpPr>
        <p:spPr>
          <a:xfrm>
            <a:off x="713232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TextBox 33"/>
          <p:cNvSpPr/>
          <p:nvPr/>
        </p:nvSpPr>
        <p:spPr>
          <a:xfrm>
            <a:off x="865944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8" name="Rectangle 34"/>
          <p:cNvSpPr/>
          <p:nvPr/>
        </p:nvSpPr>
        <p:spPr>
          <a:xfrm>
            <a:off x="87782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Rectangle 35"/>
          <p:cNvSpPr/>
          <p:nvPr/>
        </p:nvSpPr>
        <p:spPr>
          <a:xfrm>
            <a:off x="8778240" y="2011680"/>
            <a:ext cx="1507320" cy="7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0" name="TextBox 36"/>
          <p:cNvSpPr/>
          <p:nvPr/>
        </p:nvSpPr>
        <p:spPr>
          <a:xfrm>
            <a:off x="87782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7"/>
          <p:cNvSpPr/>
          <p:nvPr/>
        </p:nvSpPr>
        <p:spPr>
          <a:xfrm>
            <a:off x="87782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38"/>
          <p:cNvSpPr/>
          <p:nvPr/>
        </p:nvSpPr>
        <p:spPr>
          <a:xfrm>
            <a:off x="87782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39"/>
          <p:cNvSpPr/>
          <p:nvPr/>
        </p:nvSpPr>
        <p:spPr>
          <a:xfrm>
            <a:off x="548640" y="3749040"/>
            <a:ext cx="6856560" cy="2467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0"/>
          <p:cNvSpPr/>
          <p:nvPr/>
        </p:nvSpPr>
        <p:spPr>
          <a:xfrm>
            <a:off x="777240" y="39319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1"/>
          <p:cNvSpPr/>
          <p:nvPr/>
        </p:nvSpPr>
        <p:spPr>
          <a:xfrm>
            <a:off x="960120" y="39319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Oval 42"/>
          <p:cNvSpPr/>
          <p:nvPr/>
        </p:nvSpPr>
        <p:spPr>
          <a:xfrm>
            <a:off x="1143000" y="39319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7" name="TextBox 43"/>
          <p:cNvSpPr/>
          <p:nvPr/>
        </p:nvSpPr>
        <p:spPr>
          <a:xfrm>
            <a:off x="1371600" y="3840480"/>
            <a:ext cx="5942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4"/>
          <p:cNvSpPr/>
          <p:nvPr/>
        </p:nvSpPr>
        <p:spPr>
          <a:xfrm>
            <a:off x="777240" y="42976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5"/>
          <p:cNvSpPr/>
          <p:nvPr/>
        </p:nvSpPr>
        <p:spPr>
          <a:xfrm>
            <a:off x="777240" y="44989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6"/>
          <p:cNvSpPr/>
          <p:nvPr/>
        </p:nvSpPr>
        <p:spPr>
          <a:xfrm>
            <a:off x="777240" y="47001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7"/>
          <p:cNvSpPr/>
          <p:nvPr/>
        </p:nvSpPr>
        <p:spPr>
          <a:xfrm>
            <a:off x="777240" y="490104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8"/>
          <p:cNvSpPr/>
          <p:nvPr/>
        </p:nvSpPr>
        <p:spPr>
          <a:xfrm>
            <a:off x="777240" y="51022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49"/>
          <p:cNvSpPr/>
          <p:nvPr/>
        </p:nvSpPr>
        <p:spPr>
          <a:xfrm>
            <a:off x="777240" y="53035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0"/>
          <p:cNvSpPr/>
          <p:nvPr/>
        </p:nvSpPr>
        <p:spPr>
          <a:xfrm>
            <a:off x="777240" y="55047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TextBox 51"/>
          <p:cNvSpPr/>
          <p:nvPr/>
        </p:nvSpPr>
        <p:spPr>
          <a:xfrm>
            <a:off x="777240" y="570600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6" name="Rectangle 52"/>
          <p:cNvSpPr/>
          <p:nvPr/>
        </p:nvSpPr>
        <p:spPr>
          <a:xfrm>
            <a:off x="8092440" y="3749040"/>
            <a:ext cx="3519000" cy="2467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53"/>
          <p:cNvSpPr/>
          <p:nvPr/>
        </p:nvSpPr>
        <p:spPr>
          <a:xfrm>
            <a:off x="8275320" y="38404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Oval 54"/>
          <p:cNvSpPr/>
          <p:nvPr/>
        </p:nvSpPr>
        <p:spPr>
          <a:xfrm>
            <a:off x="8275320" y="429768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9" name="TextBox 55"/>
          <p:cNvSpPr/>
          <p:nvPr/>
        </p:nvSpPr>
        <p:spPr>
          <a:xfrm>
            <a:off x="8275320" y="4297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56"/>
          <p:cNvSpPr/>
          <p:nvPr/>
        </p:nvSpPr>
        <p:spPr>
          <a:xfrm>
            <a:off x="8778240" y="4251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Oval 57"/>
          <p:cNvSpPr/>
          <p:nvPr/>
        </p:nvSpPr>
        <p:spPr>
          <a:xfrm>
            <a:off x="8275320" y="49377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58"/>
          <p:cNvSpPr/>
          <p:nvPr/>
        </p:nvSpPr>
        <p:spPr>
          <a:xfrm>
            <a:off x="8275320" y="49377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TextBox 59"/>
          <p:cNvSpPr/>
          <p:nvPr/>
        </p:nvSpPr>
        <p:spPr>
          <a:xfrm>
            <a:off x="8778240" y="48920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4" name="Oval 60"/>
          <p:cNvSpPr/>
          <p:nvPr/>
        </p:nvSpPr>
        <p:spPr>
          <a:xfrm>
            <a:off x="8275320" y="557784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5" name="TextBox 61"/>
          <p:cNvSpPr/>
          <p:nvPr/>
        </p:nvSpPr>
        <p:spPr>
          <a:xfrm>
            <a:off x="8275320" y="55778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2"/>
          <p:cNvSpPr/>
          <p:nvPr/>
        </p:nvSpPr>
        <p:spPr>
          <a:xfrm>
            <a:off x="8778240" y="55321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6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9"/>
          <p:cNvSpPr/>
          <p:nvPr/>
        </p:nvSpPr>
        <p:spPr>
          <a:xfrm>
            <a:off x="777240" y="2194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777240" y="2377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2"/>
          <p:cNvSpPr/>
          <p:nvPr/>
        </p:nvSpPr>
        <p:spPr>
          <a:xfrm>
            <a:off x="777240" y="2560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3"/>
          <p:cNvSpPr/>
          <p:nvPr/>
        </p:nvSpPr>
        <p:spPr>
          <a:xfrm>
            <a:off x="777240" y="274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5"/>
          <p:cNvSpPr/>
          <p:nvPr/>
        </p:nvSpPr>
        <p:spPr>
          <a:xfrm>
            <a:off x="777240" y="29260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6"/>
          <p:cNvSpPr/>
          <p:nvPr/>
        </p:nvSpPr>
        <p:spPr>
          <a:xfrm>
            <a:off x="777240" y="3108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7"/>
          <p:cNvSpPr/>
          <p:nvPr/>
        </p:nvSpPr>
        <p:spPr>
          <a:xfrm>
            <a:off x="777240" y="32918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18"/>
          <p:cNvSpPr/>
          <p:nvPr/>
        </p:nvSpPr>
        <p:spPr>
          <a:xfrm>
            <a:off x="777240" y="3474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777240" y="3657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777240" y="3840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3"/>
          <p:cNvSpPr/>
          <p:nvPr/>
        </p:nvSpPr>
        <p:spPr>
          <a:xfrm>
            <a:off x="777240" y="4023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4"/>
          <p:cNvSpPr/>
          <p:nvPr/>
        </p:nvSpPr>
        <p:spPr>
          <a:xfrm>
            <a:off x="777240" y="42062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6"/>
          <p:cNvSpPr/>
          <p:nvPr/>
        </p:nvSpPr>
        <p:spPr>
          <a:xfrm>
            <a:off x="777240" y="4389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7"/>
          <p:cNvSpPr/>
          <p:nvPr/>
        </p:nvSpPr>
        <p:spPr>
          <a:xfrm>
            <a:off x="777240" y="45720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29"/>
          <p:cNvSpPr/>
          <p:nvPr/>
        </p:nvSpPr>
        <p:spPr>
          <a:xfrm>
            <a:off x="777240" y="475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0"/>
          <p:cNvSpPr/>
          <p:nvPr/>
        </p:nvSpPr>
        <p:spPr>
          <a:xfrm>
            <a:off x="777240" y="4937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2"/>
          <p:cNvSpPr/>
          <p:nvPr/>
        </p:nvSpPr>
        <p:spPr>
          <a:xfrm>
            <a:off x="777240" y="5120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3"/>
          <p:cNvSpPr/>
          <p:nvPr/>
        </p:nvSpPr>
        <p:spPr>
          <a:xfrm>
            <a:off x="777240" y="5303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5"/>
          <p:cNvSpPr/>
          <p:nvPr/>
        </p:nvSpPr>
        <p:spPr>
          <a:xfrm>
            <a:off x="777240" y="5486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6"/>
          <p:cNvSpPr/>
          <p:nvPr/>
        </p:nvSpPr>
        <p:spPr>
          <a:xfrm>
            <a:off x="777240" y="5669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8"/>
          <p:cNvSpPr/>
          <p:nvPr/>
        </p:nvSpPr>
        <p:spPr>
          <a:xfrm>
            <a:off x="777240" y="5852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TextBox 39"/>
          <p:cNvSpPr/>
          <p:nvPr/>
        </p:nvSpPr>
        <p:spPr>
          <a:xfrm>
            <a:off x="777240" y="6035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Rectangle 40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Box 41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Oval 4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3" name="TextBox 4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TextBox 44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Oval 4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Box 4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Box 47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Oval 4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Box 4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TextBox 50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1" name="Oval 5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2" name="TextBox 5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TextBox 53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4" name="Oval 5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5" name="TextBox 5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TextBox 56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Oval 5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8" name="TextBox 5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59"/>
          <p:cNvSpPr/>
          <p:nvPr/>
        </p:nvSpPr>
        <p:spPr>
          <a:xfrm>
            <a:off x="8778240" y="5394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1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Rectangle 4"/>
          <p:cNvSpPr/>
          <p:nvPr/>
        </p:nvSpPr>
        <p:spPr>
          <a:xfrm>
            <a:off x="54864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Rectangle 5"/>
          <p:cNvSpPr/>
          <p:nvPr/>
        </p:nvSpPr>
        <p:spPr>
          <a:xfrm>
            <a:off x="548640" y="1691640"/>
            <a:ext cx="3656160" cy="9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TextBox 6"/>
          <p:cNvSpPr/>
          <p:nvPr/>
        </p:nvSpPr>
        <p:spPr>
          <a:xfrm>
            <a:off x="73152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7"/>
          <p:cNvSpPr/>
          <p:nvPr/>
        </p:nvSpPr>
        <p:spPr>
          <a:xfrm>
            <a:off x="150876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Box 8"/>
          <p:cNvSpPr/>
          <p:nvPr/>
        </p:nvSpPr>
        <p:spPr>
          <a:xfrm>
            <a:off x="150876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Rectangle 9"/>
          <p:cNvSpPr/>
          <p:nvPr/>
        </p:nvSpPr>
        <p:spPr>
          <a:xfrm>
            <a:off x="73152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2" name="TextBox 10"/>
          <p:cNvSpPr/>
          <p:nvPr/>
        </p:nvSpPr>
        <p:spPr>
          <a:xfrm>
            <a:off x="82296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1"/>
          <p:cNvSpPr/>
          <p:nvPr/>
        </p:nvSpPr>
        <p:spPr>
          <a:xfrm>
            <a:off x="77724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2"/>
          <p:cNvSpPr/>
          <p:nvPr/>
        </p:nvSpPr>
        <p:spPr>
          <a:xfrm>
            <a:off x="77724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3"/>
          <p:cNvSpPr/>
          <p:nvPr/>
        </p:nvSpPr>
        <p:spPr>
          <a:xfrm>
            <a:off x="77724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4"/>
          <p:cNvSpPr/>
          <p:nvPr/>
        </p:nvSpPr>
        <p:spPr>
          <a:xfrm>
            <a:off x="77724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5"/>
          <p:cNvSpPr/>
          <p:nvPr/>
        </p:nvSpPr>
        <p:spPr>
          <a:xfrm>
            <a:off x="73152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6"/>
          <p:cNvSpPr/>
          <p:nvPr/>
        </p:nvSpPr>
        <p:spPr>
          <a:xfrm>
            <a:off x="7315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TextBox 17"/>
          <p:cNvSpPr/>
          <p:nvPr/>
        </p:nvSpPr>
        <p:spPr>
          <a:xfrm>
            <a:off x="73152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0" name="Rectangle 18"/>
          <p:cNvSpPr/>
          <p:nvPr/>
        </p:nvSpPr>
        <p:spPr>
          <a:xfrm>
            <a:off x="434340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Rectangle 19"/>
          <p:cNvSpPr/>
          <p:nvPr/>
        </p:nvSpPr>
        <p:spPr>
          <a:xfrm>
            <a:off x="4343400" y="1691640"/>
            <a:ext cx="365616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2" name="TextBox 20"/>
          <p:cNvSpPr/>
          <p:nvPr/>
        </p:nvSpPr>
        <p:spPr>
          <a:xfrm>
            <a:off x="452628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1"/>
          <p:cNvSpPr/>
          <p:nvPr/>
        </p:nvSpPr>
        <p:spPr>
          <a:xfrm>
            <a:off x="530352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TextBox 22"/>
          <p:cNvSpPr/>
          <p:nvPr/>
        </p:nvSpPr>
        <p:spPr>
          <a:xfrm>
            <a:off x="530352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5" name="Rectangle 23"/>
          <p:cNvSpPr/>
          <p:nvPr/>
        </p:nvSpPr>
        <p:spPr>
          <a:xfrm>
            <a:off x="452628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TextBox 24"/>
          <p:cNvSpPr/>
          <p:nvPr/>
        </p:nvSpPr>
        <p:spPr>
          <a:xfrm>
            <a:off x="461772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5"/>
          <p:cNvSpPr/>
          <p:nvPr/>
        </p:nvSpPr>
        <p:spPr>
          <a:xfrm>
            <a:off x="457200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6"/>
          <p:cNvSpPr/>
          <p:nvPr/>
        </p:nvSpPr>
        <p:spPr>
          <a:xfrm>
            <a:off x="457200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7"/>
          <p:cNvSpPr/>
          <p:nvPr/>
        </p:nvSpPr>
        <p:spPr>
          <a:xfrm>
            <a:off x="457200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8"/>
          <p:cNvSpPr/>
          <p:nvPr/>
        </p:nvSpPr>
        <p:spPr>
          <a:xfrm>
            <a:off x="457200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29"/>
          <p:cNvSpPr/>
          <p:nvPr/>
        </p:nvSpPr>
        <p:spPr>
          <a:xfrm>
            <a:off x="452628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0"/>
          <p:cNvSpPr/>
          <p:nvPr/>
        </p:nvSpPr>
        <p:spPr>
          <a:xfrm>
            <a:off x="452628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TextBox 31"/>
          <p:cNvSpPr/>
          <p:nvPr/>
        </p:nvSpPr>
        <p:spPr>
          <a:xfrm>
            <a:off x="452628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Rectangle 32"/>
          <p:cNvSpPr/>
          <p:nvPr/>
        </p:nvSpPr>
        <p:spPr>
          <a:xfrm>
            <a:off x="813816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Rectangle 33"/>
          <p:cNvSpPr/>
          <p:nvPr/>
        </p:nvSpPr>
        <p:spPr>
          <a:xfrm>
            <a:off x="8138160" y="1691640"/>
            <a:ext cx="3656160" cy="90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6" name="TextBox 34"/>
          <p:cNvSpPr/>
          <p:nvPr/>
        </p:nvSpPr>
        <p:spPr>
          <a:xfrm>
            <a:off x="832104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5"/>
          <p:cNvSpPr/>
          <p:nvPr/>
        </p:nvSpPr>
        <p:spPr>
          <a:xfrm>
            <a:off x="909828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36"/>
          <p:cNvSpPr/>
          <p:nvPr/>
        </p:nvSpPr>
        <p:spPr>
          <a:xfrm>
            <a:off x="909828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9" name="Rectangle 37"/>
          <p:cNvSpPr/>
          <p:nvPr/>
        </p:nvSpPr>
        <p:spPr>
          <a:xfrm>
            <a:off x="832104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0" name="TextBox 38"/>
          <p:cNvSpPr/>
          <p:nvPr/>
        </p:nvSpPr>
        <p:spPr>
          <a:xfrm>
            <a:off x="841248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39"/>
          <p:cNvSpPr/>
          <p:nvPr/>
        </p:nvSpPr>
        <p:spPr>
          <a:xfrm>
            <a:off x="836676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0"/>
          <p:cNvSpPr/>
          <p:nvPr/>
        </p:nvSpPr>
        <p:spPr>
          <a:xfrm>
            <a:off x="836676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1"/>
          <p:cNvSpPr/>
          <p:nvPr/>
        </p:nvSpPr>
        <p:spPr>
          <a:xfrm>
            <a:off x="836676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2"/>
          <p:cNvSpPr/>
          <p:nvPr/>
        </p:nvSpPr>
        <p:spPr>
          <a:xfrm>
            <a:off x="836676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3"/>
          <p:cNvSpPr/>
          <p:nvPr/>
        </p:nvSpPr>
        <p:spPr>
          <a:xfrm>
            <a:off x="832104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4"/>
          <p:cNvSpPr/>
          <p:nvPr/>
        </p:nvSpPr>
        <p:spPr>
          <a:xfrm>
            <a:off x="832104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5"/>
          <p:cNvSpPr/>
          <p:nvPr/>
        </p:nvSpPr>
        <p:spPr>
          <a:xfrm>
            <a:off x="832104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1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4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0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6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8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0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5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7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3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6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9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2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5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3"/>
          <p:cNvSpPr/>
          <p:nvPr/>
        </p:nvSpPr>
        <p:spPr>
          <a:xfrm>
            <a:off x="48024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2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3" name="Shape 6"/>
          <p:cNvSpPr/>
          <p:nvPr/>
        </p:nvSpPr>
        <p:spPr>
          <a:xfrm>
            <a:off x="708840" y="2331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4" name="Text 7"/>
          <p:cNvSpPr/>
          <p:nvPr/>
        </p:nvSpPr>
        <p:spPr>
          <a:xfrm>
            <a:off x="70884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8"/>
          <p:cNvSpPr/>
          <p:nvPr/>
        </p:nvSpPr>
        <p:spPr>
          <a:xfrm>
            <a:off x="134892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Text 9"/>
          <p:cNvSpPr/>
          <p:nvPr/>
        </p:nvSpPr>
        <p:spPr>
          <a:xfrm>
            <a:off x="134892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Shape 10"/>
          <p:cNvSpPr/>
          <p:nvPr/>
        </p:nvSpPr>
        <p:spPr>
          <a:xfrm>
            <a:off x="708840" y="3474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8" name="Text 11"/>
          <p:cNvSpPr/>
          <p:nvPr/>
        </p:nvSpPr>
        <p:spPr>
          <a:xfrm>
            <a:off x="70884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2"/>
          <p:cNvSpPr/>
          <p:nvPr/>
        </p:nvSpPr>
        <p:spPr>
          <a:xfrm>
            <a:off x="134892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 13"/>
          <p:cNvSpPr/>
          <p:nvPr/>
        </p:nvSpPr>
        <p:spPr>
          <a:xfrm>
            <a:off x="134892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Shape 14"/>
          <p:cNvSpPr/>
          <p:nvPr/>
        </p:nvSpPr>
        <p:spPr>
          <a:xfrm>
            <a:off x="708840" y="4617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 15"/>
          <p:cNvSpPr/>
          <p:nvPr/>
        </p:nvSpPr>
        <p:spPr>
          <a:xfrm>
            <a:off x="70884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6"/>
          <p:cNvSpPr/>
          <p:nvPr/>
        </p:nvSpPr>
        <p:spPr>
          <a:xfrm>
            <a:off x="134892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 17"/>
          <p:cNvSpPr/>
          <p:nvPr/>
        </p:nvSpPr>
        <p:spPr>
          <a:xfrm>
            <a:off x="134892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19"/>
          <p:cNvSpPr/>
          <p:nvPr/>
        </p:nvSpPr>
        <p:spPr>
          <a:xfrm>
            <a:off x="422928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Shape 20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 21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Shape 22"/>
          <p:cNvSpPr/>
          <p:nvPr/>
        </p:nvSpPr>
        <p:spPr>
          <a:xfrm>
            <a:off x="4457880" y="2331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0" name="Text 23"/>
          <p:cNvSpPr/>
          <p:nvPr/>
        </p:nvSpPr>
        <p:spPr>
          <a:xfrm>
            <a:off x="445788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4"/>
          <p:cNvSpPr/>
          <p:nvPr/>
        </p:nvSpPr>
        <p:spPr>
          <a:xfrm>
            <a:off x="509796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Text 25"/>
          <p:cNvSpPr/>
          <p:nvPr/>
        </p:nvSpPr>
        <p:spPr>
          <a:xfrm>
            <a:off x="509796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Shape 26"/>
          <p:cNvSpPr/>
          <p:nvPr/>
        </p:nvSpPr>
        <p:spPr>
          <a:xfrm>
            <a:off x="4457880" y="3474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4" name="Text 27"/>
          <p:cNvSpPr/>
          <p:nvPr/>
        </p:nvSpPr>
        <p:spPr>
          <a:xfrm>
            <a:off x="445788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8"/>
          <p:cNvSpPr/>
          <p:nvPr/>
        </p:nvSpPr>
        <p:spPr>
          <a:xfrm>
            <a:off x="509796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Text 29"/>
          <p:cNvSpPr/>
          <p:nvPr/>
        </p:nvSpPr>
        <p:spPr>
          <a:xfrm>
            <a:off x="509796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Shape 30"/>
          <p:cNvSpPr/>
          <p:nvPr/>
        </p:nvSpPr>
        <p:spPr>
          <a:xfrm>
            <a:off x="4457880" y="4617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8" name="Text 31"/>
          <p:cNvSpPr/>
          <p:nvPr/>
        </p:nvSpPr>
        <p:spPr>
          <a:xfrm>
            <a:off x="445788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2"/>
          <p:cNvSpPr/>
          <p:nvPr/>
        </p:nvSpPr>
        <p:spPr>
          <a:xfrm>
            <a:off x="509796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 33"/>
          <p:cNvSpPr/>
          <p:nvPr/>
        </p:nvSpPr>
        <p:spPr>
          <a:xfrm>
            <a:off x="509796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5"/>
          <p:cNvSpPr/>
          <p:nvPr/>
        </p:nvSpPr>
        <p:spPr>
          <a:xfrm>
            <a:off x="797832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Shape 3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4" name="Text 3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5" name="Shape 38"/>
          <p:cNvSpPr/>
          <p:nvPr/>
        </p:nvSpPr>
        <p:spPr>
          <a:xfrm>
            <a:off x="8206920" y="2331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 39"/>
          <p:cNvSpPr/>
          <p:nvPr/>
        </p:nvSpPr>
        <p:spPr>
          <a:xfrm>
            <a:off x="820692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0"/>
          <p:cNvSpPr/>
          <p:nvPr/>
        </p:nvSpPr>
        <p:spPr>
          <a:xfrm>
            <a:off x="884700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 41"/>
          <p:cNvSpPr/>
          <p:nvPr/>
        </p:nvSpPr>
        <p:spPr>
          <a:xfrm>
            <a:off x="884700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Shape 42"/>
          <p:cNvSpPr/>
          <p:nvPr/>
        </p:nvSpPr>
        <p:spPr>
          <a:xfrm>
            <a:off x="8206920" y="3474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 43"/>
          <p:cNvSpPr/>
          <p:nvPr/>
        </p:nvSpPr>
        <p:spPr>
          <a:xfrm>
            <a:off x="820692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4"/>
          <p:cNvSpPr/>
          <p:nvPr/>
        </p:nvSpPr>
        <p:spPr>
          <a:xfrm>
            <a:off x="884700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 45"/>
          <p:cNvSpPr/>
          <p:nvPr/>
        </p:nvSpPr>
        <p:spPr>
          <a:xfrm>
            <a:off x="884700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Shape 46"/>
          <p:cNvSpPr/>
          <p:nvPr/>
        </p:nvSpPr>
        <p:spPr>
          <a:xfrm>
            <a:off x="8206920" y="4617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4" name="Text 47"/>
          <p:cNvSpPr/>
          <p:nvPr/>
        </p:nvSpPr>
        <p:spPr>
          <a:xfrm>
            <a:off x="820692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8"/>
          <p:cNvSpPr/>
          <p:nvPr/>
        </p:nvSpPr>
        <p:spPr>
          <a:xfrm>
            <a:off x="884700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 49"/>
          <p:cNvSpPr/>
          <p:nvPr/>
        </p:nvSpPr>
        <p:spPr>
          <a:xfrm>
            <a:off x="884700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Shape 50"/>
          <p:cNvSpPr/>
          <p:nvPr/>
        </p:nvSpPr>
        <p:spPr>
          <a:xfrm>
            <a:off x="548640" y="6035040"/>
            <a:ext cx="11062800" cy="27288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8" name="Text 51"/>
          <p:cNvSpPr/>
          <p:nvPr/>
        </p:nvSpPr>
        <p:spPr>
          <a:xfrm>
            <a:off x="777240" y="60350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0" name="Text 5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 5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6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5"/>
          <p:cNvSpPr/>
          <p:nvPr/>
        </p:nvSpPr>
        <p:spPr>
          <a:xfrm>
            <a:off x="777240" y="22402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6"/>
          <p:cNvSpPr/>
          <p:nvPr/>
        </p:nvSpPr>
        <p:spPr>
          <a:xfrm>
            <a:off x="128016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7"/>
          <p:cNvSpPr/>
          <p:nvPr/>
        </p:nvSpPr>
        <p:spPr>
          <a:xfrm>
            <a:off x="1280160" y="25146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8"/>
          <p:cNvSpPr/>
          <p:nvPr/>
        </p:nvSpPr>
        <p:spPr>
          <a:xfrm>
            <a:off x="777240" y="288036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9"/>
          <p:cNvSpPr/>
          <p:nvPr/>
        </p:nvSpPr>
        <p:spPr>
          <a:xfrm>
            <a:off x="1280160" y="28803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0"/>
          <p:cNvSpPr/>
          <p:nvPr/>
        </p:nvSpPr>
        <p:spPr>
          <a:xfrm>
            <a:off x="1280160" y="315468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1"/>
          <p:cNvSpPr/>
          <p:nvPr/>
        </p:nvSpPr>
        <p:spPr>
          <a:xfrm>
            <a:off x="777240" y="352044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2"/>
          <p:cNvSpPr/>
          <p:nvPr/>
        </p:nvSpPr>
        <p:spPr>
          <a:xfrm>
            <a:off x="1280160" y="35204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3"/>
          <p:cNvSpPr/>
          <p:nvPr/>
        </p:nvSpPr>
        <p:spPr>
          <a:xfrm>
            <a:off x="1280160" y="379476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4"/>
          <p:cNvSpPr/>
          <p:nvPr/>
        </p:nvSpPr>
        <p:spPr>
          <a:xfrm>
            <a:off x="777240" y="416052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5"/>
          <p:cNvSpPr/>
          <p:nvPr/>
        </p:nvSpPr>
        <p:spPr>
          <a:xfrm>
            <a:off x="1280160" y="4160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6"/>
          <p:cNvSpPr/>
          <p:nvPr/>
        </p:nvSpPr>
        <p:spPr>
          <a:xfrm>
            <a:off x="1280160" y="443484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7"/>
          <p:cNvSpPr/>
          <p:nvPr/>
        </p:nvSpPr>
        <p:spPr>
          <a:xfrm>
            <a:off x="777240" y="480060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8"/>
          <p:cNvSpPr/>
          <p:nvPr/>
        </p:nvSpPr>
        <p:spPr>
          <a:xfrm>
            <a:off x="1280160" y="48006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19"/>
          <p:cNvSpPr/>
          <p:nvPr/>
        </p:nvSpPr>
        <p:spPr>
          <a:xfrm>
            <a:off x="1280160" y="507492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0"/>
          <p:cNvSpPr/>
          <p:nvPr/>
        </p:nvSpPr>
        <p:spPr>
          <a:xfrm>
            <a:off x="777240" y="54406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1"/>
          <p:cNvSpPr/>
          <p:nvPr/>
        </p:nvSpPr>
        <p:spPr>
          <a:xfrm>
            <a:off x="1280160" y="54406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22"/>
          <p:cNvSpPr/>
          <p:nvPr/>
        </p:nvSpPr>
        <p:spPr>
          <a:xfrm>
            <a:off x="1280160" y="57150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Shape 23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6" name="Text 24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Shape 25"/>
          <p:cNvSpPr/>
          <p:nvPr/>
        </p:nvSpPr>
        <p:spPr>
          <a:xfrm>
            <a:off x="6446520" y="224028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8" name="Text 26"/>
          <p:cNvSpPr/>
          <p:nvPr/>
        </p:nvSpPr>
        <p:spPr>
          <a:xfrm>
            <a:off x="6446520" y="22402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7"/>
          <p:cNvSpPr/>
          <p:nvPr/>
        </p:nvSpPr>
        <p:spPr>
          <a:xfrm>
            <a:off x="704088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28"/>
          <p:cNvSpPr/>
          <p:nvPr/>
        </p:nvSpPr>
        <p:spPr>
          <a:xfrm>
            <a:off x="7040880" y="251460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Shape 29"/>
          <p:cNvSpPr/>
          <p:nvPr/>
        </p:nvSpPr>
        <p:spPr>
          <a:xfrm>
            <a:off x="6446520" y="301752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2" name="Text 30"/>
          <p:cNvSpPr/>
          <p:nvPr/>
        </p:nvSpPr>
        <p:spPr>
          <a:xfrm>
            <a:off x="6446520" y="3017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1"/>
          <p:cNvSpPr/>
          <p:nvPr/>
        </p:nvSpPr>
        <p:spPr>
          <a:xfrm>
            <a:off x="7040880" y="3017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32"/>
          <p:cNvSpPr/>
          <p:nvPr/>
        </p:nvSpPr>
        <p:spPr>
          <a:xfrm>
            <a:off x="7040880" y="329184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Shape 33"/>
          <p:cNvSpPr/>
          <p:nvPr/>
        </p:nvSpPr>
        <p:spPr>
          <a:xfrm>
            <a:off x="6446520" y="379476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6" name="Text 34"/>
          <p:cNvSpPr/>
          <p:nvPr/>
        </p:nvSpPr>
        <p:spPr>
          <a:xfrm>
            <a:off x="6446520" y="379476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5"/>
          <p:cNvSpPr/>
          <p:nvPr/>
        </p:nvSpPr>
        <p:spPr>
          <a:xfrm>
            <a:off x="7040880" y="37947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36"/>
          <p:cNvSpPr/>
          <p:nvPr/>
        </p:nvSpPr>
        <p:spPr>
          <a:xfrm>
            <a:off x="7040880" y="406908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Shape 37"/>
          <p:cNvSpPr/>
          <p:nvPr/>
        </p:nvSpPr>
        <p:spPr>
          <a:xfrm>
            <a:off x="6446520" y="457200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0" name="Text 38"/>
          <p:cNvSpPr/>
          <p:nvPr/>
        </p:nvSpPr>
        <p:spPr>
          <a:xfrm>
            <a:off x="6446520" y="4572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39"/>
          <p:cNvSpPr/>
          <p:nvPr/>
        </p:nvSpPr>
        <p:spPr>
          <a:xfrm>
            <a:off x="7040880" y="45720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40"/>
          <p:cNvSpPr/>
          <p:nvPr/>
        </p:nvSpPr>
        <p:spPr>
          <a:xfrm>
            <a:off x="7040880" y="48463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Shape 41"/>
          <p:cNvSpPr/>
          <p:nvPr/>
        </p:nvSpPr>
        <p:spPr>
          <a:xfrm>
            <a:off x="6446520" y="534924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4" name="Text 42"/>
          <p:cNvSpPr/>
          <p:nvPr/>
        </p:nvSpPr>
        <p:spPr>
          <a:xfrm>
            <a:off x="6446520" y="53492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3"/>
          <p:cNvSpPr/>
          <p:nvPr/>
        </p:nvSpPr>
        <p:spPr>
          <a:xfrm>
            <a:off x="7040880" y="53492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6" name="Text 44"/>
          <p:cNvSpPr/>
          <p:nvPr/>
        </p:nvSpPr>
        <p:spPr>
          <a:xfrm>
            <a:off x="7040880" y="562356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8" name="Text 4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4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Shape 3"/>
          <p:cNvSpPr/>
          <p:nvPr/>
        </p:nvSpPr>
        <p:spPr>
          <a:xfrm>
            <a:off x="54864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4"/>
          <p:cNvSpPr/>
          <p:nvPr/>
        </p:nvSpPr>
        <p:spPr>
          <a:xfrm>
            <a:off x="54864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5"/>
          <p:cNvSpPr/>
          <p:nvPr/>
        </p:nvSpPr>
        <p:spPr>
          <a:xfrm>
            <a:off x="54864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6"/>
          <p:cNvSpPr/>
          <p:nvPr/>
        </p:nvSpPr>
        <p:spPr>
          <a:xfrm>
            <a:off x="338328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7"/>
          <p:cNvSpPr/>
          <p:nvPr/>
        </p:nvSpPr>
        <p:spPr>
          <a:xfrm>
            <a:off x="338328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8"/>
          <p:cNvSpPr/>
          <p:nvPr/>
        </p:nvSpPr>
        <p:spPr>
          <a:xfrm>
            <a:off x="338328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9"/>
          <p:cNvSpPr/>
          <p:nvPr/>
        </p:nvSpPr>
        <p:spPr>
          <a:xfrm>
            <a:off x="621792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10"/>
          <p:cNvSpPr/>
          <p:nvPr/>
        </p:nvSpPr>
        <p:spPr>
          <a:xfrm>
            <a:off x="621792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11"/>
          <p:cNvSpPr/>
          <p:nvPr/>
        </p:nvSpPr>
        <p:spPr>
          <a:xfrm>
            <a:off x="621792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12"/>
          <p:cNvSpPr/>
          <p:nvPr/>
        </p:nvSpPr>
        <p:spPr>
          <a:xfrm>
            <a:off x="905256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13"/>
          <p:cNvSpPr/>
          <p:nvPr/>
        </p:nvSpPr>
        <p:spPr>
          <a:xfrm>
            <a:off x="905256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4"/>
          <p:cNvSpPr/>
          <p:nvPr/>
        </p:nvSpPr>
        <p:spPr>
          <a:xfrm>
            <a:off x="905256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Text 15"/>
          <p:cNvSpPr/>
          <p:nvPr/>
        </p:nvSpPr>
        <p:spPr>
          <a:xfrm>
            <a:off x="548640" y="3611880"/>
            <a:ext cx="10971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6" name="Shape 16"/>
          <p:cNvSpPr/>
          <p:nvPr/>
        </p:nvSpPr>
        <p:spPr>
          <a:xfrm>
            <a:off x="548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7" name="Chart 0"/>
          <p:cNvGraphicFramePr/>
          <p:nvPr/>
        </p:nvGraphicFramePr>
        <p:xfrm>
          <a:off x="640080" y="4069080"/>
          <a:ext cx="5347800" cy="214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8" name="Shape 17"/>
          <p:cNvSpPr/>
          <p:nvPr/>
        </p:nvSpPr>
        <p:spPr>
          <a:xfrm>
            <a:off x="6263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9" name="Text 18"/>
          <p:cNvSpPr/>
          <p:nvPr/>
        </p:nvSpPr>
        <p:spPr>
          <a:xfrm>
            <a:off x="6400800" y="4069080"/>
            <a:ext cx="5347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0" name="Chart 1"/>
          <p:cNvGraphicFramePr/>
          <p:nvPr/>
        </p:nvGraphicFramePr>
        <p:xfrm>
          <a:off x="6400800" y="4343400"/>
          <a:ext cx="5210640" cy="187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1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2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3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8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2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7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1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5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3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4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5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9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1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7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1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4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8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0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2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4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6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8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1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6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0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5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9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3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7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0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1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3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5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7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9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5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9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2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4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6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8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0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2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4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6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0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1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2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4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6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8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Shape 4"/>
          <p:cNvSpPr/>
          <p:nvPr/>
        </p:nvSpPr>
        <p:spPr>
          <a:xfrm>
            <a:off x="777240" y="1920240"/>
            <a:ext cx="867240" cy="867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5" name="Text 5"/>
          <p:cNvSpPr/>
          <p:nvPr/>
        </p:nvSpPr>
        <p:spPr>
          <a:xfrm>
            <a:off x="77724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6"/>
          <p:cNvSpPr/>
          <p:nvPr/>
        </p:nvSpPr>
        <p:spPr>
          <a:xfrm>
            <a:off x="178308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Text 7"/>
          <p:cNvSpPr/>
          <p:nvPr/>
        </p:nvSpPr>
        <p:spPr>
          <a:xfrm>
            <a:off x="77724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Shape 8"/>
          <p:cNvSpPr/>
          <p:nvPr/>
        </p:nvSpPr>
        <p:spPr>
          <a:xfrm>
            <a:off x="621792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Shape 9"/>
          <p:cNvSpPr/>
          <p:nvPr/>
        </p:nvSpPr>
        <p:spPr>
          <a:xfrm>
            <a:off x="6446520" y="1920240"/>
            <a:ext cx="867240" cy="867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0" name="Text 10"/>
          <p:cNvSpPr/>
          <p:nvPr/>
        </p:nvSpPr>
        <p:spPr>
          <a:xfrm>
            <a:off x="644652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1"/>
          <p:cNvSpPr/>
          <p:nvPr/>
        </p:nvSpPr>
        <p:spPr>
          <a:xfrm>
            <a:off x="745236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Text 12"/>
          <p:cNvSpPr/>
          <p:nvPr/>
        </p:nvSpPr>
        <p:spPr>
          <a:xfrm>
            <a:off x="644652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3" name="Shape 13"/>
          <p:cNvSpPr/>
          <p:nvPr/>
        </p:nvSpPr>
        <p:spPr>
          <a:xfrm>
            <a:off x="54864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Shape 14"/>
          <p:cNvSpPr/>
          <p:nvPr/>
        </p:nvSpPr>
        <p:spPr>
          <a:xfrm>
            <a:off x="777240" y="4251960"/>
            <a:ext cx="867240" cy="867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5" name="Text 15"/>
          <p:cNvSpPr/>
          <p:nvPr/>
        </p:nvSpPr>
        <p:spPr>
          <a:xfrm>
            <a:off x="77724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6"/>
          <p:cNvSpPr/>
          <p:nvPr/>
        </p:nvSpPr>
        <p:spPr>
          <a:xfrm>
            <a:off x="178308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17"/>
          <p:cNvSpPr/>
          <p:nvPr/>
        </p:nvSpPr>
        <p:spPr>
          <a:xfrm>
            <a:off x="77724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8" name="Shape 18"/>
          <p:cNvSpPr/>
          <p:nvPr/>
        </p:nvSpPr>
        <p:spPr>
          <a:xfrm>
            <a:off x="621792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Shape 19"/>
          <p:cNvSpPr/>
          <p:nvPr/>
        </p:nvSpPr>
        <p:spPr>
          <a:xfrm>
            <a:off x="6446520" y="4251960"/>
            <a:ext cx="867240" cy="867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0" name="Text 20"/>
          <p:cNvSpPr/>
          <p:nvPr/>
        </p:nvSpPr>
        <p:spPr>
          <a:xfrm>
            <a:off x="644652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1"/>
          <p:cNvSpPr/>
          <p:nvPr/>
        </p:nvSpPr>
        <p:spPr>
          <a:xfrm>
            <a:off x="745236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2" name="Text 22"/>
          <p:cNvSpPr/>
          <p:nvPr/>
        </p:nvSpPr>
        <p:spPr>
          <a:xfrm>
            <a:off x="644652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4" name="Text 2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Text 2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1" name="Shape 5"/>
          <p:cNvSpPr/>
          <p:nvPr/>
        </p:nvSpPr>
        <p:spPr>
          <a:xfrm>
            <a:off x="777240" y="2350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2" name="Text 6"/>
          <p:cNvSpPr/>
          <p:nvPr/>
        </p:nvSpPr>
        <p:spPr>
          <a:xfrm>
            <a:off x="1005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7"/>
          <p:cNvSpPr/>
          <p:nvPr/>
        </p:nvSpPr>
        <p:spPr>
          <a:xfrm>
            <a:off x="777240" y="2807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Text 8"/>
          <p:cNvSpPr/>
          <p:nvPr/>
        </p:nvSpPr>
        <p:spPr>
          <a:xfrm>
            <a:off x="1005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5" name="Shape 9"/>
          <p:cNvSpPr/>
          <p:nvPr/>
        </p:nvSpPr>
        <p:spPr>
          <a:xfrm>
            <a:off x="777240" y="3264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6" name="Text 10"/>
          <p:cNvSpPr/>
          <p:nvPr/>
        </p:nvSpPr>
        <p:spPr>
          <a:xfrm>
            <a:off x="1005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1"/>
          <p:cNvSpPr/>
          <p:nvPr/>
        </p:nvSpPr>
        <p:spPr>
          <a:xfrm>
            <a:off x="777240" y="37216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Text 12"/>
          <p:cNvSpPr/>
          <p:nvPr/>
        </p:nvSpPr>
        <p:spPr>
          <a:xfrm>
            <a:off x="1005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9" name="Shape 13"/>
          <p:cNvSpPr/>
          <p:nvPr/>
        </p:nvSpPr>
        <p:spPr>
          <a:xfrm>
            <a:off x="777240" y="417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0" name="Text 14"/>
          <p:cNvSpPr/>
          <p:nvPr/>
        </p:nvSpPr>
        <p:spPr>
          <a:xfrm>
            <a:off x="1005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1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Text 16"/>
          <p:cNvSpPr/>
          <p:nvPr/>
        </p:nvSpPr>
        <p:spPr>
          <a:xfrm>
            <a:off x="1005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3" name="Shape 17"/>
          <p:cNvSpPr/>
          <p:nvPr/>
        </p:nvSpPr>
        <p:spPr>
          <a:xfrm>
            <a:off x="777240" y="5093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4" name="Text 18"/>
          <p:cNvSpPr/>
          <p:nvPr/>
        </p:nvSpPr>
        <p:spPr>
          <a:xfrm>
            <a:off x="1005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Shape 19"/>
          <p:cNvSpPr/>
          <p:nvPr/>
        </p:nvSpPr>
        <p:spPr>
          <a:xfrm>
            <a:off x="777240" y="5550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6" name="Text 20"/>
          <p:cNvSpPr/>
          <p:nvPr/>
        </p:nvSpPr>
        <p:spPr>
          <a:xfrm>
            <a:off x="1005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7" name="Shape 21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8" name="Text 22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9" name="Shape 23"/>
          <p:cNvSpPr/>
          <p:nvPr/>
        </p:nvSpPr>
        <p:spPr>
          <a:xfrm>
            <a:off x="6492240" y="2350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0" name="Text 24"/>
          <p:cNvSpPr/>
          <p:nvPr/>
        </p:nvSpPr>
        <p:spPr>
          <a:xfrm>
            <a:off x="6720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1" name="Shape 25"/>
          <p:cNvSpPr/>
          <p:nvPr/>
        </p:nvSpPr>
        <p:spPr>
          <a:xfrm>
            <a:off x="6492240" y="2807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2" name="Text 26"/>
          <p:cNvSpPr/>
          <p:nvPr/>
        </p:nvSpPr>
        <p:spPr>
          <a:xfrm>
            <a:off x="6720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3" name="Shape 27"/>
          <p:cNvSpPr/>
          <p:nvPr/>
        </p:nvSpPr>
        <p:spPr>
          <a:xfrm>
            <a:off x="6492240" y="3264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4" name="Text 28"/>
          <p:cNvSpPr/>
          <p:nvPr/>
        </p:nvSpPr>
        <p:spPr>
          <a:xfrm>
            <a:off x="6720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5" name="Shape 29"/>
          <p:cNvSpPr/>
          <p:nvPr/>
        </p:nvSpPr>
        <p:spPr>
          <a:xfrm>
            <a:off x="6492240" y="37216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6" name="Text 30"/>
          <p:cNvSpPr/>
          <p:nvPr/>
        </p:nvSpPr>
        <p:spPr>
          <a:xfrm>
            <a:off x="6720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7" name="Shape 31"/>
          <p:cNvSpPr/>
          <p:nvPr/>
        </p:nvSpPr>
        <p:spPr>
          <a:xfrm>
            <a:off x="6492240" y="4178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8" name="Text 32"/>
          <p:cNvSpPr/>
          <p:nvPr/>
        </p:nvSpPr>
        <p:spPr>
          <a:xfrm>
            <a:off x="6720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33"/>
          <p:cNvSpPr/>
          <p:nvPr/>
        </p:nvSpPr>
        <p:spPr>
          <a:xfrm>
            <a:off x="6492240" y="4636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Text 34"/>
          <p:cNvSpPr/>
          <p:nvPr/>
        </p:nvSpPr>
        <p:spPr>
          <a:xfrm>
            <a:off x="6720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1" name="Shape 35"/>
          <p:cNvSpPr/>
          <p:nvPr/>
        </p:nvSpPr>
        <p:spPr>
          <a:xfrm>
            <a:off x="6492240" y="5093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2" name="Text 36"/>
          <p:cNvSpPr/>
          <p:nvPr/>
        </p:nvSpPr>
        <p:spPr>
          <a:xfrm>
            <a:off x="6720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Shape 37"/>
          <p:cNvSpPr/>
          <p:nvPr/>
        </p:nvSpPr>
        <p:spPr>
          <a:xfrm>
            <a:off x="6492240" y="5550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4" name="Text 38"/>
          <p:cNvSpPr/>
          <p:nvPr/>
        </p:nvSpPr>
        <p:spPr>
          <a:xfrm>
            <a:off x="6720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6" name="Text 3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4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3"/>
          <p:cNvSpPr/>
          <p:nvPr/>
        </p:nvSpPr>
        <p:spPr>
          <a:xfrm>
            <a:off x="48024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4" name="Shape 6"/>
          <p:cNvSpPr/>
          <p:nvPr/>
        </p:nvSpPr>
        <p:spPr>
          <a:xfrm>
            <a:off x="708840" y="246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5" name="Text 7"/>
          <p:cNvSpPr/>
          <p:nvPr/>
        </p:nvSpPr>
        <p:spPr>
          <a:xfrm>
            <a:off x="98316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8"/>
          <p:cNvSpPr/>
          <p:nvPr/>
        </p:nvSpPr>
        <p:spPr>
          <a:xfrm>
            <a:off x="708840" y="342900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Text 9"/>
          <p:cNvSpPr/>
          <p:nvPr/>
        </p:nvSpPr>
        <p:spPr>
          <a:xfrm>
            <a:off x="98316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8" name="Shape 10"/>
          <p:cNvSpPr/>
          <p:nvPr/>
        </p:nvSpPr>
        <p:spPr>
          <a:xfrm>
            <a:off x="708840" y="43891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9" name="Text 11"/>
          <p:cNvSpPr/>
          <p:nvPr/>
        </p:nvSpPr>
        <p:spPr>
          <a:xfrm>
            <a:off x="98316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12"/>
          <p:cNvSpPr/>
          <p:nvPr/>
        </p:nvSpPr>
        <p:spPr>
          <a:xfrm>
            <a:off x="708840" y="53492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Text 13"/>
          <p:cNvSpPr/>
          <p:nvPr/>
        </p:nvSpPr>
        <p:spPr>
          <a:xfrm>
            <a:off x="98316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2" name="Shape 14"/>
          <p:cNvSpPr/>
          <p:nvPr/>
        </p:nvSpPr>
        <p:spPr>
          <a:xfrm>
            <a:off x="422928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Shape 15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4" name="Text 16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17"/>
          <p:cNvSpPr/>
          <p:nvPr/>
        </p:nvSpPr>
        <p:spPr>
          <a:xfrm>
            <a:off x="4457880" y="246888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18"/>
          <p:cNvSpPr/>
          <p:nvPr/>
        </p:nvSpPr>
        <p:spPr>
          <a:xfrm>
            <a:off x="473220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19"/>
          <p:cNvSpPr/>
          <p:nvPr/>
        </p:nvSpPr>
        <p:spPr>
          <a:xfrm>
            <a:off x="4457880" y="342900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20"/>
          <p:cNvSpPr/>
          <p:nvPr/>
        </p:nvSpPr>
        <p:spPr>
          <a:xfrm>
            <a:off x="473220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21"/>
          <p:cNvSpPr/>
          <p:nvPr/>
        </p:nvSpPr>
        <p:spPr>
          <a:xfrm>
            <a:off x="4457880" y="438912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22"/>
          <p:cNvSpPr/>
          <p:nvPr/>
        </p:nvSpPr>
        <p:spPr>
          <a:xfrm>
            <a:off x="473220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23"/>
          <p:cNvSpPr/>
          <p:nvPr/>
        </p:nvSpPr>
        <p:spPr>
          <a:xfrm>
            <a:off x="4457880" y="534924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24"/>
          <p:cNvSpPr/>
          <p:nvPr/>
        </p:nvSpPr>
        <p:spPr>
          <a:xfrm>
            <a:off x="473220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3" name="Shape 25"/>
          <p:cNvSpPr/>
          <p:nvPr/>
        </p:nvSpPr>
        <p:spPr>
          <a:xfrm>
            <a:off x="797832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Shape 2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5" name="Text 2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6" name="Shape 28"/>
          <p:cNvSpPr/>
          <p:nvPr/>
        </p:nvSpPr>
        <p:spPr>
          <a:xfrm>
            <a:off x="8206920" y="246888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7" name="Text 29"/>
          <p:cNvSpPr/>
          <p:nvPr/>
        </p:nvSpPr>
        <p:spPr>
          <a:xfrm>
            <a:off x="848124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30"/>
          <p:cNvSpPr/>
          <p:nvPr/>
        </p:nvSpPr>
        <p:spPr>
          <a:xfrm>
            <a:off x="8206920" y="342900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Text 31"/>
          <p:cNvSpPr/>
          <p:nvPr/>
        </p:nvSpPr>
        <p:spPr>
          <a:xfrm>
            <a:off x="848124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0" name="Shape 32"/>
          <p:cNvSpPr/>
          <p:nvPr/>
        </p:nvSpPr>
        <p:spPr>
          <a:xfrm>
            <a:off x="8206920" y="438912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1" name="Text 33"/>
          <p:cNvSpPr/>
          <p:nvPr/>
        </p:nvSpPr>
        <p:spPr>
          <a:xfrm>
            <a:off x="848124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Shape 34"/>
          <p:cNvSpPr/>
          <p:nvPr/>
        </p:nvSpPr>
        <p:spPr>
          <a:xfrm>
            <a:off x="8206920" y="534924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3" name="Text 35"/>
          <p:cNvSpPr/>
          <p:nvPr/>
        </p:nvSpPr>
        <p:spPr>
          <a:xfrm>
            <a:off x="848124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5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Shape 3"/>
          <p:cNvSpPr/>
          <p:nvPr/>
        </p:nvSpPr>
        <p:spPr>
          <a:xfrm>
            <a:off x="548640" y="1828800"/>
            <a:ext cx="90000" cy="1644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1" name="Text 4"/>
          <p:cNvSpPr/>
          <p:nvPr/>
        </p:nvSpPr>
        <p:spPr>
          <a:xfrm>
            <a:off x="822960" y="1783080"/>
            <a:ext cx="10788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Text 5"/>
          <p:cNvSpPr/>
          <p:nvPr/>
        </p:nvSpPr>
        <p:spPr>
          <a:xfrm>
            <a:off x="822960" y="2697480"/>
            <a:ext cx="10788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3" name="Shape 6"/>
          <p:cNvSpPr/>
          <p:nvPr/>
        </p:nvSpPr>
        <p:spPr>
          <a:xfrm>
            <a:off x="54864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Shape 7"/>
          <p:cNvSpPr/>
          <p:nvPr/>
        </p:nvSpPr>
        <p:spPr>
          <a:xfrm>
            <a:off x="1600200" y="3886200"/>
            <a:ext cx="592920" cy="59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5" name="Text 8"/>
          <p:cNvSpPr/>
          <p:nvPr/>
        </p:nvSpPr>
        <p:spPr>
          <a:xfrm>
            <a:off x="160020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9"/>
          <p:cNvSpPr/>
          <p:nvPr/>
        </p:nvSpPr>
        <p:spPr>
          <a:xfrm>
            <a:off x="64008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Text 10"/>
          <p:cNvSpPr/>
          <p:nvPr/>
        </p:nvSpPr>
        <p:spPr>
          <a:xfrm>
            <a:off x="64008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Shape 11"/>
          <p:cNvSpPr/>
          <p:nvPr/>
        </p:nvSpPr>
        <p:spPr>
          <a:xfrm>
            <a:off x="338328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Shape 12"/>
          <p:cNvSpPr/>
          <p:nvPr/>
        </p:nvSpPr>
        <p:spPr>
          <a:xfrm>
            <a:off x="4434840" y="3886200"/>
            <a:ext cx="592920" cy="59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Text 13"/>
          <p:cNvSpPr/>
          <p:nvPr/>
        </p:nvSpPr>
        <p:spPr>
          <a:xfrm>
            <a:off x="443484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4"/>
          <p:cNvSpPr/>
          <p:nvPr/>
        </p:nvSpPr>
        <p:spPr>
          <a:xfrm>
            <a:off x="347472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15"/>
          <p:cNvSpPr/>
          <p:nvPr/>
        </p:nvSpPr>
        <p:spPr>
          <a:xfrm>
            <a:off x="347472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Shape 16"/>
          <p:cNvSpPr/>
          <p:nvPr/>
        </p:nvSpPr>
        <p:spPr>
          <a:xfrm>
            <a:off x="621792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Shape 17"/>
          <p:cNvSpPr/>
          <p:nvPr/>
        </p:nvSpPr>
        <p:spPr>
          <a:xfrm>
            <a:off x="7269480" y="3886200"/>
            <a:ext cx="592920" cy="59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18"/>
          <p:cNvSpPr/>
          <p:nvPr/>
        </p:nvSpPr>
        <p:spPr>
          <a:xfrm>
            <a:off x="726948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19"/>
          <p:cNvSpPr/>
          <p:nvPr/>
        </p:nvSpPr>
        <p:spPr>
          <a:xfrm>
            <a:off x="630936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Text 20"/>
          <p:cNvSpPr/>
          <p:nvPr/>
        </p:nvSpPr>
        <p:spPr>
          <a:xfrm>
            <a:off x="630936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21"/>
          <p:cNvSpPr/>
          <p:nvPr/>
        </p:nvSpPr>
        <p:spPr>
          <a:xfrm>
            <a:off x="905256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Shape 22"/>
          <p:cNvSpPr/>
          <p:nvPr/>
        </p:nvSpPr>
        <p:spPr>
          <a:xfrm>
            <a:off x="10104120" y="3886200"/>
            <a:ext cx="592920" cy="59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0" name="Text 23"/>
          <p:cNvSpPr/>
          <p:nvPr/>
        </p:nvSpPr>
        <p:spPr>
          <a:xfrm>
            <a:off x="1010412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4"/>
          <p:cNvSpPr/>
          <p:nvPr/>
        </p:nvSpPr>
        <p:spPr>
          <a:xfrm>
            <a:off x="914400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5"/>
          <p:cNvSpPr/>
          <p:nvPr/>
        </p:nvSpPr>
        <p:spPr>
          <a:xfrm>
            <a:off x="914400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3" name="Text 26"/>
          <p:cNvSpPr/>
          <p:nvPr/>
        </p:nvSpPr>
        <p:spPr>
          <a:xfrm>
            <a:off x="548640" y="5852160"/>
            <a:ext cx="110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5" name="Text 2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2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Shape 0"/>
          <p:cNvSpPr/>
          <p:nvPr/>
        </p:nvSpPr>
        <p:spPr>
          <a:xfrm>
            <a:off x="-2743200" y="3200400"/>
            <a:ext cx="7313760" cy="731376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1"/>
          <p:cNvSpPr/>
          <p:nvPr/>
        </p:nvSpPr>
        <p:spPr>
          <a:xfrm>
            <a:off x="7589520" y="-2743200"/>
            <a:ext cx="7313760" cy="73137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2"/>
          <p:cNvSpPr/>
          <p:nvPr/>
        </p:nvSpPr>
        <p:spPr>
          <a:xfrm>
            <a:off x="457200" y="3108960"/>
            <a:ext cx="112456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3"/>
          <p:cNvSpPr/>
          <p:nvPr/>
        </p:nvSpPr>
        <p:spPr>
          <a:xfrm>
            <a:off x="474120" y="4343400"/>
            <a:ext cx="11245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8"/>
          <p:cNvSpPr/>
          <p:nvPr/>
        </p:nvSpPr>
        <p:spPr>
          <a:xfrm>
            <a:off x="3657600" y="5212080"/>
            <a:ext cx="3643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Text 16"/>
          <p:cNvSpPr/>
          <p:nvPr/>
        </p:nvSpPr>
        <p:spPr>
          <a:xfrm>
            <a:off x="457200" y="6172200"/>
            <a:ext cx="112456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3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8280" cy="195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4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680" cy="41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5"/>
          <a:stretch/>
        </p:blipFill>
        <p:spPr>
          <a:xfrm>
            <a:off x="685800" y="2629800"/>
            <a:ext cx="4754880" cy="2695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2026-05-21T17:57:33Z</dcterms:modified>
  <cp:revision>10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