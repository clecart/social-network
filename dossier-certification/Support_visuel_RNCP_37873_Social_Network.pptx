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1351100a314e45" /><Relationship Type="http://schemas.openxmlformats.org/officeDocument/2006/relationships/extended-properties" Target="/docProps/app.xml" Id="R47c2adf246054f97" /><Relationship Type="http://schemas.openxmlformats.org/officeDocument/2006/relationships/officeDocument" Target="/ppt/presentation.xml" Id="Rf6d0087898fa41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fd33cb90b34d45"/>
  </p:sldMasterIdLst>
  <p:notesMasterIdLst>
    <p:notesMasterId xmlns:r="http://schemas.openxmlformats.org/officeDocument/2006/relationships" r:id="Rff5f4d29105b4707"/>
  </p:notesMasterIdLst>
  <p:sldIdLst>
    <p:sldId xmlns:r="http://schemas.openxmlformats.org/officeDocument/2006/relationships" id="256" r:id="R54b6331134c548ba"/>
    <p:sldId xmlns:r="http://schemas.openxmlformats.org/officeDocument/2006/relationships" id="257" r:id="Ra372b2d2d5154261"/>
    <p:sldId xmlns:r="http://schemas.openxmlformats.org/officeDocument/2006/relationships" id="258" r:id="Re410cb66c1904692"/>
    <p:sldId xmlns:r="http://schemas.openxmlformats.org/officeDocument/2006/relationships" id="259" r:id="R8fa0b72aa4444e4e"/>
    <p:sldId xmlns:r="http://schemas.openxmlformats.org/officeDocument/2006/relationships" id="260" r:id="Rf498ecf96f084ad7"/>
    <p:sldId xmlns:r="http://schemas.openxmlformats.org/officeDocument/2006/relationships" id="261" r:id="Rc51eb4a622ab46f3"/>
    <p:sldId xmlns:r="http://schemas.openxmlformats.org/officeDocument/2006/relationships" id="262" r:id="Rb0df5722192a4843"/>
    <p:sldId xmlns:r="http://schemas.openxmlformats.org/officeDocument/2006/relationships" id="263" r:id="Rbaee7d88aa5d4650"/>
    <p:sldId xmlns:r="http://schemas.openxmlformats.org/officeDocument/2006/relationships" id="264" r:id="Rde60eb5bf81a4ac9"/>
    <p:sldId xmlns:r="http://schemas.openxmlformats.org/officeDocument/2006/relationships" id="265" r:id="Rb0e883729aca4ee1"/>
    <p:sldId xmlns:r="http://schemas.openxmlformats.org/officeDocument/2006/relationships" id="266" r:id="R46cadfe03bf347c3"/>
    <p:sldId xmlns:r="http://schemas.openxmlformats.org/officeDocument/2006/relationships" id="267" r:id="R510ffe8bcd7a4319"/>
    <p:sldId xmlns:r="http://schemas.openxmlformats.org/officeDocument/2006/relationships" id="268" r:id="Rf4107fa4a9954666"/>
    <p:sldId xmlns:r="http://schemas.openxmlformats.org/officeDocument/2006/relationships" id="269" r:id="R55a407fc0ec14e05"/>
    <p:sldId xmlns:r="http://schemas.openxmlformats.org/officeDocument/2006/relationships" id="270" r:id="R7917f552435e48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d33cb90b34d45" /><Relationship Type="http://schemas.openxmlformats.org/officeDocument/2006/relationships/theme" Target="/ppt/theme/theme1.xml" Id="Re0801294817b4416" /><Relationship Type="http://schemas.openxmlformats.org/officeDocument/2006/relationships/notesMaster" Target="/ppt/notesMasters/notesMaster1.xml" Id="Rff5f4d29105b4707" /><Relationship Type="http://schemas.openxmlformats.org/officeDocument/2006/relationships/presProps" Target="/ppt/presProps.xml" Id="R37a0cc2417ef4d90" /><Relationship Type="http://schemas.openxmlformats.org/officeDocument/2006/relationships/viewProps" Target="/ppt/viewProps.xml" Id="R0f3d4a4be9c54870" /><Relationship Type="http://schemas.openxmlformats.org/officeDocument/2006/relationships/tableStyles" Target="/ppt/tableStyles.xml" Id="R88ae8eea9adb48d6" /><Relationship Type="http://schemas.openxmlformats.org/officeDocument/2006/relationships/slide" Target="/ppt/slides/slide1.xml" Id="R54b6331134c548ba" /><Relationship Type="http://schemas.openxmlformats.org/officeDocument/2006/relationships/slide" Target="/ppt/slides/slide2.xml" Id="Ra372b2d2d5154261" /><Relationship Type="http://schemas.openxmlformats.org/officeDocument/2006/relationships/slide" Target="/ppt/slides/slide3.xml" Id="Re410cb66c1904692" /><Relationship Type="http://schemas.openxmlformats.org/officeDocument/2006/relationships/slide" Target="/ppt/slides/slide4.xml" Id="R8fa0b72aa4444e4e" /><Relationship Type="http://schemas.openxmlformats.org/officeDocument/2006/relationships/slide" Target="/ppt/slides/slide5.xml" Id="Rf498ecf96f084ad7" /><Relationship Type="http://schemas.openxmlformats.org/officeDocument/2006/relationships/slide" Target="/ppt/slides/slide6.xml" Id="Rc51eb4a622ab46f3" /><Relationship Type="http://schemas.openxmlformats.org/officeDocument/2006/relationships/slide" Target="/ppt/slides/slide7.xml" Id="Rb0df5722192a4843" /><Relationship Type="http://schemas.openxmlformats.org/officeDocument/2006/relationships/slide" Target="/ppt/slides/slide8.xml" Id="Rbaee7d88aa5d4650" /><Relationship Type="http://schemas.openxmlformats.org/officeDocument/2006/relationships/slide" Target="/ppt/slides/slide9.xml" Id="Rde60eb5bf81a4ac9" /><Relationship Type="http://schemas.openxmlformats.org/officeDocument/2006/relationships/slide" Target="/ppt/slides/slide10.xml" Id="Rb0e883729aca4ee1" /><Relationship Type="http://schemas.openxmlformats.org/officeDocument/2006/relationships/slide" Target="/ppt/slides/slide11.xml" Id="R46cadfe03bf347c3" /><Relationship Type="http://schemas.openxmlformats.org/officeDocument/2006/relationships/slide" Target="/ppt/slides/slide12.xml" Id="R510ffe8bcd7a4319" /><Relationship Type="http://schemas.openxmlformats.org/officeDocument/2006/relationships/slide" Target="/ppt/slides/slide13.xml" Id="Rf4107fa4a9954666" /><Relationship Type="http://schemas.openxmlformats.org/officeDocument/2006/relationships/slide" Target="/ppt/slides/slide14.xml" Id="R55a407fc0ec14e05" /><Relationship Type="http://schemas.openxmlformats.org/officeDocument/2006/relationships/slide" Target="/ppt/slides/slide15.xml" Id="R7917f552435e48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f6d9a932a6a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aaf21f3f624555" /><Relationship Type="http://schemas.openxmlformats.org/officeDocument/2006/relationships/notesMaster" Target="/ppt/notesMasters/notesMaster1.xml" Id="R739d660be27d49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cda2daad3f4972" /><Relationship Type="http://schemas.openxmlformats.org/officeDocument/2006/relationships/notesMaster" Target="/ppt/notesMasters/notesMaster1.xml" Id="R5c94f46ae7eb45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d1feb12a374805" /><Relationship Type="http://schemas.openxmlformats.org/officeDocument/2006/relationships/notesMaster" Target="/ppt/notesMasters/notesMaster1.xml" Id="R7be190bb9dd74f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7e71e1f67749a3" /><Relationship Type="http://schemas.openxmlformats.org/officeDocument/2006/relationships/notesMaster" Target="/ppt/notesMasters/notesMaster1.xml" Id="R14ba3ec9a83a4f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59d655d7749bf" /><Relationship Type="http://schemas.openxmlformats.org/officeDocument/2006/relationships/notesMaster" Target="/ppt/notesMasters/notesMaster1.xml" Id="R5eeade367c0743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0b73fe3b88411b" /><Relationship Type="http://schemas.openxmlformats.org/officeDocument/2006/relationships/notesMaster" Target="/ppt/notesMasters/notesMaster1.xml" Id="R81026b4d6e5c44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a99d35b8f547c0" /><Relationship Type="http://schemas.openxmlformats.org/officeDocument/2006/relationships/notesMaster" Target="/ppt/notesMasters/notesMaster1.xml" Id="R7beb6fe8bf2d48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c1128cfda340ac" /><Relationship Type="http://schemas.openxmlformats.org/officeDocument/2006/relationships/notesMaster" Target="/ppt/notesMasters/notesMaster1.xml" Id="R34a74276cf9046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f0a280c0e34e42" /><Relationship Type="http://schemas.openxmlformats.org/officeDocument/2006/relationships/notesMaster" Target="/ppt/notesMasters/notesMaster1.xml" Id="R01d184a3c27840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39bd1f39414439" /><Relationship Type="http://schemas.openxmlformats.org/officeDocument/2006/relationships/notesMaster" Target="/ppt/notesMasters/notesMaster1.xml" Id="R230782da0aaa4e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07ee9bc21447c8" /><Relationship Type="http://schemas.openxmlformats.org/officeDocument/2006/relationships/notesMaster" Target="/ppt/notesMasters/notesMaster1.xml" Id="Rcac249bf794f44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a25f4428094fa9" /><Relationship Type="http://schemas.openxmlformats.org/officeDocument/2006/relationships/notesMaster" Target="/ppt/notesMasters/notesMaster1.xml" Id="R6fc55b5f6de443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2964b5f68f4df8" /><Relationship Type="http://schemas.openxmlformats.org/officeDocument/2006/relationships/notesMaster" Target="/ppt/notesMasters/notesMaster1.xml" Id="R0ca53016af3744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3936ef6b074742" /><Relationship Type="http://schemas.openxmlformats.org/officeDocument/2006/relationships/notesMaster" Target="/ppt/notesMasters/notesMaster1.xml" Id="R79427717b09e47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2c55e5241c4009" /><Relationship Type="http://schemas.openxmlformats.org/officeDocument/2006/relationships/notesMaster" Target="/ppt/notesMasters/notesMaster1.xml" Id="Rc55cb7b7a9e748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dadbb07764b3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e5ffed708494a35" /><Relationship Type="http://schemas.openxmlformats.org/officeDocument/2006/relationships/slideLayout" Target="/ppt/slideLayouts/slideLayout2.xml" Id="Rc330bd91360e47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30bd91360e47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e1fcc739944f5d" /><Relationship Type="http://schemas.openxmlformats.org/officeDocument/2006/relationships/image" Target="/ppt/media/image.png" Id="R230f3446132445f8" /><Relationship Type="http://schemas.openxmlformats.org/officeDocument/2006/relationships/image" Target="/ppt/media/image2.png" Id="R753cbf6aa0324f25" /><Relationship Type="http://schemas.openxmlformats.org/officeDocument/2006/relationships/notesSlide" Target="/ppt/notesSlides/notesSlide1.xml" Id="R679fbae89e4e43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2d870628ce49bf" /><Relationship Type="http://schemas.openxmlformats.org/officeDocument/2006/relationships/notesSlide" Target="/ppt/notesSlides/notesSlide2.xml" Id="Rde0cd715b57847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146d5d44db4414" /><Relationship Type="http://schemas.openxmlformats.org/officeDocument/2006/relationships/image" Target="/ppt/media/image3.png" Id="Ra94dea01c47f4059" /><Relationship Type="http://schemas.openxmlformats.org/officeDocument/2006/relationships/image" Target="/ppt/media/image4.png" Id="R032ce0eb2cd6468e" /><Relationship Type="http://schemas.openxmlformats.org/officeDocument/2006/relationships/notesSlide" Target="/ppt/notesSlides/notesSlide3.xml" Id="R2a1972d271a242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500eac41a34bad" /><Relationship Type="http://schemas.openxmlformats.org/officeDocument/2006/relationships/notesSlide" Target="/ppt/notesSlides/notesSlide4.xml" Id="R041c2e930dbd4a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06801e17bd4b16" /><Relationship Type="http://schemas.openxmlformats.org/officeDocument/2006/relationships/notesSlide" Target="/ppt/notesSlides/notesSlide5.xml" Id="R6546e87e345e4c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e402a800d04b83" /><Relationship Type="http://schemas.openxmlformats.org/officeDocument/2006/relationships/image" Target="/ppt/media/image5.png" Id="R7f7f0fd6fae54dde" /><Relationship Type="http://schemas.openxmlformats.org/officeDocument/2006/relationships/image" Target="/ppt/media/image6.png" Id="Rb344991058b54971" /><Relationship Type="http://schemas.openxmlformats.org/officeDocument/2006/relationships/image" Target="/ppt/media/image7.png" Id="Rd22910c1bdd54124" /><Relationship Type="http://schemas.openxmlformats.org/officeDocument/2006/relationships/notesSlide" Target="/ppt/notesSlides/notesSlide6.xml" Id="R9814a3318ee34a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5ec7d7afde410d" /><Relationship Type="http://schemas.openxmlformats.org/officeDocument/2006/relationships/notesSlide" Target="/ppt/notesSlides/notesSlide7.xml" Id="Rc4edccea5d944a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e22aa853fa42ca" /><Relationship Type="http://schemas.openxmlformats.org/officeDocument/2006/relationships/notesSlide" Target="/ppt/notesSlides/notesSlide8.xml" Id="R7c059d35a9f842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4b3a3de2dd4e95" /><Relationship Type="http://schemas.openxmlformats.org/officeDocument/2006/relationships/image" Target="/ppt/media/image8.png" Id="R997238c4632545f1" /><Relationship Type="http://schemas.openxmlformats.org/officeDocument/2006/relationships/notesSlide" Target="/ppt/notesSlides/notesSlide9.xml" Id="R6b871274711547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6321feb7b84c2b" /><Relationship Type="http://schemas.openxmlformats.org/officeDocument/2006/relationships/notesSlide" Target="/ppt/notesSlides/notesSlide10.xml" Id="Ra944e81bc41a4c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b066bc27ab4c6d" /><Relationship Type="http://schemas.openxmlformats.org/officeDocument/2006/relationships/notesSlide" Target="/ppt/notesSlides/notesSlide11.xml" Id="Rd19aece673634b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64421f54da4f85" /><Relationship Type="http://schemas.openxmlformats.org/officeDocument/2006/relationships/notesSlide" Target="/ppt/notesSlides/notesSlide12.xml" Id="R315fd2c4226546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61aedb01794450" /><Relationship Type="http://schemas.openxmlformats.org/officeDocument/2006/relationships/notesSlide" Target="/ppt/notesSlides/notesSlide13.xml" Id="Raa5ba4e1077f45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f8f584d37d4cae" /><Relationship Type="http://schemas.openxmlformats.org/officeDocument/2006/relationships/notesSlide" Target="/ppt/notesSlides/notesSlide14.xml" Id="R1dfa0d22699840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2a36830b84ce3" /><Relationship Type="http://schemas.openxmlformats.org/officeDocument/2006/relationships/notesSlide" Target="/ppt/notesSlides/notesSlide15.xml" Id="Rf03e69aed51842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13E3D8-16E9-434C-BF03-9E0DFDD9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EF769-7418-4F08-A712-362B546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A22F8-F37D-4926-9517-7D75553B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D4D3D-D23A-4D1D-A877-8B28EDE6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SUPPORT DE SOUTENANCE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89C80-CD85-402D-84AA-3AB208BD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14381-BC1B-44DF-BDF3-B6FCC274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5E8D5-A38B-43A4-9F92-67EA49C6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f3446132445f8"/>
          <a:srcRect xmlns:a="http://schemas.openxmlformats.org/drawingml/2006/main" l="0" t="218" r="0" b="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7600" y="838200"/>
            <a:ext cx="3905250" cy="18859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cbf6aa0324f25"/>
          <a:srcRect xmlns:a="http://schemas.openxmlformats.org/drawingml/2006/main" l="0" t="139" r="0" b="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3028950"/>
            <a:ext cx="35052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508D3-3056-4829-AEE9-5FFDFC07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E46F97-D858-41E6-AA44-D214735A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58EA9D-3D7E-47A4-BD19-B47DF298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CERTIFICATION RNCP 37873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F4C38-3F44-4E8C-9CC6-0C3C3B0C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Social Network, du besoin métier à l'application déployable.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48D1D-6C87-41F5-978B-FD5ACCDE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Christophe Lecart · Concepteur Développeur d'Applications · Zone01 Rouen Normandie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06FE1-1FD8-4EB9-A215-8B16B70D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E99D7-8E21-43E8-B773-6B6B8133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10084-1974-442E-99E7-2B7CA63D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9362E-BA4A-40FE-8481-95BF6044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compétences RNCP reliées aux preuves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910E4-3C99-41BF-BB6B-04039E02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C9CED-7E84-4E22-841E-03088933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529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57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5C607-DC22-4D6E-BBCC-36F368AA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commits personnels identifiés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0CF9A-2905-45A9-A71F-EDFF54F3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611B5-7DB0-44AB-A366-AA33326E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52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F639EA-5634-4A7C-B8C9-4930B015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33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blocs : développer, concevoir, déployer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64CB4-B81A-487C-85CB-9DE092D0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38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Fil rouge : montrer une contribution full stack concrète, honnête sur les limites, et lisible par un jury technique.</a:t>
            </a:r>
          </a:p>
        </p:txBody>
      </p:sp>
    </p:spTree>
    <p:extLst>
      <p:ext uri="{BB962C8B-B14F-4D97-AF65-F5344CB8AC3E}">
        <p14:creationId xmlns:p14="http://schemas.microsoft.com/office/powerpoint/2010/main" val="8644530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A501C-471B-4DC4-BFD4-16740D78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3E913-22F7-4E6B-A8D0-97712EEF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1E256-25DE-46F0-BE48-DDFA9A0A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7DE3E-99D3-437A-B3BF-D4D2361B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PROFIL CANDIDAT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68BB3-9935-4E59-8911-91577597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20981-58B2-466E-AC98-A5985416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96DBD8A-4E9B-4F48-86E7-70B54FEC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6642B1-398B-4539-ABC2-46C4A6A7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POINT DE DÉPART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9F127-8D1F-499F-B507-7976DA87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847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Une reconversion crédible parce qu'elle s'appuie sur 20 ans de terrain technique.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E4EF1-DE70-4223-8484-B3302B86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7D3D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C77D3D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8D125-E4B6-4A5D-B19F-29BA9695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E1C2A-7C99-4E78-8435-D1951990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C9173-A54C-4864-A3EB-21324AF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Industrie, SAV et conformité : analyse de systèmes, rigueur documentaire, relation avec des ingénieurs.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68045-1ED5-4CE0-8D40-2695FA22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6C8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316C8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92F2E-DAC1-4304-8970-72336126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33650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01DB6-CA68-483F-8D09-CF92EC46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0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Transition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CAB8B-7DDC-438E-BB8A-D7C660C8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670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Formation Zone01 depuis 2024 : autonomie, peer-learning, pratique intensive et projet en équipe.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F0383-882A-49BA-A25C-6003BFB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7F71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5F7F7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5F93D-3C52-4135-A5D8-6E84CDBE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02241-D257-48D6-BE07-0D139755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Positionnement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23E272-BC8A-48A3-8009-B1B96833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Développeur full stack capable de relier UI, API, données, sécurité et déploiement.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DF3B4-9BF7-4466-8333-4455EA1E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8832D4-EAA6-4CDD-AEB1-878D78B9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D6E2"/>
                </a:solidFill>
                <a:latin typeface="Aptos"/>
                <a:ea typeface="Aptos"/>
                <a:cs typeface="Aptos"/>
              </a:rPr>
              <a:t>Phrase à poser devant le jury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3BBB0-6E9A-40EB-B961-EADA1279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Je ne viens pas seulement apprendre une stack : je viens structurer, sécuriser et documenter un produit logiciel de bout en bout.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63408-D6FC-4F99-BA4B-34434B52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 : 00-presentation/README.md</a:t>
            </a:r>
          </a:p>
        </p:txBody>
      </p:sp>
    </p:spTree>
    <p:extLst>
      <p:ext uri="{BB962C8B-B14F-4D97-AF65-F5344CB8AC3E}">
        <p14:creationId xmlns:p14="http://schemas.microsoft.com/office/powerpoint/2010/main" val="12719067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00151F-E96A-416C-9452-7B21ADC9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5DC9F-3C69-429A-BA43-61A87EC7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3BD40-82A9-4384-A385-4EF9EF76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4AE84-E552-4B16-ACDE-92919B41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CONTEXTE PROJET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977BC-663E-4ACF-9F47-67E9B2A2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38EF7-8025-413A-8D02-8CD7D27C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4425DC-9110-402B-B7B8-365A831A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D63A30-A78A-4B5A-ABE9-DD6AD81E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PRODUIT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AF7D9-256C-4908-9835-DF0390E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Le réseau social concentre les risques classiques d'une application moderne.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dea01c47f4059"/>
          <a:stretch xmlns:a="http://schemas.openxmlformats.org/drawingml/2006/main"/>
        </p:blipFill>
        <p:spPr>
          <a:xfrm xmlns:a="http://schemas.openxmlformats.org/drawingml/2006/main">
            <a:off x="8191500" y="877358"/>
            <a:ext cx="2000250" cy="2741083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ce0eb2cd6468e"/>
          <a:srcRect xmlns:a="http://schemas.openxmlformats.org/drawingml/2006/main" l="0" t="218" r="0" b="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0350" y="3638550"/>
            <a:ext cx="3905250" cy="1885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CA035-FF92-406B-9E54-0E33D2CD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CC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73869-E232-4471-BCB7-FBD2181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Fonctionnalités centrales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0EA4D-4305-41B7-9B1F-0E516BC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Authentification JWT + OAuth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8AD92-BF5C-4BD3-A4D0-4A4D302D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Feed, posts, commentaires, réactions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F0C3C-66FC-417F-BF19-2A7A4835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Stories, groupes, événements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B3C55-12DB-4D5C-83BD-E7F1A61A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Chat et notifications temps réel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18EAF-731B-4C59-B124-95EA71D6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Upload média Cloudinary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A2B41-7379-45B8-BEF8-7C63EA32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19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Internationalisation et thème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FACC8-F8E9-4B68-98C3-344DD5FB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6C8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FFAD2-5DB2-4A7C-A612-397B006B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207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316C8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316C8C"/>
                </a:solidFill>
                <a:latin typeface="Aptos"/>
                <a:ea typeface="Aptos"/>
                <a:cs typeface="Aptos"/>
              </a:rPr>
              <a:t>Next.js 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A139C-2FE0-4953-BB45-21B172E8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F7F7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04F59-9F34-4933-96EF-65D70950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72075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F7F71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F7F71"/>
                </a:solidFill>
                <a:latin typeface="Aptos"/>
                <a:ea typeface="Aptos"/>
                <a:cs typeface="Aptos"/>
              </a:rPr>
              <a:t>Prisma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E607B-6B1B-4840-A667-2BF66DD7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244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77D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CCA69-9458-4C72-808A-D2534B7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72075"/>
            <a:ext cx="1009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C77D3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77D3D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7340B-49AC-4857-9AB4-FF93613D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2445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65A4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693FC-3D1A-4EEC-A42C-52D140FB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72075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65A4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65A47"/>
                </a:solidFill>
                <a:latin typeface="Aptos"/>
                <a:ea typeface="Aptos"/>
                <a:cs typeface="Aptos"/>
              </a:rPr>
              <a:t>Upstash Redis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33D7A-8F80-4CAA-AC7A-F17DFB23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669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146855-D48E-4B03-A595-E3BF78C2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1295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Lecture système : besoin, architecture, données, sécurité, preuves personnelles, déploiement.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5EB41-6DD0-4E42-9EDF-0135AA02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Sources : 01-introduction, 02-cahier-des-charges, 03-conception</a:t>
            </a:r>
          </a:p>
        </p:txBody>
      </p:sp>
    </p:spTree>
    <p:extLst>
      <p:ext uri="{BB962C8B-B14F-4D97-AF65-F5344CB8AC3E}">
        <p14:creationId xmlns:p14="http://schemas.microsoft.com/office/powerpoint/2010/main" val="13697216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010FA-E98C-43BA-970C-D5F81110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95E2D-D325-412B-91E7-A7BB450E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5F9F7-786E-4D1B-A68A-FE14EC99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DA5DC-E520-413B-8FE1-4F69C725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MAPPING RNCP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30662-2302-423E-BA92-5C61230F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29FD1-75F1-4178-AC2B-E8F93FA0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A22DC40-5CF6-4078-BC5A-AB26A2B3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8A7FF6-4276-4BFF-8E97-B1E667A9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RÉFÉRENTIEL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9D8A2-E83A-43DD-B02A-99F48801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Les 11 compétences RNCP sont couvertes par des preuves projet, avec un point de vigilance sur les tests.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15FFC-494D-4975-8F9B-D2A1CBF4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316C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E44F4-1613-41E2-B0AF-77F8E421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6C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16C8C"/>
                </a:solidFill>
                <a:latin typeface="Aptos"/>
                <a:ea typeface="Aptos"/>
                <a:cs typeface="Aptos"/>
              </a:rPr>
              <a:t>BLOC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9024E-9605-487E-9C0A-E6A79B7D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Développer une application sécurisée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BAC01-0945-436F-917F-2EE7B9ED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4/4 démontrées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BBD61-9822-4C62-A584-657BED84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5F7F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DB884-EB44-407B-AB60-73A9C0A4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7F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7F71"/>
                </a:solidFill>
                <a:latin typeface="Aptos"/>
                <a:ea typeface="Aptos"/>
                <a:cs typeface="Aptos"/>
              </a:rPr>
              <a:t>BLOC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22763-ED2B-46EF-A644-76F99BC5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Concevoir une application en couches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4F47E-49F3-4F0E-9661-903FD9B4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4/4 démontrées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F3E5B-F420-4FB1-8BE7-4FAD51BB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7"/>
          </a:solidFill>
          <a:ln xmlns:a="http://schemas.openxmlformats.org/drawingml/2006/main" w="9525">
            <a:solidFill>
              <a:srgbClr val="C77D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F4BA6-E1A2-479B-ACD0-77BCA48B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7D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7D3D"/>
                </a:solidFill>
                <a:latin typeface="Aptos"/>
                <a:ea typeface="Aptos"/>
                <a:cs typeface="Aptos"/>
              </a:rPr>
              <a:t>BLOC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38BBC-6575-493C-B122-9559A683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Préparer le déploiement sécurisé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FF9B5-97D0-4C33-929B-F53C6891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2/3 démontrées · tests partiels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12895-CD77-40BE-B291-8AD077E5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16C8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6C8C"/>
                </a:solidFill>
                <a:latin typeface="Aptos"/>
                <a:ea typeface="Aptos"/>
                <a:cs typeface="Aptos"/>
              </a:rPr>
              <a:t>C1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030C9-03BD-4620-9023-91606DFE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Environnement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F0CBB-AFE8-401E-A3A6-F8EAF2B6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24275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5B376-AD75-44F3-9063-89A489D8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67125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 prête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3FDD3-059C-45B7-9F1B-57BBCD6C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16C8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6C8C"/>
                </a:solidFill>
                <a:latin typeface="Aptos"/>
                <a:ea typeface="Aptos"/>
                <a:cs typeface="Aptos"/>
              </a:rPr>
              <a:t>C2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E3482-497D-4402-9AAA-9B539B97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76675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Interfaces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3A6748-E742-47A6-B07A-89CD7603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119DAC-D9D2-4313-9253-67B9DE40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6715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 prête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038FB8-D946-4F54-9D57-E72D481E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16C8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6C8C"/>
                </a:solidFill>
                <a:latin typeface="Aptos"/>
                <a:ea typeface="Aptos"/>
                <a:cs typeface="Aptos"/>
              </a:rPr>
              <a:t>C3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98280A-6124-46B5-8CE1-2FD3294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Métier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3CDDAC-A846-4693-99C5-2CB63F01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24325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DCBF7E-4736-496F-A46B-880D354A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67175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 prête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2F4BCB-C1F4-4F56-A153-58B4287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16C8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6C8C"/>
                </a:solidFill>
                <a:latin typeface="Aptos"/>
                <a:ea typeface="Aptos"/>
                <a:cs typeface="Aptos"/>
              </a:rPr>
              <a:t>C4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A974A9-D3C4-47A2-8615-6484C280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76725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Gestion projet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622481-5541-4A05-9A9B-150CF6A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DB55F6-9699-4604-B7EF-51585EC0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6720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 prête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8E1FEF-22DB-4920-B6AF-7EC5AD22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7F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F71"/>
                </a:solidFill>
                <a:latin typeface="Aptos"/>
                <a:ea typeface="Aptos"/>
                <a:cs typeface="Aptos"/>
              </a:rPr>
              <a:t>C5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8CA372-699E-4F4C-8C9C-1041FD91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Besoins &amp; maquettes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6B3EA1-D0A9-458B-B40B-886C199E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24375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4A46A8-303C-44D8-BA4C-DDA56392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67225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 prête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DA9AD1-DB69-415E-BE12-3E65D42E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7F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F71"/>
                </a:solidFill>
                <a:latin typeface="Aptos"/>
                <a:ea typeface="Aptos"/>
                <a:cs typeface="Aptos"/>
              </a:rPr>
              <a:t>C6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741820-02E0-4BC8-B26A-6215D4E6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76775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6BED8B-7262-403A-85C6-732F500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24400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D9B1BB-8EFE-4E36-96C6-F19CCBDF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6725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 prête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DE19ED-53DE-4BDC-AA70-73FB0DDA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7F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F71"/>
                </a:solidFill>
                <a:latin typeface="Aptos"/>
                <a:ea typeface="Aptos"/>
                <a:cs typeface="Aptos"/>
              </a:rPr>
              <a:t>C7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12D3C4-567B-4BDF-8EEB-2179D518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BDD relationnelle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56D07C-9DE5-4793-9BE2-D56A2271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24425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F0227C-55CD-49B3-9A01-B7A3235F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67275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 prête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FB2BAC-9F67-4C38-85F0-4C6ADAEC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7F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F71"/>
                </a:solidFill>
                <a:latin typeface="Aptos"/>
                <a:ea typeface="Aptos"/>
                <a:cs typeface="Aptos"/>
              </a:rPr>
              <a:t>C8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5F9832-80C5-4162-A7D1-B9795311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76825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Accès données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6C2879-B05F-476A-A76E-391067C3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DCC26A-A864-4673-859C-48E2488D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 prête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895F80-21FF-46B1-B5F8-2A9EA410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77D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7D3D"/>
                </a:solidFill>
                <a:latin typeface="Aptos"/>
                <a:ea typeface="Aptos"/>
                <a:cs typeface="Aptos"/>
              </a:rPr>
              <a:t>C9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D2A2F5-19CE-4069-9321-F3219ADA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Plans de tests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C97F89-8384-48AD-9DA6-ACFF45E7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24475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2B367F-2AA3-416A-92B6-FB527618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67325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C77D3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77D3D"/>
                </a:solidFill>
                <a:latin typeface="Aptos"/>
                <a:ea typeface="Aptos"/>
                <a:cs typeface="Aptos"/>
              </a:rPr>
              <a:t>partiel assumé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F80D96-7DC0-4B2B-BBA5-88D57B86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77D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7D3D"/>
                </a:solidFill>
                <a:latin typeface="Aptos"/>
                <a:ea typeface="Aptos"/>
                <a:cs typeface="Aptos"/>
              </a:rPr>
              <a:t>C10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57C227-09D7-4D43-9D42-AE1EF71B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Déploiement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66BCE8-8234-48EC-A10D-CCB9932E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0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5FC530-CE8F-4B4F-94F8-51ECAE17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6735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 prête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5D8AF4-490B-4371-8FC3-2D52CB08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43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77D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7D3D"/>
                </a:solidFill>
                <a:latin typeface="Aptos"/>
                <a:ea typeface="Aptos"/>
                <a:cs typeface="Aptos"/>
              </a:rPr>
              <a:t>C11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E84F367-75C9-44D6-82CD-B4B2CE66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DevOps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0F52CC-B1A9-48C2-B11B-CBA8575E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24525"/>
            <a:ext cx="590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BC67DC-8026-407A-A94C-05241DAA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67375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 prête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CDA897-FEEB-46B6-8EF4-3CBD5446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015E0C-597E-4D48-A6AA-37C30E50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 : MAPPING_COMPETENCES.md</a:t>
            </a:r>
          </a:p>
        </p:txBody>
      </p:sp>
    </p:spTree>
    <p:extLst>
      <p:ext uri="{BB962C8B-B14F-4D97-AF65-F5344CB8AC3E}">
        <p14:creationId xmlns:p14="http://schemas.microsoft.com/office/powerpoint/2010/main" val="4674081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0039D3-AF91-47EB-AAD5-2DCDB8C3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939A4-6BDF-415A-9B97-2771B3DC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BBD12-BF6E-4391-A194-EA015FD1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FB4EB-E183-4E89-AE3F-BC09C002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CONTRIBUTION PERSONNELLE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A36C7-99FA-4FBC-810B-FFB06451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A00EC-727A-424B-931E-47BE1CD1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541640-EFEE-43D5-A1A5-5DBCBD0E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D13DD22-A488-43B7-9F8C-F8130D66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PREUVES PERSONNELLES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A1723-4957-4CA4-A80E-81BE8338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La contribution est traçable : 57 commits, 2e contributeur, et des domaines techniques identifiés.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4744D-E939-45F2-8396-8FC37B47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99794-E9C1-4212-AD61-C481756D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57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AF321-38A2-4CA7-AEC0-3C52A12B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commits Christophe cumulés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4171A-1613-4409-9137-88DB1228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B505C-2879-41B4-A27E-ABF15400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288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2e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E9AC5-C985-4B7D-AA2D-31FC9F32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09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contributeur sur 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A4C22-F09C-42BC-A74A-FA266FDE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192AD-C55E-4CE2-9404-F579FBC7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288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7/11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28745-5E28-4190-AE6D-289E350C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9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compétences avec contribution forte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03654-75EB-421C-A55F-78D4515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C93D1-2149-43D7-AA26-D6A1666A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19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Réactions universelles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85CA0-C219-4505-8380-B4C92D03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posts · stories · commentaires · counts temps réel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FDDF60-B683-4F19-844C-AE816DFA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3BE30-C61E-448B-A8AB-6503443E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767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Design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33A3C-48E8-49AA-8F1F-488849A2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thème, palette, dark mode, composants UI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A15332-2EBC-40CB-8F25-AE92EB1F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FC494-7A9A-49EF-9794-AD451350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Création de posts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93E7F-D1D4-4C87-8C53-834BAB01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529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dialog responsive, médias, GIF, Cloudinary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4F255B-6DC9-449F-A692-441C9D44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BC455A-5BE2-4BC6-93AD-50C3ED44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91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Stories &amp; chat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5B2A2-AFBC-4FC8-94BB-8B1E0A1F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timer, bulles, emoji picker, rendu temps réel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285F4C-48C6-4CE0-9106-E02C67D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139590-C60C-435E-A451-C3E37B52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48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Dossier certification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9A8F93-8E98-4409-AC1A-20D6F5D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673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structure, UML, mapping RNCP, preuves GitHub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5AC57B-9C38-4A3C-8AD3-53A2D4A9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71900"/>
            <a:ext cx="22479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8CC813-A5EE-44A5-A32A-AF31F9CB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D6E2"/>
                </a:solidFill>
                <a:latin typeface="Aptos"/>
                <a:ea typeface="Aptos"/>
                <a:cs typeface="Aptos"/>
              </a:rPr>
              <a:t>À dire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BC087A-A05F-4021-84FF-DF3E8984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2910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938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Je peux pointer chaque preuve : commit, fichier, section dossier ou comportement en démo.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6EA3D1-7F04-456B-8483-569EF0AB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 : contribution-personnelle.md</a:t>
            </a:r>
          </a:p>
        </p:txBody>
      </p:sp>
    </p:spTree>
    <p:extLst>
      <p:ext uri="{BB962C8B-B14F-4D97-AF65-F5344CB8AC3E}">
        <p14:creationId xmlns:p14="http://schemas.microsoft.com/office/powerpoint/2010/main" val="10506749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294C4C-B34D-41E9-8DFC-B66049EF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CD7C8-8CF1-43FA-B3A1-A48878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4A24A-2FAA-4552-A62D-200E4FDB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40A4A-EA33-411B-8EFB-B7E991EE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CONCEPTION UX/UI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6D201-AB11-4D10-A9A5-25EBBC74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72B4B-34EB-4F5C-8C31-4168F451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DCA9E36-33F1-4A45-8363-32766E30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381E085-1F72-4A46-813C-520D6722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MAQUETTES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9DDAD-7A10-40DB-823F-9AE69E63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La conception part des parcours clés puis se vérifie dans des écrans concrets.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f0fd6fae54dde"/>
          <a:srcRect xmlns:a="http://schemas.openxmlformats.org/drawingml/2006/main" l="0" t="44" r="0" b="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038350"/>
            <a:ext cx="2724150" cy="15430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4991058b54971"/>
          <a:srcRect xmlns:a="http://schemas.openxmlformats.org/drawingml/2006/main" l="7185" t="0" r="71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8650" y="2038350"/>
            <a:ext cx="2724150" cy="15430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910c1bdd54124"/>
          <a:srcRect xmlns:a="http://schemas.openxmlformats.org/drawingml/2006/main" l="7185" t="0" r="71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2038350"/>
            <a:ext cx="2724150" cy="1543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6394E-E09B-4B3E-AF07-738F9207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8FEB7-0666-4CC1-B142-0EE65359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752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993D2-02DC-44E6-A59A-FF1DF286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4ADF0-D649-4A57-93B6-14D7FEC1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752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DEAE8-BB72-43D5-8018-4CEAFE77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Wireframe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619C9-25C6-4024-B743-31785A41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Structure et priorité de lecture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87CE8-CEDE-4743-B4C9-2F242F37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52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Mockup feed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05481-10AA-45DC-907F-C37D8BD5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005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Composants, rythme, contenu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EFB84-DABB-4A65-9AEF-C19BC1A7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Profil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39C5F-61F1-4380-AF88-3B421E7E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Identité utilisateur et navigation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DA115-05F4-45BC-851D-C4EE3FFD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923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8CC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5F9269-BA01-4D86-A2FF-F46A20A9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Preuve RNCP : user stories, wireframes, mockups, pages implémentées, design system et composants réutilisables.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AF1EC-943F-4228-AC56-96A8ED75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Sources : 03-conception, 07-annexes/Wireframe_*.png, 07-annexes/Mockups_*.png</a:t>
            </a:r>
          </a:p>
        </p:txBody>
      </p:sp>
    </p:spTree>
    <p:extLst>
      <p:ext uri="{BB962C8B-B14F-4D97-AF65-F5344CB8AC3E}">
        <p14:creationId xmlns:p14="http://schemas.microsoft.com/office/powerpoint/2010/main" val="9101947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7603F-AEAA-4A58-9C90-C89F5E7D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201A6-00F1-4581-99EA-20E6D95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0461A-43B1-4FF1-A2B9-BC2F073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58E40-4A23-484B-B883-095FA5C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258AF-D64D-4234-8FF0-FA2B263C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E13A2-5AB6-4DCE-A447-55220AC1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CC98BB2-E5F7-4020-A56F-C1465EC3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4CD3745-D33F-478A-89BC-1E2BC3D3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VUE SYSTÈME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6B882-2EB3-4039-B411-AAD356BA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L'application est organisée en couches lisibles : client, API, logique métier, données et services.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5280F-B049-452C-B0D9-CFBAD248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316C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CDA6F-2708-479A-8DCA-32708C81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Navigateur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6AEBE-4FA3-42F1-AAEC-BA3B8900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Next.js App Router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SSR + CSR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AB82E-0D08-492F-BB81-2816D008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431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77D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78D30-B7EB-4464-985A-6C704C3E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Vercel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21085-4138-42A7-ABED-0CF449B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Edge CDN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build + SSL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85C3E-9DD9-46EC-A333-15E86E30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1119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D3D08-4C54-4354-87F6-889163A9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Next.js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53534-C621-469C-A0BF-D87197E9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routes privées</a:t>
            </a:r>
          </a:p>
          <a:p xmlns:a="http://schemas.openxmlformats.org/drawingml/2006/main">
            <a:pPr algn="ctr">
              <a:defRPr sz="713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middleware JWT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9C498-3ADB-4834-A243-EB18512E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5F7F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20634-9F3B-4ECD-AC66-F23AD26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2ACFD-1805-405C-BDD8-8A0C88D5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Zod · services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réponses normalisées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6F6F4-60EE-4AAB-A54F-1211E495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316C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5806F-01DF-4794-952F-FB9B354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45F45-A38F-4089-960D-22678A84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Neon + Prisma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18 modèles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8C2DC-AE27-47EC-A1AA-47372AC4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65A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F79BC7-79FF-4F13-9A0B-25D86E7A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9C782-E639-417E-AC1F-6A3EB2EB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Upstash REST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buffer SSE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4A9B0-AA73-434E-AF9D-3C7052A8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815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77D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A6911F-8901-4ABC-8192-5DED0A40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Cloudinary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EC90BD-40D6-4E0E-9A54-8E77FAD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43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stockage médias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transformations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F89772-A173-44E3-A980-8CBE8BBF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5F080C-5126-440F-B28A-F9D3A0AC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38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510AC4-9C5B-487A-9916-D17A09C8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860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EE1FF4-1FF5-4F14-B0E3-A1CDCEAA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38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FF523-453C-4703-9394-5CF2181A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8B07DA-8B16-4BB3-8EB8-A738ECE4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368E8B-520B-434B-813E-8430BC6F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3EB25A-C963-4223-9D77-27896609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7AFA0-F47B-48D6-A366-976F01AB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AE3C0E-6742-47FD-A8E7-A6D160BF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95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0DEBD4-F92B-49E2-B420-15731DC1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0035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1EF854-5FB6-489C-955D-64A03C67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200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1F5CC9-44DA-4D03-BCCB-9EB67607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241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6C8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32C868-0E0C-4FB9-B1ED-FD9C287C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7172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316C8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316C8C"/>
                </a:solidFill>
                <a:latin typeface="Aptos"/>
                <a:ea typeface="Aptos"/>
                <a:cs typeface="Aptos"/>
              </a:rPr>
              <a:t>HTTP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9E2FFE-C874-4A17-83B2-8626855F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6C8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C8D858-7C8B-4B19-9941-1FF6F8DF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6217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316C8C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316C8C"/>
                </a:solidFill>
                <a:latin typeface="Aptos"/>
                <a:ea typeface="Aptos"/>
                <a:cs typeface="Aptos"/>
              </a:rPr>
              <a:t>Prisma ORM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016ABC-E926-4E62-9BBD-7B54C510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65A4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F97278-B4B1-4C9D-9D88-754296D8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051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65A4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65A47"/>
                </a:solidFill>
                <a:latin typeface="Aptos"/>
                <a:ea typeface="Aptos"/>
                <a:cs typeface="Aptos"/>
              </a:rPr>
              <a:t>SSE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7167C1-48EB-4131-9749-6A16126D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 : 04-developpement/README.md</a:t>
            </a:r>
          </a:p>
        </p:txBody>
      </p:sp>
    </p:spTree>
    <p:extLst>
      <p:ext uri="{BB962C8B-B14F-4D97-AF65-F5344CB8AC3E}">
        <p14:creationId xmlns:p14="http://schemas.microsoft.com/office/powerpoint/2010/main" val="16187959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578D15-7B5D-44CF-8C2D-16843AD0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68153-4E5C-4DE5-8A49-D66088F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C4C38-3A8D-4AD8-84E9-A7283B98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4572C-C3A2-4B7F-8B12-8E5BFFB5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AUTHENTIFICATION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B30C6-09A4-4177-A5E7-62BECE70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AD7FA-4942-4A21-A16B-68E43B1F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63D822-AA24-4654-85DF-A9D0C174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F0B3610-5479-4D8D-B357-E7B8EF68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SÉCURITÉ APPLICATIVE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123EB-A483-4450-ACA3-A07EE48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23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L'authentification custom suit un flux contrôlé : login, hash, JWT signé, cookie protégé, middleware.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E02C3-4AB8-4FE3-91FA-9A6006EA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466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8CC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A8C42-E71B-40C1-96A9-48B38EEB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6C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316C8C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C72A2-398C-474F-96CD-DF95CEB8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98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DD74D-6B8B-4E8F-BE44-BA9B6A90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POST /api/public/auth/login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email + password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52895-F596-43FE-9E5F-3D98D9B7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289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ACCF6-D217-41C4-951A-4BA2AB51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1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60D4F-B316-40F7-95D2-A7AC3967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1466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8CC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8CE89-A610-4B3F-A555-F8B3F88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6C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316C8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6DF81-C06C-4D6B-8448-84C8ABA2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DD268-E487-4649-B80D-EDE751B5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908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lookup utilisateur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bcrypt.compare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B0E56-4AB4-4337-838D-EE000995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5DBD2-E618-4D58-B450-F338CC2E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981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DCE23-5346-4BE3-A620-7849974B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0300"/>
            <a:ext cx="1466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1119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B7AED-9ECF-4E54-B347-86E969F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F8CB4-1567-49FE-B4D8-9E9F90A7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D6359-E1ED-4007-961A-4BD3E4FF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DCE8F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CE8F0"/>
                </a:solidFill>
                <a:latin typeface="Aptos"/>
                <a:ea typeface="Aptos"/>
                <a:cs typeface="Aptos"/>
              </a:rPr>
              <a:t>jose.SignJWT({userId})</a:t>
            </a:r>
          </a:p>
          <a:p xmlns:a="http://schemas.openxmlformats.org/drawingml/2006/main">
            <a:pPr algn="ctr">
              <a:defRPr sz="713" b="0">
                <a:solidFill>
                  <a:srgbClr val="DCE8F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CE8F0"/>
                </a:solidFill>
                <a:latin typeface="Aptos"/>
                <a:ea typeface="Aptos"/>
                <a:cs typeface="Aptos"/>
              </a:rPr>
              <a:t>secret applicatif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214672-1E89-4149-95A5-8EFCB911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CD6FAD-EA0D-43A5-9F64-1ED122FD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81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A13DBA-9B4B-4FC6-8A46-83FD87CE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00300"/>
            <a:ext cx="1466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8CC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F5CEFE-3E13-4E1C-9398-5F3F2496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6C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316C8C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263C4A-8441-43D2-8EAE-C089FC6C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Cookie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315D71-B97F-420D-BD1B-46165A4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authToken HttpOnly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SameSite=Lax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8F158-4F15-40E0-9EB6-2EC441B7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14735E-007D-4356-A3B9-8C35C270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81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2CE03F-268A-417F-BF42-CE299D81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00300"/>
            <a:ext cx="1466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8CC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2DC0A7-BCCE-476D-A951-B31A44AF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6C8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316C8C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06E37C-BC16-4AC1-BC5E-BAA8637F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098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Middleware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211D3C-1166-4D62-904F-01DDF17E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908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verifyJwt + x-user-id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routes protégées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94E362-7964-45B3-89BD-B35313AA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8743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5F7F7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904442-5408-4A7D-BF26-8F150E1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815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À défendre : sécurité par défaut, routes publiques explicitement listées, validation côté API, mots de passe hashés, absence de credentials hardcodés.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CC1402-702E-4450-A4BA-D57075CA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Sources : 04-developpement/README.md, 04-developpement/securite-rgpd.md</a:t>
            </a:r>
          </a:p>
        </p:txBody>
      </p:sp>
    </p:spTree>
    <p:extLst>
      <p:ext uri="{BB962C8B-B14F-4D97-AF65-F5344CB8AC3E}">
        <p14:creationId xmlns:p14="http://schemas.microsoft.com/office/powerpoint/2010/main" val="16056542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9BCD3-CE55-4D68-919B-DC1A9D32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3CF8-EB90-4E7A-B6C0-171FFFD5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8E4B1-5661-4D50-BA64-382BCF50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B7042-07CE-4C35-B2A2-5C759460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DONNÉES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069DA-A9BF-4358-9DB4-53475021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B3F11-9BF1-442E-BDAF-297AF50A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B88DC8-ECCB-438A-9C25-BBF70A36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F4758D6-9188-4DEC-95CF-8F362D95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MODÉLISATION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17176-2F14-4180-B34B-80020560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28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Le modèle de données prouve la compréhension des relations, contraintes et cardinalités.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238c4632545f1"/>
          <a:stretch xmlns:a="http://schemas.openxmlformats.org/drawingml/2006/main"/>
        </p:blipFill>
        <p:spPr>
          <a:xfrm xmlns:a="http://schemas.openxmlformats.org/drawingml/2006/main">
            <a:off x="666750" y="1945206"/>
            <a:ext cx="7239000" cy="407248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AD461-1D21-4084-A559-0BE6A852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316C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2EE96-780C-411E-A6C0-76AF70DE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6C8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316C8C"/>
                </a:solidFill>
                <a:latin typeface="Georgia"/>
                <a:ea typeface="Georgia"/>
                <a:cs typeface="Georgia"/>
              </a:rPr>
              <a:t>18 modèles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C09B8-64AD-4E72-BFEE-502E8D4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User, Post, Comment, Reaction, Message, Group, Event...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55B9A-263B-4AD1-8CFC-84737C3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5F7F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D36BD-7880-4E58-81D0-7F43778D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7F71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5F7F71"/>
                </a:solidFill>
                <a:latin typeface="Georgia"/>
                <a:ea typeface="Georgia"/>
                <a:cs typeface="Georgia"/>
              </a:rPr>
              <a:t>Contraintes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F1662-9BE0-41D9-AE9F-EB700740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195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unicité composite sur réactions, relations et membres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30559-B447-4548-8599-AEDB286D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77D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F8854-9036-480C-9730-FD1ECC23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7D3D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C77D3D"/>
                </a:solidFill>
                <a:latin typeface="Georgia"/>
                <a:ea typeface="Georgia"/>
                <a:cs typeface="Georgia"/>
              </a:rPr>
              <a:t>Source vérité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6A1F9-0F1F-4A3E-BC55-214EF4C6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05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Prisma schema + dictionnaire de données + diagrammes UML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73909-B6F4-449D-8502-8F86469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Sources : 03-conception/donnees.md, 03-conception/diagrammes-uml.md, 07-annexes/diagram.png</a:t>
            </a:r>
          </a:p>
        </p:txBody>
      </p:sp>
    </p:spTree>
    <p:extLst>
      <p:ext uri="{BB962C8B-B14F-4D97-AF65-F5344CB8AC3E}">
        <p14:creationId xmlns:p14="http://schemas.microsoft.com/office/powerpoint/2010/main" val="6623101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5E5EA2-AA56-41E5-95DA-A8FA9A83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A5F85-4EFC-43F0-A442-20B14C2B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14F30-8910-49CC-A09B-87CC721C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91E50-E35E-4DE8-8F3B-C7EF7C0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TEMPS RÉEL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58953-1C19-4D54-90A1-CC161679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BA367-95E4-4218-A403-100CFECC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26C000E-C23E-49C3-A8E2-C6DE8B48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92DA3D1-96D4-4978-A3C9-0FD5C0A4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SSE + REDIS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B4B3C-D5A0-4535-BAFA-0FB52D88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Le temps réel est traité par Server-Sent Events, adapté au besoin et compatible serverless.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BF704-DF5A-4257-B5C8-BA67A67C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3BAE6-C1DE-4A37-BA50-6B8196C7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CAA6B-45CB-4499-BDBC-17DD6CD6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95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API Next.js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824B2-C493-49DE-8A62-92C115BB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03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D3B00-39FE-4E34-ADA5-1A805440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66B06-8B0D-41AB-9A95-26365CF6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1CD60-F261-4DF0-90C1-664C4E83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Upstash Redis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91606-C462-4DE2-9F9A-10D76E9B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60712-9135-4840-8901-0F5EAE4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 B · SSE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7A9C8-9301-4005-9BE8-29B37714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003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EAB92-3ACE-47CD-B78C-23BF5836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146B7-A713-4ACC-A0D2-CF8536E9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57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CE255-C7B2-4047-B268-5843C1D4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1952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POST /chat/send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A7ADA-4824-4614-9A39-6887802A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004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366C2-800D-44F1-A02D-D5B0B3C7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C267B-E28A-41CC-A5DD-9BF9AC63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90850"/>
            <a:ext cx="1952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INSERT message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08B373-5713-4B44-B648-28FB02D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3855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69D1F6-AE71-41EB-9EE3-65D1C99C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90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C20F68-8CE5-4247-8179-C8D6E7F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29000"/>
            <a:ext cx="1952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saved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43D9A6-71F3-4B52-A048-1C88197D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767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B0FE0-737C-4C04-B9E1-48504117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8915A-29AC-4B49-8650-7679B5F1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67150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SET latest:chat:*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92A0D3-E275-4DDF-B747-7C749A6C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01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633E30-B601-492A-98D6-910B6752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D8B413-EAA5-482B-AB89-2A2DE540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1952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GET latest:*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6C6D84-3444-4DAE-A5BB-533133E1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292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A1881A-13D1-40A0-B6CD-9A046FB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981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F74951-EE9F-43AB-AB55-1956B0AA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19650"/>
            <a:ext cx="1952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data: payload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6B9DFF-9F8C-4353-AD34-9575A5A7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5C1D20-854C-4CDC-82CD-7121D41A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72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Compromis assumé : Upstash REST impose du polling. Suffisant pour le volume formation, à remplacer par pub/sub ou service managé si montée en charge.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6BD700-9AED-4DC8-8A17-F8DFF755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 : 04-developpement/README.md · diagramme de séquence Real-time Messaging</a:t>
            </a:r>
          </a:p>
        </p:txBody>
      </p:sp>
    </p:spTree>
    <p:extLst>
      <p:ext uri="{BB962C8B-B14F-4D97-AF65-F5344CB8AC3E}">
        <p14:creationId xmlns:p14="http://schemas.microsoft.com/office/powerpoint/2010/main" val="18749494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DB2D15-FC24-4AB1-AE3D-C09B397F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2AC59-A106-4EEF-93A5-A4A67C15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0EBC7-D453-43D5-8C64-6AF751FB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93980-1BB9-4889-96A3-98BD3C7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API &amp; ACCÈS DONNÉES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A2999-D523-478D-84B7-C295B157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D1A4-C4A2-441E-B44C-D74575B6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7F0A171-9B0E-402C-AB38-75950FFF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7C4141-8AE3-4266-B7CE-2BF74B4E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COMPOSANTS MÉTIER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8C985-D922-4456-80CD-0A16C8E4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Les endpoints exposent des usages métier, pas seulement des routes techniques.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46E1A-D67A-4CC7-88FE-46817E5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316C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5E7CC-C5E2-4046-9BD7-41C95DA6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6C8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316C8C"/>
                </a:solidFill>
                <a:latin typeface="Georgia"/>
                <a:ea typeface="Georgia"/>
                <a:cs typeface="Georgia"/>
              </a:rPr>
              <a:t>Auth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71C06-662B-4C75-B5A5-A1E98523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login · register · logout · OAuth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53FED-AA5A-45CF-94A7-D58F6C14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669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5F7F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3479F-8BCB-4C8B-8D7F-4C397157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F71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5F7F71"/>
                </a:solidFill>
                <a:latin typeface="Georgia"/>
                <a:ea typeface="Georgia"/>
                <a:cs typeface="Georgia"/>
              </a:rPr>
              <a:t>Posts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D720E-AACB-4595-B2A6-18A4F24E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list · create · comments · reactions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3D794-70AD-44FE-AFBA-CDA9CF98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65A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4A37D-F139-42BC-9B3E-9192DECF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384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5A4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65A47"/>
                </a:solidFill>
                <a:latin typeface="Georgia"/>
                <a:ea typeface="Georgia"/>
                <a:cs typeface="Georgia"/>
              </a:rPr>
              <a:t>Messages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B4374-D214-4EDB-AF08-64B25527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24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conversations · send · listen ·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7DDC9-0C15-41F3-8534-B7A6F38A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77D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3DAAD-2520-4852-84C4-23B59EEE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7D3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77D3D"/>
                </a:solidFill>
                <a:latin typeface="Georgia"/>
                <a:ea typeface="Georgia"/>
                <a:cs typeface="Georgia"/>
              </a:rPr>
              <a:t>Groups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24232-EF36-40DB-8B0C-4238019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create · invitations · 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CB3D1-7772-4311-B896-1C53F4C8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004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1119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C5330-88DB-4EED-9FE3-DBBF8BFF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92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923"/>
                </a:solidFill>
                <a:latin typeface="Georgia"/>
                <a:ea typeface="Georgia"/>
                <a:cs typeface="Georgia"/>
              </a:rPr>
              <a:t>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B11910-5CF9-4CCD-8B4E-A5995D2F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users · posts · discovery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49523-8D3A-4502-80A5-320C664A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F365D-29FA-4EB8-A232-5D7BFF13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Chaîne défendable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DE43E-CE1A-433E-B477-E63E164C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006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1238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Frontend → API route → Zod → service / query Prisma → réponse normalisée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D1226D-0EF3-48F7-A279-5A0F483D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715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Anti-SQL injection structurel : Prisma + validation entrée avant insertion.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15497F-D4BE-44EE-8074-6234FFF9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Sources : 04-developpement/api-spec.md, MAPPING_COMPETENCES.md</a:t>
            </a:r>
          </a:p>
        </p:txBody>
      </p:sp>
    </p:spTree>
    <p:extLst>
      <p:ext uri="{BB962C8B-B14F-4D97-AF65-F5344CB8AC3E}">
        <p14:creationId xmlns:p14="http://schemas.microsoft.com/office/powerpoint/2010/main" val="5925969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220F2B-7EC8-4B7B-9060-9CB64D70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8C76E-067B-4D3C-BCC7-E404461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97D59-C10C-4CD0-96E6-DF3DD706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2DF1A-DBBE-4E8B-B902-68CA4077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8EBB5-2458-484F-AB20-E231619D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5C2D3-1E34-45C1-A608-A14FCF6E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D38F0B9-524C-423D-A291-319BDA68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7D8214D-E32C-41C4-9F29-91785A0C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C3D4D-5BE9-4BFC-9B3B-749F6819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La couverture de tests est présentée honnêtement : un socle existe, l'extension est planifiée.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69A23-3607-4780-A3F9-D0B4F494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Jest + ts-jest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C47BA-3767-4F3B-9C70-7401A70C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configuration prête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EB504-7AF0-48A1-8582-F097F4D5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73B5E-6AEC-47FB-8532-D3597A93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574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7F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F71"/>
                </a:solidFill>
                <a:latin typeface="Aptos"/>
                <a:ea typeface="Aptos"/>
                <a:cs typeface="Aptos"/>
              </a:rPr>
              <a:t>fait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D47A2-FD9B-48A5-A392-2D45624C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A07AE-33DD-4282-A693-3067627F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Intégration auth/register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A4376-46E9-4A64-BB12-BD8F9846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38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test backend existant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6B889-BFE7-4ADB-98AC-333E9D9F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76C4B-120A-4DE8-B35E-8453B63D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098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7F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7F71"/>
                </a:solidFill>
                <a:latin typeface="Aptos"/>
                <a:ea typeface="Aptos"/>
                <a:cs typeface="Aptos"/>
              </a:rPr>
              <a:t>fait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4F4A4-9D4A-46D9-BEFF-66475226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522DE-69CF-4ACD-829C-BBF7A76D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Tests composants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54A67-24DA-4550-8496-524836D3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90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formulaires, feed, réactions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DF333-9B71-4EE2-806C-C1CB0D6A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9950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5E9FC-C32A-404B-B517-92CD74A5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623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77D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7D3D"/>
                </a:solidFill>
                <a:latin typeface="Aptos"/>
                <a:ea typeface="Aptos"/>
                <a:cs typeface="Aptos"/>
              </a:rPr>
              <a:t>à faire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E9603-00C8-48BF-86A8-B53093CD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47695-0DEF-414D-B304-5666B876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E2E Playwright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2B7B2-964D-49BA-A5E5-ADDC1F7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43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inscription → post → réaction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5CC096-CEA0-44A0-935F-280688C5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6141F0-F3FD-48B3-9032-9EFC79F8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147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77D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7D3D"/>
                </a:solidFill>
                <a:latin typeface="Aptos"/>
                <a:ea typeface="Aptos"/>
                <a:cs typeface="Aptos"/>
              </a:rPr>
              <a:t>à faire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B9268-8F7B-411F-81CB-29503B25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8DF80-16E9-4421-8B34-4B6A489F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Contrats SSE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37E5D-0B85-4108-B0BF-86A6A410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95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format data:&lt;json&gt; du flux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9415B1-704B-481D-A44B-51425A3A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14850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0E2592-06DC-4D75-BD24-7B054113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672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77D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7D3D"/>
                </a:solidFill>
                <a:latin typeface="Aptos"/>
                <a:ea typeface="Aptos"/>
                <a:cs typeface="Aptos"/>
              </a:rPr>
              <a:t>à faire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B1A9CA-D0CC-4919-A428-0B3B3F1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6F20E8-BE7D-4555-A6B2-1643BBAC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34000"/>
            <a:ext cx="809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77D3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8E9413-9246-4E6B-86F4-737F99D9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Position soutenance : ne pas sur-vendre. Montrer le test existant, puis expliquer les prochains tests à prioriser.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19CC7E-2E0D-486C-B991-BC781F9B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Sources : 04-developpement/tests-strategy.md, MAPPING_COMPETENCES.md</a:t>
            </a:r>
          </a:p>
        </p:txBody>
      </p:sp>
    </p:spTree>
    <p:extLst>
      <p:ext uri="{BB962C8B-B14F-4D97-AF65-F5344CB8AC3E}">
        <p14:creationId xmlns:p14="http://schemas.microsoft.com/office/powerpoint/2010/main" val="155499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3D741-385B-4593-932D-2207E164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047DC-17CD-4174-8D23-06B7F6A9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C5FF8-DF6A-4B68-831F-5352A0AA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F413A-4D18-42B0-98BE-12495FBE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DÉPLOIEMENT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8205F-AE8A-4353-BFE5-ED3E0CAF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060C5-BCB7-467F-B44D-529B7190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EF2CA80-08AB-47DC-8ACE-73B15FB5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46D6789-B445-4E90-B9CB-DC7A0953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DEVOPS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4D809-C12F-4E09-B099-45EEE6AA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04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La mise en production est documentée de bout en bout : environnement, build, migration, contrôle.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F10A2-0144-4311-B5C7-96BB244E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316C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2B972-CC43-4E64-8F1C-7112CA39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Dev 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0A893-C595-434D-B130-C8C964F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docker compose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Postgres + Redis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347E1-C0AE-4E16-858D-32451A75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9D9E0-663B-4E96-8ED3-F1067401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14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CAE2E-3069-4862-8DB4-2A5C986A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9525">
            <a:solidFill>
              <a:srgbClr val="11192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30631-00F9-42E6-AE1D-2B2308FB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57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01092-B476-4DAE-84E5-B1844245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623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PR · lint · test</a:t>
            </a:r>
          </a:p>
          <a:p xmlns:a="http://schemas.openxmlformats.org/drawingml/2006/main">
            <a:pPr algn="ctr">
              <a:defRPr sz="713" b="0">
                <a:solidFill>
                  <a:srgbClr val="C9D6E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9D6E2"/>
                </a:solidFill>
                <a:latin typeface="Aptos"/>
                <a:ea typeface="Aptos"/>
                <a:cs typeface="Aptos"/>
              </a:rPr>
              <a:t>historique projet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E8143-0EDA-41E9-8347-C64D09B9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DA2D0-554F-4C04-A31F-FA33586E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14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AD030-4536-4901-9204-0FD18592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47950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5F7F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80050-4A55-4E31-9434-989E5F5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EFB67-137E-4BFF-80F9-F5899631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623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bun install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prisma generate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D229FB-765E-4331-BB0F-F7BAC19C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D3FC5-D356-46EA-B5C2-BBE0EFCA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14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28FFF-0838-4C97-8AC4-EFEC3009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47950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77D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8589B-05A6-4E68-AAFF-C74CB47F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Vercel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BE904-607E-455A-A8CA-7CE154E5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build auto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SSL + rollback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3CD86-E753-4339-8E62-C7068DCB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3D0392-B4EE-4FD8-ABC0-3C2E9A8B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14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DE36B8-BBF9-4AFA-A457-02417967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65A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2C0FDF-C8E5-45BD-BBD5-E670A820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AF6B45-BBD4-4267-A052-61EA3E7E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Neon · Upstash</a:t>
            </a:r>
          </a:p>
          <a:p xmlns:a="http://schemas.openxmlformats.org/drawingml/2006/main">
            <a:pPr algn="ctr">
              <a:defRPr sz="71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Cloudinary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5C02D0-03A0-43AB-B78E-1CC1C9B4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86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Variables d'env documentées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E9C9A6-1C7A-4BA0-A438-C5A001A9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0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D52B6B-2A5B-4D50-BEE9-7BAC4AC7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86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Prisma migrate deploy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1C1DE2-5CEA-4249-83C4-B0D7C84D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0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5F0FCF-3FEC-4B25-BEF7-DC0EF240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86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Healthcheck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0C1DFC-9A89-4958-9DB1-E662375C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0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E40B9F-3EFF-42AC-A37D-F18E5F2E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86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Rollback Vercel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904CF5-7E8E-46BA-93EF-99EE180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0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E1AE2D-E9A0-4249-95C4-2A27116B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863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Sentry recommandé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73C5A1-8146-4E64-B9B6-8C68D7F6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0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BDFB24-13AE-4577-8DF7-DC52EC7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Sources : 05-deploiement/README.md, Dockerfile, docker-compose.yml</a:t>
            </a:r>
          </a:p>
        </p:txBody>
      </p:sp>
    </p:spTree>
    <p:extLst>
      <p:ext uri="{BB962C8B-B14F-4D97-AF65-F5344CB8AC3E}">
        <p14:creationId xmlns:p14="http://schemas.microsoft.com/office/powerpoint/2010/main" val="12997570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1EAAA-4B44-42C3-B734-8788AAC3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2D1DD-CC86-487F-ABBB-04141916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E9FF7-399F-4F78-BC6C-E50628C5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22AE1-E66A-4CB2-B5D7-2EE29DF6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SÉCURITÉ &amp; RGPD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2A3AD-0595-4409-8A37-E5844B41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46E4D-D03A-4EE1-B714-61C51F9B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B3F8CE-B872-41D8-9B2C-E7A5E3E6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76CAC3-84F3-4162-AD66-FF559C72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APPLICATION SÉCURISÉE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57264-AF5E-4BF5-927E-78B7E9E0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477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La sécurité est un fil transverse des trois blocs RNCP, pas une section isolée.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2D840-37CE-464E-9A53-5CE5B9D8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00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316C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BC796-97E4-41CF-BD83-6EAB9CE5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6C8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316C8C"/>
                </a:solidFill>
                <a:latin typeface="Georgia"/>
                <a:ea typeface="Georgia"/>
                <a:cs typeface="Georgia"/>
              </a:rPr>
              <a:t>Authentification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29104-BF40-496A-BDFD-4004B0EE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JWT signé, cookie HttpOnly, middleware deny-by-default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DFD8A-0D0B-4F90-9734-CF6E1DD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47900"/>
            <a:ext cx="400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5F7F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342D6-E834-4DF0-B88F-E431E0E6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57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F71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5F7F71"/>
                </a:solidFill>
                <a:latin typeface="Georgia"/>
                <a:ea typeface="Georgia"/>
                <a:cs typeface="Georgia"/>
              </a:rPr>
              <a:t>Données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D6217-CFBE-49D8-8E80-400F101F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Prisma, validation Zod, minimisation et droits RGPD à documenter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4182D-EEAD-4A83-948F-61BB1AAF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00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C77D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B0C98-170B-419C-B5A6-0CFC30E5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7D3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77D3D"/>
                </a:solidFill>
                <a:latin typeface="Georgia"/>
                <a:ea typeface="Georgia"/>
                <a:cs typeface="Georgia"/>
              </a:rPr>
              <a:t>Surface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BAF53-4D21-445B-920E-11A4E8D2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routes publiques isolées, erreurs normalisées, payloads contrôlés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F33DE-3468-4C86-AA85-48F2CD13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38550"/>
            <a:ext cx="400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65A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8C4AB-B2C7-4033-9998-AF1CA95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48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5A4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65A47"/>
                </a:solidFill>
                <a:latin typeface="Georgia"/>
                <a:ea typeface="Georgia"/>
                <a:cs typeface="Georgia"/>
              </a:rPr>
              <a:t>Roadmap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53367-F558-4001-AE6F-4DD85C6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rate limiting, révocation token, Sentry, droit à l'oubli complet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419BC-72BC-4853-9DFE-F0E525E1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530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D76CB-EFF6-4191-A94B-F34329A2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67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Angle jury : les mesures en place sont séparées des améliorations prévues, pour rester crédible et précis.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BBF1C-EF91-47F0-946F-6D1D0AC0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 : 04-developpement/securite-rgpd.md</a:t>
            </a:r>
          </a:p>
        </p:txBody>
      </p:sp>
    </p:spTree>
    <p:extLst>
      <p:ext uri="{BB962C8B-B14F-4D97-AF65-F5344CB8AC3E}">
        <p14:creationId xmlns:p14="http://schemas.microsoft.com/office/powerpoint/2010/main" val="133885007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6CEF4-B0A7-4229-B674-3A54D080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5342C-B0CF-4C2A-8A0D-01843A6E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AAB01-1B3E-44E8-8ABD-806FD217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172D7-7173-41D3-8EEA-D780EEF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4F24D-A600-4C5E-8E18-7E11A6FF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3A0FE-FB49-4D5E-9F23-F0979F8A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9BB070-AE4A-439C-A519-A158A385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AB736A9-42A9-42EE-8F2F-8609D9A8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27D"/>
                </a:solidFill>
                <a:latin typeface="Aptos"/>
                <a:ea typeface="Aptos"/>
                <a:cs typeface="Aptos"/>
              </a:rPr>
              <a:t>BILAN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A183A-E6C8-40BA-BCB5-073C52B6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02A"/>
                </a:solidFill>
                <a:latin typeface="Georgia"/>
                <a:ea typeface="Georgia"/>
                <a:cs typeface="Georgia"/>
              </a:rPr>
              <a:t>Le projet valide une posture full stack : construire, expliquer, sécuriser et faire évoluer.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C3229-9BE2-4389-AF1B-CDCC0E6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7F71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F7F71"/>
                </a:solidFill>
                <a:latin typeface="Georgia"/>
                <a:ea typeface="Georgia"/>
                <a:cs typeface="Georgia"/>
              </a:rPr>
              <a:t>Ce qui est solide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368FE-80E9-4664-A9BF-AE668DE1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59714-3FD8-4649-96E1-2677576D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4A4DC-D579-4CD2-9BC1-6AB09073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UI responsive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E9E7B-49C7-4B6D-8F63-9F7A7E29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22C89-87F0-4890-A6FD-EC8C7FB4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composants métier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F1A2B-9B69-4F3B-85EE-20615FD4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FF482-C5F2-4C80-8D13-4E5D7FE4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architecture en couches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7E9D1-1DEE-4336-97BD-0FF4A154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F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B52DD-20A3-41B0-96B7-FB6BDA6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déploiement documenté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CFB6C-AD04-49A5-9DAD-47DAE49A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7D3D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77D3D"/>
                </a:solidFill>
                <a:latin typeface="Georgia"/>
                <a:ea typeface="Georgia"/>
                <a:cs typeface="Georgia"/>
              </a:rPr>
              <a:t>Ce que j'assume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12A70-8978-40B6-8F17-DE14608C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6BF77-35E0-4272-A156-A1A3090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64B1E-40B0-47D1-847F-B44DC499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tests encore partiels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DE993-FD63-4DC5-90A7-A5909161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5008D-2F84-4252-A15D-26A5639C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95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polling Redis à surveiller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FFCBC6-2B49-4021-BD96-9F3C60D9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E431BE-AE8E-49B6-B1CC-482F8BAE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RGPD à durcir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127C2-9985-4691-AA07-CF892CDE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598BD-2541-4EF5-8F1D-E645B260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Sentry à activer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575C84-9A5E-470F-AB8D-DD527E6B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6C8C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316C8C"/>
                </a:solidFill>
                <a:latin typeface="Georgia"/>
                <a:ea typeface="Georgia"/>
                <a:cs typeface="Georgia"/>
              </a:rPr>
              <a:t>Ce que je veux continuer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221110-EECD-4BF2-A17D-D216635A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527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658BF8-20C1-4D8A-AF6C-EBC02CF0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EC5FF8-2FA6-435D-B7DE-158AFA51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38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alternance full stack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C398E9-079D-4E7F-B931-6B1AE5EE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E31CB7-26BF-4650-A799-24FE6FA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qualité logicielle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65D1DD-D02E-45B9-9797-D6959B44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EF50C0-85F1-4728-AC9B-4769A090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sécurité applicative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FCECBD-6163-4D1D-8A77-ABBAE201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5C6654-48F9-4257-912E-205BFEBB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maintenabilité produit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AA3316-EF05-4CA8-A408-FD325C15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B873B8-C075-4E1B-89A9-51B3241E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48300"/>
            <a:ext cx="796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 final : je sais relier une preuve technique à une compétence RNCP, et distinguer ce qui est livré de ce qui reste à améliorer.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E1184D-6169-4469-A4BF-204CCFEF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27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27D"/>
                </a:solidFill>
                <a:latin typeface="Aptos"/>
                <a:ea typeface="Aptos"/>
                <a:cs typeface="Aptos"/>
              </a:rPr>
              <a:t>Sources : 06-bilan/README.md, MAPPING_COMPETENCES.md</a:t>
            </a:r>
          </a:p>
        </p:txBody>
      </p:sp>
    </p:spTree>
    <p:extLst>
      <p:ext uri="{BB962C8B-B14F-4D97-AF65-F5344CB8AC3E}">
        <p14:creationId xmlns:p14="http://schemas.microsoft.com/office/powerpoint/2010/main" val="411192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2026-05-19T07:51:47.7180000Z</dcterms:created>
  <dcterms:modified xsi:type="dcterms:W3CDTF">2026-05-19T07:51:47.7180000Z</dcterms:modified>
</coreProperties>
</file>