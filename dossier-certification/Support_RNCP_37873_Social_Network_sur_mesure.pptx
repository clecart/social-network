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d8ec6efb664ee0" /><Relationship Type="http://schemas.openxmlformats.org/officeDocument/2006/relationships/extended-properties" Target="/docProps/app.xml" Id="Rf4a2c806885f4dbb" /><Relationship Type="http://schemas.openxmlformats.org/officeDocument/2006/relationships/officeDocument" Target="/ppt/presentation.xml" Id="R3a9a0853444d4e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dff0d5411c4100"/>
  </p:sldMasterIdLst>
  <p:notesMasterIdLst>
    <p:notesMasterId xmlns:r="http://schemas.openxmlformats.org/officeDocument/2006/relationships" r:id="Rfc7b63fdbefe4b42"/>
  </p:notesMasterIdLst>
  <p:sldIdLst>
    <p:sldId xmlns:r="http://schemas.openxmlformats.org/officeDocument/2006/relationships" id="256" r:id="R29c08940b5aa497c"/>
    <p:sldId xmlns:r="http://schemas.openxmlformats.org/officeDocument/2006/relationships" id="257" r:id="Rc4360832aea94c10"/>
    <p:sldId xmlns:r="http://schemas.openxmlformats.org/officeDocument/2006/relationships" id="258" r:id="R97d2a70737014604"/>
    <p:sldId xmlns:r="http://schemas.openxmlformats.org/officeDocument/2006/relationships" id="259" r:id="R6dfea0003cb9482d"/>
    <p:sldId xmlns:r="http://schemas.openxmlformats.org/officeDocument/2006/relationships" id="260" r:id="R47d82278be7b4961"/>
    <p:sldId xmlns:r="http://schemas.openxmlformats.org/officeDocument/2006/relationships" id="261" r:id="Rfbc3135f90974f91"/>
    <p:sldId xmlns:r="http://schemas.openxmlformats.org/officeDocument/2006/relationships" id="262" r:id="R1ad61bc797624849"/>
    <p:sldId xmlns:r="http://schemas.openxmlformats.org/officeDocument/2006/relationships" id="263" r:id="R0e7360189f6d445c"/>
    <p:sldId xmlns:r="http://schemas.openxmlformats.org/officeDocument/2006/relationships" id="264" r:id="R81c821f1ede74781"/>
    <p:sldId xmlns:r="http://schemas.openxmlformats.org/officeDocument/2006/relationships" id="265" r:id="R3c2d7485369c44a7"/>
    <p:sldId xmlns:r="http://schemas.openxmlformats.org/officeDocument/2006/relationships" id="266" r:id="Rf741a1e82b214f0c"/>
    <p:sldId xmlns:r="http://schemas.openxmlformats.org/officeDocument/2006/relationships" id="267" r:id="R3621fe86f95a48bd"/>
    <p:sldId xmlns:r="http://schemas.openxmlformats.org/officeDocument/2006/relationships" id="268" r:id="Rdec1e27cf4244d80"/>
    <p:sldId xmlns:r="http://schemas.openxmlformats.org/officeDocument/2006/relationships" id="269" r:id="R7db9771b7bd64188"/>
    <p:sldId xmlns:r="http://schemas.openxmlformats.org/officeDocument/2006/relationships" id="270" r:id="Rf74ec6aa4b9748ae"/>
    <p:sldId xmlns:r="http://schemas.openxmlformats.org/officeDocument/2006/relationships" id="271" r:id="R130ce118f1b24758"/>
    <p:sldId xmlns:r="http://schemas.openxmlformats.org/officeDocument/2006/relationships" id="272" r:id="Ra6ea2125e4f347c3"/>
    <p:sldId xmlns:r="http://schemas.openxmlformats.org/officeDocument/2006/relationships" id="273" r:id="R8e863e4b075f4d72"/>
    <p:sldId xmlns:r="http://schemas.openxmlformats.org/officeDocument/2006/relationships" id="274" r:id="Rb43a32e413f34f8d"/>
    <p:sldId xmlns:r="http://schemas.openxmlformats.org/officeDocument/2006/relationships" id="275" r:id="Re44147a6198a4f83"/>
    <p:sldId xmlns:r="http://schemas.openxmlformats.org/officeDocument/2006/relationships" id="276" r:id="Raeff5b0297994816"/>
    <p:sldId xmlns:r="http://schemas.openxmlformats.org/officeDocument/2006/relationships" id="277" r:id="R0c70f5c313a74302"/>
    <p:sldId xmlns:r="http://schemas.openxmlformats.org/officeDocument/2006/relationships" id="278" r:id="Rd610cda8968a4853"/>
    <p:sldId xmlns:r="http://schemas.openxmlformats.org/officeDocument/2006/relationships" id="279" r:id="Rad5e25aedf644caf"/>
    <p:sldId xmlns:r="http://schemas.openxmlformats.org/officeDocument/2006/relationships" id="280" r:id="R5ee43c3f55544f0f"/>
    <p:sldId xmlns:r="http://schemas.openxmlformats.org/officeDocument/2006/relationships" id="281" r:id="Red5e0d31eb7e4932"/>
    <p:sldId xmlns:r="http://schemas.openxmlformats.org/officeDocument/2006/relationships" id="282" r:id="R4eec8617668b44f0"/>
    <p:sldId xmlns:r="http://schemas.openxmlformats.org/officeDocument/2006/relationships" id="283" r:id="Ra3dca126fd1b4224"/>
    <p:sldId xmlns:r="http://schemas.openxmlformats.org/officeDocument/2006/relationships" id="284" r:id="R1571297007d543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ff0d5411c4100" /><Relationship Type="http://schemas.openxmlformats.org/officeDocument/2006/relationships/theme" Target="/ppt/theme/theme1.xml" Id="R28912f1ea4904ef2" /><Relationship Type="http://schemas.openxmlformats.org/officeDocument/2006/relationships/notesMaster" Target="/ppt/notesMasters/notesMaster1.xml" Id="Rfc7b63fdbefe4b42" /><Relationship Type="http://schemas.openxmlformats.org/officeDocument/2006/relationships/presProps" Target="/ppt/presProps.xml" Id="R4d522968b73441c7" /><Relationship Type="http://schemas.openxmlformats.org/officeDocument/2006/relationships/viewProps" Target="/ppt/viewProps.xml" Id="R752028d83337404f" /><Relationship Type="http://schemas.openxmlformats.org/officeDocument/2006/relationships/tableStyles" Target="/ppt/tableStyles.xml" Id="Ree2ae41b02954c0a" /><Relationship Type="http://schemas.openxmlformats.org/officeDocument/2006/relationships/slide" Target="/ppt/slides/slide1.xml" Id="R29c08940b5aa497c" /><Relationship Type="http://schemas.openxmlformats.org/officeDocument/2006/relationships/slide" Target="/ppt/slides/slide2.xml" Id="Rc4360832aea94c10" /><Relationship Type="http://schemas.openxmlformats.org/officeDocument/2006/relationships/slide" Target="/ppt/slides/slide3.xml" Id="R97d2a70737014604" /><Relationship Type="http://schemas.openxmlformats.org/officeDocument/2006/relationships/slide" Target="/ppt/slides/slide4.xml" Id="R6dfea0003cb9482d" /><Relationship Type="http://schemas.openxmlformats.org/officeDocument/2006/relationships/slide" Target="/ppt/slides/slide5.xml" Id="R47d82278be7b4961" /><Relationship Type="http://schemas.openxmlformats.org/officeDocument/2006/relationships/slide" Target="/ppt/slides/slide6.xml" Id="Rfbc3135f90974f91" /><Relationship Type="http://schemas.openxmlformats.org/officeDocument/2006/relationships/slide" Target="/ppt/slides/slide7.xml" Id="R1ad61bc797624849" /><Relationship Type="http://schemas.openxmlformats.org/officeDocument/2006/relationships/slide" Target="/ppt/slides/slide8.xml" Id="R0e7360189f6d445c" /><Relationship Type="http://schemas.openxmlformats.org/officeDocument/2006/relationships/slide" Target="/ppt/slides/slide9.xml" Id="R81c821f1ede74781" /><Relationship Type="http://schemas.openxmlformats.org/officeDocument/2006/relationships/slide" Target="/ppt/slides/slide10.xml" Id="R3c2d7485369c44a7" /><Relationship Type="http://schemas.openxmlformats.org/officeDocument/2006/relationships/slide" Target="/ppt/slides/slide11.xml" Id="Rf741a1e82b214f0c" /><Relationship Type="http://schemas.openxmlformats.org/officeDocument/2006/relationships/slide" Target="/ppt/slides/slide12.xml" Id="R3621fe86f95a48bd" /><Relationship Type="http://schemas.openxmlformats.org/officeDocument/2006/relationships/slide" Target="/ppt/slides/slide13.xml" Id="Rdec1e27cf4244d80" /><Relationship Type="http://schemas.openxmlformats.org/officeDocument/2006/relationships/slide" Target="/ppt/slides/slide14.xml" Id="R7db9771b7bd64188" /><Relationship Type="http://schemas.openxmlformats.org/officeDocument/2006/relationships/slide" Target="/ppt/slides/slide15.xml" Id="Rf74ec6aa4b9748ae" /><Relationship Type="http://schemas.openxmlformats.org/officeDocument/2006/relationships/slide" Target="/ppt/slides/slide16.xml" Id="R130ce118f1b24758" /><Relationship Type="http://schemas.openxmlformats.org/officeDocument/2006/relationships/slide" Target="/ppt/slides/slide17.xml" Id="Ra6ea2125e4f347c3" /><Relationship Type="http://schemas.openxmlformats.org/officeDocument/2006/relationships/slide" Target="/ppt/slides/slide18.xml" Id="R8e863e4b075f4d72" /><Relationship Type="http://schemas.openxmlformats.org/officeDocument/2006/relationships/slide" Target="/ppt/slides/slide19.xml" Id="Rb43a32e413f34f8d" /><Relationship Type="http://schemas.openxmlformats.org/officeDocument/2006/relationships/slide" Target="/ppt/slides/slide20.xml" Id="Re44147a6198a4f83" /><Relationship Type="http://schemas.openxmlformats.org/officeDocument/2006/relationships/slide" Target="/ppt/slides/slide21.xml" Id="Raeff5b0297994816" /><Relationship Type="http://schemas.openxmlformats.org/officeDocument/2006/relationships/slide" Target="/ppt/slides/slide22.xml" Id="R0c70f5c313a74302" /><Relationship Type="http://schemas.openxmlformats.org/officeDocument/2006/relationships/slide" Target="/ppt/slides/slide23.xml" Id="Rd610cda8968a4853" /><Relationship Type="http://schemas.openxmlformats.org/officeDocument/2006/relationships/slide" Target="/ppt/slides/slide24.xml" Id="Rad5e25aedf644caf" /><Relationship Type="http://schemas.openxmlformats.org/officeDocument/2006/relationships/slide" Target="/ppt/slides/slide25.xml" Id="R5ee43c3f55544f0f" /><Relationship Type="http://schemas.openxmlformats.org/officeDocument/2006/relationships/slide" Target="/ppt/slides/slide26.xml" Id="Red5e0d31eb7e4932" /><Relationship Type="http://schemas.openxmlformats.org/officeDocument/2006/relationships/slide" Target="/ppt/slides/slide27.xml" Id="R4eec8617668b44f0" /><Relationship Type="http://schemas.openxmlformats.org/officeDocument/2006/relationships/slide" Target="/ppt/slides/slide28.xml" Id="Ra3dca126fd1b4224" /><Relationship Type="http://schemas.openxmlformats.org/officeDocument/2006/relationships/slide" Target="/ppt/slides/slide29.xml" Id="R1571297007d543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327a190e934d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96f805e71490b" /><Relationship Type="http://schemas.openxmlformats.org/officeDocument/2006/relationships/notesMaster" Target="/ppt/notesMasters/notesMaster1.xml" Id="R503145f3d6ea4d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86fec6d8f54b4d" /><Relationship Type="http://schemas.openxmlformats.org/officeDocument/2006/relationships/notesMaster" Target="/ppt/notesMasters/notesMaster1.xml" Id="Rac891144c2624c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dde77cf3a5454f" /><Relationship Type="http://schemas.openxmlformats.org/officeDocument/2006/relationships/notesMaster" Target="/ppt/notesMasters/notesMaster1.xml" Id="R560053ab861949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8bd5e137b1453d" /><Relationship Type="http://schemas.openxmlformats.org/officeDocument/2006/relationships/notesMaster" Target="/ppt/notesMasters/notesMaster1.xml" Id="R194ce3406543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e19969cd6f4418" /><Relationship Type="http://schemas.openxmlformats.org/officeDocument/2006/relationships/notesMaster" Target="/ppt/notesMasters/notesMaster1.xml" Id="R141b1c7a077e4a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7a629c8cb84387" /><Relationship Type="http://schemas.openxmlformats.org/officeDocument/2006/relationships/notesMaster" Target="/ppt/notesMasters/notesMaster1.xml" Id="R3ede902acba449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db342443444ae6" /><Relationship Type="http://schemas.openxmlformats.org/officeDocument/2006/relationships/notesMaster" Target="/ppt/notesMasters/notesMaster1.xml" Id="Rd0c5cebb125044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3c276ff1e646b3" /><Relationship Type="http://schemas.openxmlformats.org/officeDocument/2006/relationships/notesMaster" Target="/ppt/notesMasters/notesMaster1.xml" Id="R263875aa0437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35467d6acd4495" /><Relationship Type="http://schemas.openxmlformats.org/officeDocument/2006/relationships/notesMaster" Target="/ppt/notesMasters/notesMaster1.xml" Id="Rde882761e7c142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5fc891b0f44849" /><Relationship Type="http://schemas.openxmlformats.org/officeDocument/2006/relationships/notesMaster" Target="/ppt/notesMasters/notesMaster1.xml" Id="R36fcd1115e6649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0f712593dc4955" /><Relationship Type="http://schemas.openxmlformats.org/officeDocument/2006/relationships/notesMaster" Target="/ppt/notesMasters/notesMaster1.xml" Id="Rbc56a5376fd341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d926ae8cd047ed" /><Relationship Type="http://schemas.openxmlformats.org/officeDocument/2006/relationships/notesMaster" Target="/ppt/notesMasters/notesMaster1.xml" Id="Ra97d0d88c7e548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e46a6ff3794844" /><Relationship Type="http://schemas.openxmlformats.org/officeDocument/2006/relationships/notesMaster" Target="/ppt/notesMasters/notesMaster1.xml" Id="Rf7934dbc04a34a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92c10910a9416e" /><Relationship Type="http://schemas.openxmlformats.org/officeDocument/2006/relationships/notesMaster" Target="/ppt/notesMasters/notesMaster1.xml" Id="Reed99338148a49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842263b9a1446a" /><Relationship Type="http://schemas.openxmlformats.org/officeDocument/2006/relationships/notesMaster" Target="/ppt/notesMasters/notesMaster1.xml" Id="Rc38431da0afc43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41ac7ab14b4655" /><Relationship Type="http://schemas.openxmlformats.org/officeDocument/2006/relationships/notesMaster" Target="/ppt/notesMasters/notesMaster1.xml" Id="R88fb71e2690c4c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05aebc6c654b89" /><Relationship Type="http://schemas.openxmlformats.org/officeDocument/2006/relationships/notesMaster" Target="/ppt/notesMasters/notesMaster1.xml" Id="R436b512ba9234e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2bddc9f65d43bb" /><Relationship Type="http://schemas.openxmlformats.org/officeDocument/2006/relationships/notesMaster" Target="/ppt/notesMasters/notesMaster1.xml" Id="R0d63fb70210446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361fd5d2bd4c90" /><Relationship Type="http://schemas.openxmlformats.org/officeDocument/2006/relationships/notesMaster" Target="/ppt/notesMasters/notesMaster1.xml" Id="Rc91adb782bf44e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43dadd6ba04185" /><Relationship Type="http://schemas.openxmlformats.org/officeDocument/2006/relationships/notesMaster" Target="/ppt/notesMasters/notesMaster1.xml" Id="R5d5c2c71c6e346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d1d33cd7ef4912" /><Relationship Type="http://schemas.openxmlformats.org/officeDocument/2006/relationships/notesMaster" Target="/ppt/notesMasters/notesMaster1.xml" Id="R8de63929e83343b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9b8cf911ea54c27" /><Relationship Type="http://schemas.openxmlformats.org/officeDocument/2006/relationships/notesMaster" Target="/ppt/notesMasters/notesMaster1.xml" Id="R97834dacccaa4f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1ee0b266a124bc7" /><Relationship Type="http://schemas.openxmlformats.org/officeDocument/2006/relationships/notesMaster" Target="/ppt/notesMasters/notesMaster1.xml" Id="R9abc839ab848432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721a701db74f32" /><Relationship Type="http://schemas.openxmlformats.org/officeDocument/2006/relationships/notesMaster" Target="/ppt/notesMasters/notesMaster1.xml" Id="R263e26550a5841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9d02d3689de4649" /><Relationship Type="http://schemas.openxmlformats.org/officeDocument/2006/relationships/notesMaster" Target="/ppt/notesMasters/notesMaster1.xml" Id="Rff6309f08012420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3ed172034c94cf3" /><Relationship Type="http://schemas.openxmlformats.org/officeDocument/2006/relationships/notesMaster" Target="/ppt/notesMasters/notesMaster1.xml" Id="Rff1be058a6da4a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4361fd8ba3a4d03" /><Relationship Type="http://schemas.openxmlformats.org/officeDocument/2006/relationships/notesMaster" Target="/ppt/notesMasters/notesMaster1.xml" Id="Re91bb5c6063446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4a3208b83324f75" /><Relationship Type="http://schemas.openxmlformats.org/officeDocument/2006/relationships/notesMaster" Target="/ppt/notesMasters/notesMaster1.xml" Id="Rd3000d57a17d47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9dad99c88074be2" /><Relationship Type="http://schemas.openxmlformats.org/officeDocument/2006/relationships/notesMaster" Target="/ppt/notesMasters/notesMaster1.xml" Id="R8e010cb4fc5c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bd4d89ee946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60193a5515a41ca" /><Relationship Type="http://schemas.openxmlformats.org/officeDocument/2006/relationships/slideLayout" Target="/ppt/slideLayouts/slideLayout2.xml" Id="Race4ea4eee2d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e4ea4eee2d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34cc35b03a4f0f" /><Relationship Type="http://schemas.openxmlformats.org/officeDocument/2006/relationships/image" Target="/ppt/media/image.png" Id="Rcfc7178e299d4393" /><Relationship Type="http://schemas.openxmlformats.org/officeDocument/2006/relationships/image" Target="/ppt/media/image2.png" Id="R348b682ac8c94987" /><Relationship Type="http://schemas.openxmlformats.org/officeDocument/2006/relationships/notesSlide" Target="/ppt/notesSlides/notesSlide1.xml" Id="Rc933955e2869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8a3e7d54fb470e" /><Relationship Type="http://schemas.openxmlformats.org/officeDocument/2006/relationships/notesSlide" Target="/ppt/notesSlides/notesSlide2.xml" Id="R2c95acf2286a42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cae0a92ac4ae6" /><Relationship Type="http://schemas.openxmlformats.org/officeDocument/2006/relationships/image" Target="/ppt/media/image3.png" Id="R3e439b934f8a447c" /><Relationship Type="http://schemas.openxmlformats.org/officeDocument/2006/relationships/image" Target="/ppt/media/image4.png" Id="Rb3b512f732034ef3" /><Relationship Type="http://schemas.openxmlformats.org/officeDocument/2006/relationships/notesSlide" Target="/ppt/notesSlides/notesSlide3.xml" Id="Rc3a7739ea47441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b6fb89c9f4374" /><Relationship Type="http://schemas.openxmlformats.org/officeDocument/2006/relationships/notesSlide" Target="/ppt/notesSlides/notesSlide4.xml" Id="R7bd052bdc68549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0541a5b78d4ef2" /><Relationship Type="http://schemas.openxmlformats.org/officeDocument/2006/relationships/notesSlide" Target="/ppt/notesSlides/notesSlide5.xml" Id="Rf423584485ee4d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81d0fb33564451" /><Relationship Type="http://schemas.openxmlformats.org/officeDocument/2006/relationships/notesSlide" Target="/ppt/notesSlides/notesSlide6.xml" Id="Rbe345451374044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0eaa5107a45a9" /><Relationship Type="http://schemas.openxmlformats.org/officeDocument/2006/relationships/notesSlide" Target="/ppt/notesSlides/notesSlide7.xml" Id="R3d35cd3eaf7146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9d2a2044194136" /><Relationship Type="http://schemas.openxmlformats.org/officeDocument/2006/relationships/notesSlide" Target="/ppt/notesSlides/notesSlide8.xml" Id="Rd3620d1978c44d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c7f2c63093485c" /><Relationship Type="http://schemas.openxmlformats.org/officeDocument/2006/relationships/notesSlide" Target="/ppt/notesSlides/notesSlide9.xml" Id="Rbd3ad693e9ea4c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4855d2a0954741" /><Relationship Type="http://schemas.openxmlformats.org/officeDocument/2006/relationships/notesSlide" Target="/ppt/notesSlides/notesSlide10.xml" Id="R28964d9a629041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ea213f7024099" /><Relationship Type="http://schemas.openxmlformats.org/officeDocument/2006/relationships/notesSlide" Target="/ppt/notesSlides/notesSlide11.xml" Id="R25449a75b64c4e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f6d0de1b7941e3" /><Relationship Type="http://schemas.openxmlformats.org/officeDocument/2006/relationships/notesSlide" Target="/ppt/notesSlides/notesSlide12.xml" Id="R744c7d023daf41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b198c2798440aa" /><Relationship Type="http://schemas.openxmlformats.org/officeDocument/2006/relationships/notesSlide" Target="/ppt/notesSlides/notesSlide13.xml" Id="R5f13e1847c344f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8d792edfcb4e24" /><Relationship Type="http://schemas.openxmlformats.org/officeDocument/2006/relationships/notesSlide" Target="/ppt/notesSlides/notesSlide14.xml" Id="R7164186242b14e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3e5f4a8b6f45f9" /><Relationship Type="http://schemas.openxmlformats.org/officeDocument/2006/relationships/notesSlide" Target="/ppt/notesSlides/notesSlide15.xml" Id="R21fd4c6cb6c94f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c610a518549f8" /><Relationship Type="http://schemas.openxmlformats.org/officeDocument/2006/relationships/notesSlide" Target="/ppt/notesSlides/notesSlide16.xml" Id="R05e25735730045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68aa4e71843c1" /><Relationship Type="http://schemas.openxmlformats.org/officeDocument/2006/relationships/image" Target="/ppt/media/image5.png" Id="R84f10f2c52174a4c" /><Relationship Type="http://schemas.openxmlformats.org/officeDocument/2006/relationships/image" Target="/ppt/media/image6.png" Id="Rc5a17abf7c9f448d" /><Relationship Type="http://schemas.openxmlformats.org/officeDocument/2006/relationships/image" Target="/ppt/media/image7.png" Id="Rac97f32aa02f43bb" /><Relationship Type="http://schemas.openxmlformats.org/officeDocument/2006/relationships/notesSlide" Target="/ppt/notesSlides/notesSlide17.xml" Id="R06194e9bdd134e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f5b2c771cb4c53" /><Relationship Type="http://schemas.openxmlformats.org/officeDocument/2006/relationships/notesSlide" Target="/ppt/notesSlides/notesSlide18.xml" Id="R7eeb068485df4c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9786af1c54f41" /><Relationship Type="http://schemas.openxmlformats.org/officeDocument/2006/relationships/notesSlide" Target="/ppt/notesSlides/notesSlide19.xml" Id="R3b1d482a502e46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5ba51e1524a8b" /><Relationship Type="http://schemas.openxmlformats.org/officeDocument/2006/relationships/notesSlide" Target="/ppt/notesSlides/notesSlide20.xml" Id="R0285746de16244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7980822f3444e" /><Relationship Type="http://schemas.openxmlformats.org/officeDocument/2006/relationships/notesSlide" Target="/ppt/notesSlides/notesSlide21.xml" Id="R88dea3cc6a874f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8dcadf7e4c4f67" /><Relationship Type="http://schemas.openxmlformats.org/officeDocument/2006/relationships/notesSlide" Target="/ppt/notesSlides/notesSlide22.xml" Id="Rc9c53dd54c9e4fd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bb3bf17c7a4567" /><Relationship Type="http://schemas.openxmlformats.org/officeDocument/2006/relationships/image" Target="/ppt/media/image8.png" Id="Rc734cc71d19c4126" /><Relationship Type="http://schemas.openxmlformats.org/officeDocument/2006/relationships/notesSlide" Target="/ppt/notesSlides/notesSlide23.xml" Id="R6000ba63d3b94a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b620e5530f4711" /><Relationship Type="http://schemas.openxmlformats.org/officeDocument/2006/relationships/notesSlide" Target="/ppt/notesSlides/notesSlide24.xml" Id="Refb3cac5b4554e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e1474cf8b44991" /><Relationship Type="http://schemas.openxmlformats.org/officeDocument/2006/relationships/notesSlide" Target="/ppt/notesSlides/notesSlide25.xml" Id="R62ee1ef1167c490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a155cece864d3d" /><Relationship Type="http://schemas.openxmlformats.org/officeDocument/2006/relationships/notesSlide" Target="/ppt/notesSlides/notesSlide26.xml" Id="R7d33c52c26324a2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a1702ea7814a57" /><Relationship Type="http://schemas.openxmlformats.org/officeDocument/2006/relationships/notesSlide" Target="/ppt/notesSlides/notesSlide27.xml" Id="R4224774b1a5d430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8147ed1bc34045" /><Relationship Type="http://schemas.openxmlformats.org/officeDocument/2006/relationships/notesSlide" Target="/ppt/notesSlides/notesSlide28.xml" Id="R31a84fc55a894e5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fedc5623f4f68" /><Relationship Type="http://schemas.openxmlformats.org/officeDocument/2006/relationships/notesSlide" Target="/ppt/notesSlides/notesSlide29.xml" Id="Rfe3a0ffef5ea4e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BC11E8-571B-4BB3-BC37-B697F329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376FA-E74C-4A9E-BA25-9D09019D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865CE-ABB6-4E89-9340-4A4F5929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BBE09-C1BF-41EA-AA2A-2507A59A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SUPPORT DE SOUTENANCE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07D39-7BDE-40C0-922B-1C5EBB9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0BF37-FF6B-4A20-8E2A-0FA7AEE5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3BD7B-36C8-4C9C-9D21-FB4E03AA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464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7178e299d4393"/>
          <a:srcRect xmlns:a="http://schemas.openxmlformats.org/drawingml/2006/main" l="0" t="176" r="0" b="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857250"/>
            <a:ext cx="3429000" cy="16573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b682ac8c94987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2876550"/>
            <a:ext cx="3143250" cy="152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4E262-77E3-4105-87F7-AAA7F5B1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464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8C2C5-0CE4-4C01-BCEA-0061E960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F4FFC-54DF-47C6-A6AB-4EA61B4A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58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RNCP 37873 · CONCEPTEUR DÉVELOPPEUR D'APPLICATIONS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DC1E8-69C8-4AC3-9308-E387EE1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628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Social Network : validation point par point des compétences RNCP.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24702-3763-4C57-8372-03264F8D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561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Christophe Lecart · Zone01 Rouen Normandie · Projet full stack en équipe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7CA51-611C-4728-B439-4DDF4F10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64A01-0100-4E14-AE80-E3E6142D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85EE1-B526-46D9-B9AA-753AA32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routes API identifiées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4A46B-AC56-4343-92F4-90801C16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05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0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AB67D-8E28-4DA5-9970-A2946779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7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FAC01-30FE-45CF-9832-06D11B57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48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fichiers de schémas Zod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54862-BF6A-492A-95F1-08DF88DD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2ADB1-A9F1-454B-B31A-B5BDC977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58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72660-67E2-4346-9AD0-CB3DF2A3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48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commits cumulés au shortlog actuel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F9C91-7756-4358-B379-40FB836E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578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Base : logique CodeQuarry adaptée au projet réel, sans copie visuelle trait pour trait.</a:t>
            </a:r>
          </a:p>
        </p:txBody>
      </p:sp>
    </p:spTree>
    <p:extLst>
      <p:ext uri="{BB962C8B-B14F-4D97-AF65-F5344CB8AC3E}">
        <p14:creationId xmlns:p14="http://schemas.microsoft.com/office/powerpoint/2010/main" val="20394808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908D0-6077-4477-BC9B-6B8A1D3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6C49E-6A8F-4A0A-8A40-F4DB5291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33D4-C551-4017-AD9D-09C2648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7FF09-3CAB-45EB-9C7D-509554ED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LECTURE JURY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E43DE-5333-4E7A-A533-35FA804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D119D-641C-47A2-B005-DBE8A3C2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F802F-F23F-4C8B-B077-94B42C2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05337-87DE-4FA4-9BE2-4BF7EBA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PRINCIPE DU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BE11F-AB16-4ED6-AEC2-0834C66A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Chaque compétence est reliée à une preuve vérifiable, pas à une promesse.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E0A26-F401-40B2-B758-22707441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72CEC-4CFE-4350-A4E1-248C0465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1. Statut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526CF-20CC-4C83-B4C5-7AA73A51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2609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Démontré, partiel ou amélioration prévue. Le support évite de sur-vendre les zones encore faibles.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2C18A-B892-4B5C-AC72-31071F77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0B1B8-764C-472E-BD84-8ED03BC5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2. Preuve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D4415-4E3A-4335-915C-5A5EA46A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609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Fichier code, section dossier, capture, diagramme, commande Git ou artefact de conception.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681C4-C966-4B4C-8DD7-41CCF253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2622F-94CF-4A71-9066-96169D26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3. Démo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34D40-B884-493C-A90B-86E3124D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2609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Ce qu'il faut ouvrir ou exécuter pendant la soutenance pour rendre la preuve concrète.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E7759-F139-4106-8EB1-FD7817E9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Référence étudiée : CodeQuarry utilise un rythme compétence → artefact → capture. Ici, ce rythme est conservé mais resserré autour du référentiel RNCP 37873 et de Social Network.</a:t>
            </a:r>
          </a:p>
        </p:txBody>
      </p:sp>
    </p:spTree>
    <p:extLst>
      <p:ext uri="{BB962C8B-B14F-4D97-AF65-F5344CB8AC3E}">
        <p14:creationId xmlns:p14="http://schemas.microsoft.com/office/powerpoint/2010/main" val="12887559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7FB86-0BFF-49AA-95B7-87DA6BD8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92493-441E-4830-BBF6-DEEC636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2F6E7-2898-4754-8F3E-32494487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24390-2769-4455-B1F9-4285003D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PROJET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4C32F-017C-4335-88E5-C5454602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9EB87-000E-4A26-994B-F3B70B01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9E1FE-F8D5-4A97-B3B3-066C34B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70DDF-C4A3-4994-945F-9939F751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CONTEXTE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906FF-2094-4E45-961F-A7A3FBF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Un réseau social moderne force à traiter UI, métier, données, sécurité, temps réel et déploiement.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39b934f8a447c"/>
          <a:stretch xmlns:a="http://schemas.openxmlformats.org/drawingml/2006/main"/>
        </p:blipFill>
        <p:spPr>
          <a:xfrm xmlns:a="http://schemas.openxmlformats.org/drawingml/2006/main">
            <a:off x="8649987" y="952500"/>
            <a:ext cx="1807176" cy="2476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512f732034ef3"/>
          <a:srcRect xmlns:a="http://schemas.openxmlformats.org/drawingml/2006/main" l="0" t="308" r="0" b="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3638550"/>
            <a:ext cx="3714750" cy="1790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D6374-6445-4539-9D56-428C2F63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427CA-9A82-4D80-8193-4143F45F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193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Authentification JWT custom + OAuth Google.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69AF0-EAF2-49B0-973F-1D40B63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0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3F538-71BC-45BC-AAAF-BDC105C3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Feed, posts, commentaires, réactions, stories, groupes, événements.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45BF3-7283-4598-B876-CBCC2A50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382B9-4859-457B-A9CC-57F4722C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Chat et notifications en temps réel via SSE + Upstash Redis.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0DC12-6F93-4420-A817-DFCBBF44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4F0C9-E4AA-40E1-BEEA-5663E55B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Stockage média Cloudinary, base PostgreSQL, Prisma ORM.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1FC76-9DA2-49DF-840E-3689DBF8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0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412E5-EDB7-4E53-9519-8EC62ED9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Déploiement documenté avec Docker, Vercel/Neon/Redis.</a:t>
            </a:r>
          </a:p>
        </p:txBody>
      </p:sp>
    </p:spTree>
    <p:extLst>
      <p:ext uri="{BB962C8B-B14F-4D97-AF65-F5344CB8AC3E}">
        <p14:creationId xmlns:p14="http://schemas.microsoft.com/office/powerpoint/2010/main" val="5347610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9AB70-10A4-4414-8BA6-306E7BA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FBA0D-9E1B-4A26-861E-64B24ADF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36A5F-D019-464B-AFAF-0ACF0C8A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7C953-EF33-4276-AC4B-2E5E89D3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SYNTHÈSE RNCP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EF02F-B460-4C18-9242-90227FB2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5E5A1-7787-4BA8-AA97-26AA7D44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D690A-E5B3-451D-9372-5C9A60EE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D352E-8320-4892-AF9C-FEAD707D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VUE D'ENSEMBLE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B5959-EBDE-4605-8DA2-6D0CF55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Bilan de validation : 10 compétences démontrées, 1 compétence partielle à assumer sur les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0E94C-C4CD-4773-ABF0-68B1873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6635C-E9AF-4B7B-BB0F-7AE969EF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630F3-E615-474C-9DE7-0AE95DEE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1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Environnement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24A99-4CB4-4172-9027-6B8D7AB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36BAB-EF31-4729-A4C6-CF703F69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14B5D-9A15-4AE0-B733-019E5B6F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003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FB215-C397-433B-881C-E2C9587A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Interfaces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9995F-2E48-4090-BAFF-1B81FF85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908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82C80-5E42-4341-B29A-755A5F1A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D92C3-EBFB-4B58-B16A-F6156F08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8DA64-3F67-4EB5-9D3B-2B9E8A3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Métier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03581-F779-409F-B6A0-D840DBFA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F062F-7D86-4933-84C2-C866536E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DC547-2B3B-459C-ACBB-256C6DED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232BD-4F4A-4367-818D-E3A2B78C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Gestion projet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284FB-3DF9-4B07-B772-5EB7400C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0C119B-FDDE-4AC4-98C7-D09C53A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08C6F2-FE7B-49C2-B076-B2F844A3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52279-31A0-4DB3-84EA-1E0AC569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Analyse besoins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FB9597-5C70-4972-8EC6-ACC19B63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24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F1611-CD02-497F-8FED-39E1C4D8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8135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30611-60CE-420C-90CF-1991D421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337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6A9FA-09A6-4B75-AB1E-34946F0F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D6253D-1066-4A38-845C-5F3097A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E2C7D-F835-4E59-9580-C9F32175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8135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D306FF-3D38-4CE1-8623-737DBB1C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6118A5-72B5-4289-B730-567AD38A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BDD relationnelle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5A3220-E191-4DAF-8D24-DBF2BE4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43D9D3-6FA0-4E61-B132-81D15D0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88C5BB-90E0-4C12-BA63-C8BC7288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C17E8-5433-4153-A8A2-737BF889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Accès données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A92251-35D2-4DED-A4FC-B5BCB798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24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E60476-B946-4420-991E-6F2FB370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81FF6-DD04-49EC-8C23-7D97E27C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5716C6-BA7D-4695-9DAE-559C8B24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3E6893-067A-4723-A88D-65F47079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E58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E58A2A"/>
                </a:solidFill>
                <a:latin typeface="Aptos"/>
                <a:ea typeface="Aptos"/>
                <a:cs typeface="Aptos"/>
              </a:rPr>
              <a:t>PARTIEL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AE6CD5-86FA-45E5-A6FB-30568CA6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50A72C-48AA-4A79-84F3-42D4D0B1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672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EC357B-9B82-459C-AF82-AF713D26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48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Déploiement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D9F5E7-B880-403F-AE74-898D0714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926A0B-CE0F-4B06-A4EE-DF080661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148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E026C8-0A7A-4013-A5B9-F3CB58B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C11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D400CF-D418-420B-A4F7-6B4C9BC2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3AB101-2BDA-46C9-A5D6-6C03658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392EAC-8809-4373-8FBD-5BEDC02C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828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Position recommandée : présenter C9 comme partielle, mais montrer que la stratégie est écrite et que le socle Jest existe.</a:t>
            </a:r>
          </a:p>
        </p:txBody>
      </p:sp>
    </p:spTree>
    <p:extLst>
      <p:ext uri="{BB962C8B-B14F-4D97-AF65-F5344CB8AC3E}">
        <p14:creationId xmlns:p14="http://schemas.microsoft.com/office/powerpoint/2010/main" val="527968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215568-C509-40E7-9D70-56F57E26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47418-5165-4F0F-9D61-DB5A6EFC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47196-F118-4D57-9F12-6CE0E973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1F559-E195-4BA9-8732-46E10405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CDDDC-4C98-47F5-93AE-7CD830D3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F33BF-DB44-45DF-9DBF-8D9619B2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4F4F0-1A6E-482F-9D54-315A3276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D6E09-610E-44AC-A02B-ACCA899A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D3357-F6BA-4EAE-BC68-7A931A04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507FF-155B-499F-AC8E-FD808380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Installer et configurer son environnement de travail.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9C3C7-7799-4E05-B49B-6CE5EF46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7BD7B-92A0-46CD-9321-7B8934AB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F1B78-F8A8-4A04-A40A-9BE8FF80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5C428-FE40-4169-8DB3-39D20AA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5D91F-92B4-4530-8F1D-6F2E893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Dockerfile multi-stage, docker-compose profils dev/prod, variables d'environnement, Prisma generate/migrate, runtime Bun.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31384-B3AD-44AC-8297-F73F0808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3CFCB-05ED-4055-BBA3-6F1909A4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D9C39-DE93-44DD-BDD1-8F5329A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Dockerfile, docker-compose.yml, .env.exemple, commande de setup local.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6E8A5-933A-430C-AB5A-DA45507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6242394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6DB315-2B8F-4A7A-AEC1-1FF406FE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C7B56-A1EA-46B3-8825-0F8EF4D9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81267-934D-4AAF-B925-614E6190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C9DCF-EF9B-4C6B-84C2-3C44DCCC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4ECAB-970E-4910-88AC-6986A11C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D4BCC-DE1E-4C07-92A9-937AA0B4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4F51A-963B-4DB1-A7B8-411CF3A3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2FA5C-2F0C-4D38-85B6-262057E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40B75-A8BD-40A1-B654-E562DE8A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9EA29-3056-44AA-836A-C00A432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Développer des interfaces utilisateur.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78162-AA91-486E-BC6D-BF58B5B1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5D97E-FCA8-4CEB-9E01-5F03C7E8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54989-0CC3-41CC-B7D8-0787A67E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31D86-D9BC-4567-9816-76ACDB54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B917F-5536-4830-A846-3EA16DED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Pages Next.js App Router, composants React, shadcn/Radix, thème, maquettes, responsive, switch langue/thème.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B0D4B-3920-460C-81B1-A62A3799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DBB55-5070-407A-8D01-F53CBAE7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30F9D-EE71-4052-9BA1-9DBBCE1D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Feed, profil, create post, settings, mockup versus écran réel.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3B7D0-5E17-4587-9213-225E78DF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5280244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2D9EA-16D7-4EEE-A7E8-60FACBEC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6452A-D338-4624-9626-D98C8C6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B36C8-7F1D-4526-BAC8-29D5B02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BFA6D-16C7-4F13-BF63-0BCE7EF6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7DA8A-27EF-4A45-B1D8-3295D772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91418-3044-4A88-A2F7-A2E1774B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C0134-281E-4AFC-A3F6-C20786C6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F9A87-8205-46F0-9BCE-7CD351AB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A33BB-116D-4157-8288-EBCAD3B9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1B5A7-D68E-4457-8333-DBD01374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Développer des composants métier.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6336E-B18F-4AA8-A5D1-2FB7C018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51CF8-5A5A-4ABE-8DDF-A4FE1ECC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CC281-EC2B-4EF5-83F2-6AF708D9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D723E-C8FC-42F8-84DA-BD127F11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5020C-9AE4-431E-92BD-F11C1C1B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Système de réactions universel, posts, stories, commentaires, groupes, événements, validation Zod, réponses API normalisées.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0F751-66CA-4B39-AC11-8FC1E06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B7066-C5ED-4DBF-87B9-F358BEFB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D2E1E-DA5E-4CE3-B317-F8F07F0A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Route /api/private/reaction, upsert Prisma, contraintes uniques Reaction.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2D0CC-EC2F-4AD5-A207-40EC50EE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5537149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D8C1E-7867-45EE-AFD2-AB6258F2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C5769-99F3-40AE-BC77-3F959089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0D253-A850-4EDC-9DAB-6D5AA12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3B86C-17CC-4DE0-94DD-5F3CCB08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BBA12-CA0B-498C-ADC1-2A78D3B3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65FE4-6699-462E-A04F-CB819FFD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8D968-7E30-4B85-B781-0433C6D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08659-37BA-48DC-B570-34856D2A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DE7D2-C9EE-442D-9615-14EDA8D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EAFFD-9B72-46BC-ACCC-5D44CED8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Contribuer à la gestion d'un projet informatique.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B484D-3CAA-4009-AB6E-51CF64E7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F9EAC-6121-4F59-9DB1-37A9EE23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713D1-943D-4C18-9E44-9C2DD091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27C62-4A3A-4B0E-A0C5-F6FEF174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E1D45-8E56-491B-AE32-2B9F9A21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Git, branches, PR, issues, contribution personnelle, documentation du dossier de certification.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7C326-3F2A-4C1E-8970-7132F94B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0C1DC-A822-4C6A-B0B0-0E4FBD1B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379F9-71A3-4EB4-9FF5-39482490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Shortlog, commits Christophe, issues #40/#45/#76/#118 et contribution-personnelle.md.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36507-957F-4DDF-81F0-2221CF22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2456256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89516-53FB-421F-A6C5-C8A9443D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66E1B-02B6-4064-8E0E-58F99A43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71265-3A6C-4355-96F6-46837EB1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9294D-2D12-4FB4-B17F-A3F7849C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1CD91-2093-459D-A413-914C3EF0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E0313-9BC1-44F6-8788-B5AA24A8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FA69F-DCC2-46BC-AC9C-1F72610F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E3F82-7407-4C1F-A3A2-A205E796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CB382-BB74-40BD-AEE6-22BDE6F3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5CB2B-A353-4C0F-B3BE-247796E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Analyser les besoins et maquetter une application.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63962-08DA-4EC6-B49F-E636CA06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2D79D-6382-4401-B67F-3D316E50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E3352-1895-46DE-9D7D-FBA586EC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EAB57-2FB3-47FF-A1B7-7ADB8026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BFDB3-C362-4BBE-AF57-E61EACA3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Cahier des charges, user stories, critères d'acceptation, wireframes, mockups, priorisation.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C288D-48F2-4477-8F7D-36382135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8B8DE-E7D6-44AB-88E0-04EEC9EF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73909-B056-41AF-BADB-1C743E32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03-conception/user-stories.md et annexes Wireframe/Mockups.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3058E-B2C0-406E-A430-125D6403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1713540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D36A61-578E-4F00-B85D-262069FB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FD333-3E93-4B70-93F7-FE8C9246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5419A-DE40-43D5-93F0-A6B10361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22133-1F29-4230-B35B-E3B0FD9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28D3F-94DF-437C-B310-0884DCD8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D9B81-3277-42A2-AA97-3A79C912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C08E9-F747-4A25-BB24-6DE819C9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F1478-1395-4B3B-A584-3E9AD032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F11AD-6CDB-4C8F-A27E-0AB6B722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1576D-BD53-47B6-A453-30C25459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Définir l'architecture logicielle d'une application.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670C4-6F8F-4AEE-B8C1-77BFB82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6E084-BD5E-4464-B2AB-1FE1CFB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6DFC8-6268-4AF6-9A5F-F6DC4E4D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B9FDF-F9F9-4C9D-B831-15F4AD65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477E4-0B3D-40A5-B9C0-DD395E1E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Architecture en couches, API Routes, middleware, Prisma, Redis, Cloudinary, séquences auth et temps réel.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29915-4A51-4636-A77F-A5292B50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63E7C-58F0-475D-82ED-668BEDB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F99B4-FCE0-45DB-967C-D07BA5E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Schéma système, middleware.ts, endpoint SSE, diagrammes Mermaid.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950F5-6C65-4F7A-8371-A4F8E602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766013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9EB8A9-7483-4878-B194-CA00F97A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4058A-73A8-43FB-9F32-E04372A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D6715-03A0-4F92-B6B1-ADEB8BED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777A3-549A-454A-8081-BE61F273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24948-F0D6-452B-A3EE-ACCA2801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31467-233B-43A1-BE79-AD3B27FE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4310F-FA19-4BF7-9153-E6F15D0C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4E643-1D29-45F6-9919-94B5A94F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FD504-ADB7-41D8-BD99-0989F6EC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EA81B-46FF-4931-A149-8388C420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Concevoir et mettre en place une base de données relationnelle.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F2C54-6DB7-4F4E-8265-9F6F0EB2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5DD89-B0CF-4383-9AD3-BBF076C1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19C63-8474-4492-BCF9-68A2E917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AE099-FE1A-492E-B6F1-7E72691B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5BF59-8426-48C7-BEF6-13BF4B47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Prisma schema, 18 modèles, relations, cardinalités, enums, contraintes d'unicité composite.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78CBE-EB04-4664-A19C-4B15DA4E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30CC6-B180-4295-990B-6C7959BD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AE16E-730B-40DD-A55F-CD8713F4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prisma/schema.prisma, diagramme ER, dictionnaire de données.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6AFCB-BAF2-4B45-B0B9-76F2E31B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11128599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BD0C0-9E8F-47AE-A13D-7417F8DD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E396-3A8A-4447-9A30-19E07F36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066AF-8BE0-4AE9-B8A0-2CCBAE6B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35FEF-5D05-4986-A2C7-55F75FA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50951-369E-4FB9-8358-1096ABC7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AAC38-63A6-42A5-B9AB-DF9A2283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CF906-5159-4420-B57C-16CB6D4C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7AA67-3E4D-4361-B7FA-C3ADC9AB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ECCAC-831B-4CBE-835C-DE68903E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BC1AC-46AE-445F-949D-CC994E87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Développer des composants d'accès aux données SQL et NoSQL.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B61D6-3DEA-4BB5-BA0E-B7A7C090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9C604-4C78-4101-AEE7-A973137A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3F849-BE6C-41C5-B839-D5993B2E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DA4EB-06C1-49F2-AC1E-8FA20FB1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9CF5E-05EE-4739-9E56-1819EF3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Queries Prisma typées, filtres de visibilité, pagination, Redis Upstash pour buffer temps réel.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68F60-9111-4D36-ADAC-02E7CBB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04827-D885-4EEC-B6D4-9F8084D7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CBBB4-63AE-45EE-BE26-F75E4136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getAllPosts, updatedReaction, visibilityFilters, redis.ts.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5B4BC-23FE-47D5-80F9-899F6A1A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4319571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06D490-49A4-47E2-9CD6-C50F7554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6F163-5A4F-47C5-8D6C-AED78CA5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92BB1-C99F-43F3-980C-0ACCB23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5BAFA-B221-44A5-8286-1CE8DF6F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DC4CD-1E86-4E7C-8740-865AA868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BC067-7638-4477-B547-3ED5BFA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FE8D1-8DB2-421C-BCAD-04F93A82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F3F6-6F5D-4B8B-AD4A-6987F464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8ACB1-1EBB-40F3-9678-5EABE1F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61934-3277-4249-AFCE-8699CF27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Préparer et exécuter les plans de tests d'une application.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9A430-A677-4BD2-A159-FFE72772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5BF03-43CF-4799-860C-FC4BF094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E58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E58A2A"/>
                </a:solidFill>
                <a:latin typeface="Aptos"/>
                <a:ea typeface="Aptos"/>
                <a:cs typeface="Aptos"/>
              </a:rPr>
              <a:t>PARTIEL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43892-2E20-46CC-B927-D189005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D4E67-B84A-4AA1-A940-161403B2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482FE-759C-46A4-8899-1677417D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Configuration Jest et test d'intégration auth documenté. Couverture UI/E2E non complète.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725C8-7BA4-4098-BF9A-F5785CB0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DFCB8-ACD9-4AC8-9C73-273BE23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417B7-53F4-4AFA-92CC-279F687F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tests-strategy.md, __tests__/integrations/authentification.test.ts.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D162B-FCD4-4AC8-9D17-79B15629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2933189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82DCC-DC14-4529-A13E-8074D2F7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25D5B-1459-4C9E-ACE9-D4E5F81C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2EC06-736A-423A-B8C4-12385A50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4165D-2B36-4C6C-855F-C01A37A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9C746-9AAC-43CC-83F6-5C0AD171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1D554-E641-438E-97FE-EFC52E2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88BE2-E664-48BB-813F-610CF04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0CA5F-D7B0-4C89-806A-292BAE5C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B4342-A49D-47B9-B6CB-7F3C9B37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C3529-44FC-4388-9644-74BCDEAC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Préparer et documenter le déploiement d'une application.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8378A-4343-43A3-8149-A7818473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2B99E-F2AE-4A1E-A308-F7C5D934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E6A68-DB6E-4CA5-AFE2-B960DCFB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49DC8-5A8D-4235-B129-F63A0C8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22986-E9F3-4925-94B6-5DCB276E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Docker, Vercel, Neon, Upstash, Cloudinary, variables, migration Prisma, contrôles post-déploiement.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1BDA1-CA5C-4C11-A324-F1A9EDD4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DF73A-3BC2-473B-8F42-2276AE1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0B43F-31AE-4176-BFC8-8351D9B9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05-deploiement/README.md, Dockerfile, docker-compose.yml.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B5E95-CD63-4F0E-9B46-51FE67B8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102374637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376ED-FF8A-4A07-8084-5823CE7F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1E5A2-2BA5-41B9-B7D5-75460A72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03CF2-5ACE-4143-B0E5-85F6AC4C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A3894-5E4F-4A86-B220-13F28F8F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6BCFA-6831-4461-B379-D578D8FF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4BFBA-B8CA-4C64-B7EB-354D2875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5539A-3B64-488C-902F-594CE6D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70CA2-0A96-4613-8FB0-6D430E54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COMPÉTENCE RNCP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53350-E33D-4393-A840-55350E22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975F0-0F96-425B-B231-8F9FC203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Contribuer à la mise en production dans une démarche DevOps.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023C8-B014-4187-860B-91E92263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90F0E-76F1-42E0-B0D7-E95E9EE3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287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D80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D8068"/>
                </a:solidFill>
                <a:latin typeface="Aptos"/>
                <a:ea typeface="Aptos"/>
                <a:cs typeface="Aptos"/>
              </a:rPr>
              <a:t>DÉMONTRÉ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031E7-CE66-4C67-A0D1-E4A980AA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91EFB-2BC8-4541-8589-2F241A88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Preuves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B2EE7-43F8-4F5D-97B0-B4B2217E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Pipeline CI documenté, build/test/lint, auto-déploiement cible, rollback, healthcheck.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468DF-3AE6-48AC-A06C-648A67FC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17337-6632-4722-B92F-DA886C1A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montrer au 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1522E-01A5-4311-A55C-7352F3C7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13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Workflow décrit, PR #118, endpoint health, stratégie CI/CD.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3B4F8-CAF5-4814-914A-4677888D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Validation locale : sources croisées entre dossier de certification, arborescence projet, code, Prisma, Docker et historique Git.</a:t>
            </a:r>
          </a:p>
        </p:txBody>
      </p:sp>
    </p:spTree>
    <p:extLst>
      <p:ext uri="{BB962C8B-B14F-4D97-AF65-F5344CB8AC3E}">
        <p14:creationId xmlns:p14="http://schemas.microsoft.com/office/powerpoint/2010/main" val="3489147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3CC99-51EC-4FB3-AEED-803A2C59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207E1-A889-430F-A366-FB5B9521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1CD6D-44CB-4B26-BC69-0ECC836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984CA-CEE4-437C-A195-6A04F686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0206B-0EC4-45A9-81CC-CAE24090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754DB-3971-4DFC-BE1E-30CE88B3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1E3D7-AE9C-42BA-8CCD-3181AE78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3DD59-2206-44BD-A5B7-69803CD0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EDFAA-A698-4082-9C9C-36795286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L'environnement est reproductible : build, runtime, Prisma et production sont séparés.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C3BB9-E928-4B69-B9E6-295CF871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BF910-4B62-4C47-B44D-AABF743E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44196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FROM oven/bun:1 AS builder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RUN bun install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RUN bunx prisma generate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RUN bun run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FROM oven/bun:1 AS runner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CMD ["sh", "-c", "bunx prisma migrate deploy &amp;&amp; bun run start"]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F861A-6FFB-495F-B329-B8206125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4191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67AFF-D0FD-4038-8156-2084B960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384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docker-compose.yml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profiles: [dev] / [prod]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volumes: app-node-modules, app-next-cache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ports: 3000:3000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B75FF-6D78-46B3-B95C-255012EC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À dire : le projet peut être reconstruit depuis le dépôt, sans secrets hardcodés, avec migration Prisma au démarrage.</a:t>
            </a:r>
          </a:p>
        </p:txBody>
      </p:sp>
    </p:spTree>
    <p:extLst>
      <p:ext uri="{BB962C8B-B14F-4D97-AF65-F5344CB8AC3E}">
        <p14:creationId xmlns:p14="http://schemas.microsoft.com/office/powerpoint/2010/main" val="95089668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DE31C-0E7E-4A53-9D8A-BD9A6316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FCD5F-51B5-4F97-B537-049B0BC5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B268A-C6DE-4DFF-9CF4-12094542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BAE65-4D80-4643-8546-44D9E4C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C2/C5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95577-A4E1-445D-A86D-637EF3D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64DFA-6BE5-403C-ABEF-1317F42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4F454-A26D-4127-94F6-53B2F7B2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CC4BE-DC45-4CF5-878A-D1F783A2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MAQUETTES ET ÉCRANS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F0DBE-1D26-4DED-A739-3359E4CB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Les parcours utilisateur sont passés de wireframes à des interfaces utilisables.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10f2c52174a4c"/>
          <a:srcRect xmlns:a="http://schemas.openxmlformats.org/drawingml/2006/main" l="0" t="23" r="0" b="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190750"/>
            <a:ext cx="2857500" cy="16192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17abf7c9f448d"/>
          <a:srcRect xmlns:a="http://schemas.openxmlformats.org/drawingml/2006/main" l="167" t="0" r="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2190750"/>
            <a:ext cx="2857500" cy="13906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7f32aa02f43bb"/>
          <a:srcRect xmlns:a="http://schemas.openxmlformats.org/drawingml/2006/main" l="167" t="0" r="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2190750"/>
            <a:ext cx="2857500" cy="1390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C1B2A-9C6C-414C-BAD3-542AF0D6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Wireframe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582C9-CBC6-4A07-A5AB-364753AA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Mockup création de 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35E97-8021-4F6C-A057-CBC5D73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Profil utilisateur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852C3-1C58-4251-9F96-6D330A3C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Preuves : 43 user stories documentées, 14 pages principales, annexes mockups/wireframes, design system thème clair/sombre.</a:t>
            </a:r>
          </a:p>
        </p:txBody>
      </p:sp>
    </p:spTree>
    <p:extLst>
      <p:ext uri="{BB962C8B-B14F-4D97-AF65-F5344CB8AC3E}">
        <p14:creationId xmlns:p14="http://schemas.microsoft.com/office/powerpoint/2010/main" val="5732928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FC5CCE-84BD-46BF-9D7C-786A30E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BE2F9-1EE8-4370-8F93-60681997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D9C24-4044-4C1B-8DE5-D23E3B5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F0802-5848-4BD5-B25C-680DD89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49CBD-E6DB-4EC9-870A-1E8C4AFB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1F4BB-971B-4236-B75A-8DD667AD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8C7B8-A586-4144-8C90-DFC2D936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D9B20-00CA-47EF-ACE8-14F901DE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RÉACTIONS UNIVERSELLES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9E9E0-642B-402D-B5A8-66F85568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904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Le système de réactions est une preuve métier forte : même logique pour posts, stories et commentaires.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4E5B5-81F6-46CB-A771-DFF5BC2E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4D4F0-FB59-40E5-B27B-C2A33AF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44196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await db.reaction.upsert({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where,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update: { type: data.type },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create: createData,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@@unique([userId, postId])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@@unique([userId, storyId])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@@unique([userId, commentId])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A55FC-2A74-4E76-91AC-CFE7A6E9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9532E-5C92-47DE-9878-2F39A135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02851-1AD5-4E30-96A2-9D5A8542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Zod valide le body avant appel métier. Les filtres vérifient que l'utilisateur peut voir le post ou la 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2557D-0DA7-4CD8-B6D3-A3EA4F56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C32D1-B064-497E-AEE1-5249C2CC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Contribution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7E316-6D1C-43DC-8BA5-F1E4CA4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814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Série de commits Christophe du 08/07 au 28/07 : likes, counts temps réel, hover popup, refactor.</a:t>
            </a:r>
          </a:p>
        </p:txBody>
      </p:sp>
    </p:spTree>
    <p:extLst>
      <p:ext uri="{BB962C8B-B14F-4D97-AF65-F5344CB8AC3E}">
        <p14:creationId xmlns:p14="http://schemas.microsoft.com/office/powerpoint/2010/main" val="181405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48604-2608-441C-89D3-DE5B77C9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EB410-CA71-481D-A1AB-6392144B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D4D99-3D76-40D9-92BD-7F9E7231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0BB72-C6CB-4F73-9652-2355E42E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699FC-DA79-42B6-9AF7-992CA604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5FC20-9FE3-4696-A104-51579C1D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B9C3A-71D5-45B7-93D0-6C25017E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82F76-3FE9-4E47-882F-75401A06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GIT ET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09585-61FA-462F-98BB-2D42BEB5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La contribution personnelle est défendable par l'historique Git et les domaines fonctionnels.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A862B-6261-4467-BAAF-41579D9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FA00D-79F6-4A89-AE0C-450C350E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73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A4743-2927-4D94-8B2F-ADE9A296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commits Gabriel 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597E0-75B0-4FA8-B155-A3E59F4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622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A44B9-94D3-4823-AE61-303E7FE2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628FC-DBBE-4B19-9DEE-85A6BE85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05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commits Christophe cumulés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8DF34-8EED-4251-A2BA-E429E7BE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622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2BBE2-7FC5-45D3-8BDC-65D6EB7D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57+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E5A82-69BE-4D7F-8275-67DC4B5E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05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commits documentés dans le dossier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98100-42FC-47A4-AB1E-497CCE29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622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0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81572-52EA-4D41-9D77-DFDF15C9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2e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BB4B2-5C91-4B59-A36C-514490DA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contributeur après regroupement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CDD3E-843D-4FB5-8231-E469D8E3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00500"/>
            <a:ext cx="781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F887C-F62C-4831-B566-8252208C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52900"/>
            <a:ext cx="746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git shortlog -sn --all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42 clecart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10 CLecart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6 Christophe Lecart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Domaines : réactions, design system,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create post, stories, chat,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2579533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F4E34-173F-47D7-8D10-38DA92F3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F725B-DE1E-40A5-93CF-15B8EB7F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08D71-66FE-4DDE-91E8-B15C8BF0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63D43-CBA3-48E0-8CAA-E92B9FEC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0F658-C345-4B3A-BEF9-01E56015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9599C-E182-430B-9EEB-360F195B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BF70C-A94F-4A59-8E13-B07A55A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6CE44-B287-4016-BAC5-E2EFA994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ARCHITECTURE SYSTÈME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23D2C-AF40-4D0E-A82B-405E1B73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L'architecture montre les couches et les services externes qui portent les choix techniques.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F2AB7-4FED-4951-924F-DABCE0C1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C06B1-75CC-4A6E-A28A-04E020CF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63E33-86A9-4C44-B8E4-89BE1F39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Next.js App Router</a:t>
            </a:r>
          </a:p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React 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84178-317C-4F55-8A1E-D4FF47E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9525">
            <a:solidFill>
              <a:srgbClr val="0717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DC397-7FD0-42E9-96BE-3F507E45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727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71727"/>
                </a:solidFill>
                <a:latin typeface="Georgia"/>
                <a:ea typeface="Georgia"/>
                <a:cs typeface="Georgia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EB717-FCA0-446B-A5B1-6403243A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71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Routes privées</a:t>
            </a:r>
          </a:p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Middleware JWT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03D9B-772D-4730-A953-B2BB89AB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754BB-68A7-4792-A5EA-D7B8669D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479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Business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52FF9-D708-41AF-8F8E-AD8A33F9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71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services + Zod</a:t>
            </a:r>
          </a:p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réponses standard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FAE79-15F5-4DF0-890F-85746E0C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CCAEC-3B43-492E-9581-54F2E63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62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4E63A-3C82-4291-A575-A4B08B89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Prisma</a:t>
            </a:r>
          </a:p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PostgreSQL Neon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74417-512D-4A98-95B0-B9EA3C3E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280B9-2068-4ADA-98A5-5E437C69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Realtime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2B5B6-063C-469D-9519-5E15213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67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SSE</a:t>
            </a:r>
          </a:p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Upstash Redis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0FAC1-BAC2-430A-A875-91B973F6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94D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93A2F-E37B-4EFC-B51B-FED9D355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4D3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C94D3C"/>
                </a:solidFill>
                <a:latin typeface="Georgia"/>
                <a:ea typeface="Georgia"/>
                <a:cs typeface="Georgia"/>
              </a:rPr>
              <a:t>Media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C0CB9A-5A6A-4E1B-B2A7-C51CEA6F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Cloudinary</a:t>
            </a:r>
          </a:p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upload images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25566-14CB-49A2-B8AC-D16EEF4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76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32BB5-238C-4203-8B0C-E29E8D38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0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DC8F90-EEB2-4A7D-B6D5-88BC612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929AB8-7F85-446D-9721-26BE28A0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DA6521-B6AE-436E-8CDB-6E9C58B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45229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F92A4-18B3-4CDC-9D93-ADEE5E8E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F32AD-A831-46FA-B278-99B0C1E7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7F286-A564-4228-BB3D-1F5658A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2CDF5-226B-4165-9BDC-227884CC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E3F6B-84D9-4E0D-A4C2-9BED214F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27DCE-FD4F-469E-AAC0-7D2EC41A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14480-1DE4-4469-B37C-03D0EE6A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92BC6-C551-4DA5-84BF-02559182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AUTHENTIFICATION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6FB9A-4EA2-4D08-9A5C-F1B2F890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Le flux auth est contrôlé par le projet : JWT signé, cookie, middleware, header utilisateur.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5A8B5-604B-4756-8188-015E2865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ACA2F-C6C4-41C7-945F-1843F209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B8D7F-9B29-475B-AEC9-EF556178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1D9AC-E163-40E8-8734-58C370F4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52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4AB81-18FC-4D41-AD1D-10193605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9B60A-58DD-4155-9EA4-FCD581DB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46CDD-BD39-4EED-A6DD-28930DF5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70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API 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98348-7B18-431F-9B20-AD9553AB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52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9A8AD-EA77-442E-94F3-FC8F87B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C1BC6-D100-42A0-B265-2B672D6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1863D-983B-473D-9AD4-55AA934D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bcrypt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1559C-1564-4ECC-8CCA-EC664060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4AC0D-B434-4D1E-816C-08D4728C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ED063-5715-47CC-8569-B955D4BD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2B226-053D-4054-A0C4-2132779A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670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SignJWT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8F0A22-1CC7-48D7-8D50-95ABBCD6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259C8-2C50-4B8B-8E8B-41004684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B6B8AB-422A-4960-A11D-553ABB81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8401A-10FE-4C4F-B4A3-B98775B8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Cookie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46720C-3AAC-4DE0-9598-436D65A0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73853C-DE70-4070-83E6-63E206A3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35C9E-6F64-4A41-B9E3-A6135443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1BD79A-4676-4935-A949-90A68409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Middleware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30A71-F528-4020-9F96-023061D9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910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0602F-1D01-4C89-B5A6-7310952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43400"/>
            <a:ext cx="6896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new SignJWT(payload)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.setProtectedHeader({ alg: 'HS256' })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.setIssuedAt()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.setExpirationTime(expiresIn)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.sign(secretKey)</a:t>
            </a:r>
          </a:p>
        </p:txBody>
      </p:sp>
    </p:spTree>
    <p:extLst>
      <p:ext uri="{BB962C8B-B14F-4D97-AF65-F5344CB8AC3E}">
        <p14:creationId xmlns:p14="http://schemas.microsoft.com/office/powerpoint/2010/main" val="210524754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3321E-1D7C-4CA9-BE9C-8E35378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B4E31-6AB2-4226-9027-AE7D8C0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B1444-A723-4491-9834-FCBAABB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3D59E-6112-4A6C-8A2F-48EC78FC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C6/C8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4586F-3C81-4403-B8CC-E9756A26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D5F3C-68A5-439E-B395-CDEE3EDB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1B560-B30F-4CFD-9FCF-54645F7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13686-215C-45A1-9EF1-4D9EDE47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TEMPS RÉEL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32BE4-C300-47A9-B903-011C17BC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Le chat utilise SSE + Redis : choix simple, compatible serverless, avec un compromis assumé.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85A13-D3DB-4459-8625-85496AC4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User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5304D-405E-4930-95B7-F0D172DC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50C9C-4A83-4DB5-AF36-C911AD72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22545-83AE-440D-B395-D06E472C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7175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736C7-0B4D-4A5C-9A53-27C8CEF8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66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B085E-3E71-453D-875E-615152B0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7175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32CCB-A843-4F69-8C19-A9E68862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DE4DE-E91B-4A36-B920-ECF75E33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65997-1989-4633-A9D3-9BC800B7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User B SSE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C3ABE-9628-4E0B-86A1-490D57C8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7175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97AF7-EBED-4629-BFD3-B537A3FE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2D557-6B6C-46CD-AED2-72EAB716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POST /send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75584-8A90-4D98-BE41-A7D49873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147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0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E222A-9871-4E16-8036-12E11A5A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34EE7-68E5-4E96-BEAA-98370AE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338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7EF41-93FF-49C5-9A63-1E9A19D2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62350"/>
            <a:ext cx="396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SET latest:*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145D2-3BDB-4CF1-AC94-2A9F023B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FDF81D-5DEE-4B7D-9372-3DF34939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814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poll 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8C393-A47F-496C-A911-A74047CF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720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064C9E-E87B-4F5E-9BB2-6C377D05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005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data payload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319237-4172-461F-ABDC-B0A9D34E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Compromis à assumer : Upstash REST ne fait pas de pub/sub TCP, donc polling côté endpoint SSE.</a:t>
            </a:r>
          </a:p>
        </p:txBody>
      </p:sp>
    </p:spTree>
    <p:extLst>
      <p:ext uri="{BB962C8B-B14F-4D97-AF65-F5344CB8AC3E}">
        <p14:creationId xmlns:p14="http://schemas.microsoft.com/office/powerpoint/2010/main" val="5176192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C38C31-C8DF-4E84-B9F1-E65A0D58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4AB8F-4555-469B-B7E2-D79A6477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CC1CF-501D-4FFB-A27D-4C79C545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5B5C2-B4F3-41FF-B211-1C098F84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F184F-C7CB-48D7-9A0D-5CB3D768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DED91-C056-4ABA-A761-6B86B7F4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FD887-A333-429C-895F-7F51715B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72472-4F61-406D-A017-7F173D16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BASE DE DONNÉES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030FF-2536-4214-866F-D7B90C0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Le modèle relationnel couvre les usages sociaux et leurs contraintes d'intégrité.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4cc71d19c4126"/>
          <a:stretch xmlns:a="http://schemas.openxmlformats.org/drawingml/2006/main"/>
        </p:blipFill>
        <p:spPr>
          <a:xfrm xmlns:a="http://schemas.openxmlformats.org/drawingml/2006/main">
            <a:off x="876300" y="2138102"/>
            <a:ext cx="6858000" cy="385814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FEA9A-0676-4A3B-9E13-0CAF153A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85A79-E256-41AB-8FF0-DC112C9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18 modèles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846C1-3CFF-49AE-B4BB-76FB90E7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User, Post, Story, Comment, Reaction, Message, Conversation, Event...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7F4E2-A17A-433F-A1ED-12BD02B5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5F138-C66A-4F31-9700-76289C54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6 enums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8672A-547B-45ED-B7FB-781804D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Visibility, ReactionType, InvitationStatus, MessageStatus...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2E59F-C8CC-4A05-9DDF-72337A08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D47CD-9098-48A6-BDDD-ED68F6CB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387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Contraintes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A0037-76C2-4A9F-9ECE-7A35DC1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Unique composites sur réactions, amitiés, membres, RSVP.</a:t>
            </a:r>
          </a:p>
        </p:txBody>
      </p:sp>
    </p:spTree>
    <p:extLst>
      <p:ext uri="{BB962C8B-B14F-4D97-AF65-F5344CB8AC3E}">
        <p14:creationId xmlns:p14="http://schemas.microsoft.com/office/powerpoint/2010/main" val="198915920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28DF5-B873-40B9-AE5C-F5C4DE78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D4E19-08C7-4097-A29F-B5FFE8E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03376-1FA1-46AA-9360-9D4BB2B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0EEAE-3430-40CE-A47E-29EC234D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4AA0E-F79C-440F-A038-618AE898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E05A2-A683-4C99-9108-7EB986BF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AA4FA-A3E8-4F5A-88ED-1D343E1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B30AF-34D1-4EB0-8B00-BD9E19ED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ACCÈS AUX DONNÉES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95742-B2B7-4104-B9E8-7E4B30E0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L'accès data combine Prisma pour le relationnel et Redis pour le temps réel léger.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43E3B-8C12-47F2-A9B3-40FA3CDE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476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DEBEE-7412-40EB-97B0-25515A2A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4133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src/lib/db/queries/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post/getAllPosts.ts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post/visibilityFilters.ts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reaction/updatedReaction.ts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  messages/visibilityFilters.ts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src/lib/server/websocket/redis.ts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60990-2AC7-4BEA-BE1E-8BC2B304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7677D-7908-4C51-A349-23A5B83A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2DC14-A710-49CC-93F1-ED8AC4D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3657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Prisma fournit des requêtes typées, des relations explicites et réduit le risque d'injection SQL.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62D81-9560-4510-875A-FB381B34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F5123-27FB-4B03-9297-DA9D8933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NoSQL / key-value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2FAA4-84C7-4BC3-A40B-F7F4C024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3657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Upstash Redis stocke les derniers messages par clés latest:chat:* pour les flux SSE.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92F93-7F13-44C3-A57A-24C62F2E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Preuve importante : les filtres de visibilité empêchent d'agir sur un contenu non visible par l'utilisateur.</a:t>
            </a:r>
          </a:p>
        </p:txBody>
      </p:sp>
    </p:spTree>
    <p:extLst>
      <p:ext uri="{BB962C8B-B14F-4D97-AF65-F5344CB8AC3E}">
        <p14:creationId xmlns:p14="http://schemas.microsoft.com/office/powerpoint/2010/main" val="18859283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8FD8A7-7BEF-4CEB-AAFA-EA3C101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47DDC-283E-4503-AE0D-EA0CB028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E89E9-2686-4279-8478-27C161B5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AAD26-688B-4101-96BC-E499740C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6DDB7-3BEA-4CDA-9102-322D9230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95535-CE92-432E-82E8-431C90D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6F5DF-2CBC-4ED2-A20E-3C38D91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473BC-4328-4FDD-9E99-65D26A7E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51C64-0696-483F-9E53-4E51234F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Le statut tests doit être dit franchement : stratégie solide, exécution incomplète dans le repo local.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B7DA1-3FC1-4C68-BB98-DBDC4417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04D9B-07AD-41AD-B153-0BD90813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Existant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3CDA9-2A3D-4229-8215-19A33949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jest.config.ts, setup/teardown, test d'intégration auth/register documenté.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6A819-C9FC-4DC0-B643-33F12F0B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4359A-1F88-4850-BAB6-6D70FA24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À étendre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FB8CC-7F7F-4697-AAA4-BF67ACA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Tests UI, E2E Playwright, endpoints post/chat/friend-requests, contrats SSE.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EEB35-4DF0-46A6-93B0-BB63B18A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94D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311E8-F403-475C-AED0-723693FB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4D3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C94D3C"/>
                </a:solidFill>
                <a:latin typeface="Georgia"/>
                <a:ea typeface="Georgia"/>
                <a:cs typeface="Georgia"/>
              </a:rPr>
              <a:t>Validation locale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8F77A-6F41-49A8-AE7F-6AA67C0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Tests/build non rejoués complètement : dépendances absentes, npm install interrompu par timeout.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68EFE-F36A-43E2-8C73-067869CE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ACD25-3D04-4FC3-B3F6-CB91EBB5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38650"/>
            <a:ext cx="6896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npm.cmd test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→ node_modules/.bin/jest introuvable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npm.cmd run build</a:t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→ next introuvable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DDE8EF"/>
                </a:solidFill>
                <a:latin typeface="Aptos Mono"/>
                <a:ea typeface="Aptos Mono"/>
                <a:cs typeface="Aptos Mono"/>
              </a:rPr>
              <a:t>Conclusion : environnement à réinstaller avant démo exécutable.</a:t>
            </a:r>
          </a:p>
        </p:txBody>
      </p:sp>
    </p:spTree>
    <p:extLst>
      <p:ext uri="{BB962C8B-B14F-4D97-AF65-F5344CB8AC3E}">
        <p14:creationId xmlns:p14="http://schemas.microsoft.com/office/powerpoint/2010/main" val="143121953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778C2-7C27-4495-B7C1-E93AF64B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17254-9027-4502-B463-ECAA3D4B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51893-F77B-4D7A-8C23-2A24D43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A3D03-8939-4A42-9608-A62EA7BB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PREUVE C10/C11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F6E48-63EB-4009-98FF-A33F358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7365A-F904-452F-B1E2-44AB25C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BF113-0BC9-4BE1-A206-5F8F8B7D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94AAE-83F8-4254-8C46-6DB5C58D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DÉPLOIEMENT ET DEVOPS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4A27E-7557-4DBE-AD59-A74E4E2A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La chaîne cible est claire : Docker local, Vercel pour Next.js, Neon, Upstash, Cloudinary.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3A6DA-7083-41B5-913D-6FEDEAAA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FF6CF-5326-4CB2-9F3B-C4C0F990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Local Docker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EB1DE-8B94-4C3A-8633-2CE4AE4E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compose dev/prod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6C81B-2FFD-46DE-B891-441BD092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43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C2146-6F61-4CD4-A73C-4967C2C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65D58-26D8-4B2B-816C-58D2612E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94A11-EA02-4696-9EEC-5F41024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issues, PR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1D1C1-E9C6-453A-A33F-B29F0846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B62F6-286B-446F-A3D2-53EE6E93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62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B2F7B-5D39-4148-AC77-A2CE3EC4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337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80124-FC9D-468A-986E-72744731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575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lint/test/build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DA5AE-98C5-4F68-B158-77DD6A30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26B14-15A3-46D5-AB16-946ADB4C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62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566FE-D25F-4CC8-8163-D022741A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Vercel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D241E-6E54-49E2-93A2-D84E3E4D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575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build + SSL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E8F18-A757-4F04-8530-5070BE09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2B1D5-CCF4-49A5-9490-9FEC9C21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918EA-FE62-4922-8713-8ECCD431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Prod services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3B913-2012-4E33-9A0C-ED2A7279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Neon/Redis/CDN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1FE53-9174-42C4-9672-102BE5A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Axe d'amélioration visible : activer Sentry et s'assurer que le pipeline GitHub Actions existe dans le repo public au moment de la soutenance.</a:t>
            </a:r>
          </a:p>
        </p:txBody>
      </p:sp>
    </p:spTree>
    <p:extLst>
      <p:ext uri="{BB962C8B-B14F-4D97-AF65-F5344CB8AC3E}">
        <p14:creationId xmlns:p14="http://schemas.microsoft.com/office/powerpoint/2010/main" val="194142677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AF806-00AA-4AF2-A316-36F7F251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AC402-62DB-4219-9846-E45D54FC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3D26B-D1BF-4E1C-A620-B95015CE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6DD5F-0AC4-45BC-B39A-FF52B38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SÉCURITÉ RGPD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BB6F2-19CE-4957-9C7E-C492781C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8B363-9F2F-4FF2-9D9A-E04CD95E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1595E-A8B9-4372-9BF9-8DAC9371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C19A7-F12A-4CE6-AE9C-A5BA7026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TRANSVERSE AUX 3 BLOCS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F00EF-2EFF-4721-9BD1-8EBC9CD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La sécurité doit revenir dans chaque bloc : auth, validation, données, déploiement.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7EFDA-0404-442F-9486-FE544AD6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19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4B8FE-ECC5-4886-A2B4-40B368BB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Mesures en 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07947-5361-405F-8DCB-9090CA56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JWT, cookie HttpOnly, bcrypt 12, middleware, Zod, Prisma, variables d'environnement, OAuth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F7EC4-9244-45CB-9CF5-E186B934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19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B9879-5A02-4225-85ED-C1CD0A5F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Limites assumées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33365-64B1-42A8-920E-BF5A7F81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1940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Révocation JWT, rate limiting, droit à l'oubli complet, portabilité, monitoring d'erreurs.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18918-4628-4773-BFAD-12CC259B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F268D-5E45-4D23-9B4A-06F3A894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0050"/>
            <a:ext cx="651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Angle soutenance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B4B85-383D-4E9A-B803-98A18F96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651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Ne pas dire que tout est parfait : montrer les protections déjà codées, puis le plan de durcissement RGPD/sécurité.</a:t>
            </a:r>
          </a:p>
        </p:txBody>
      </p:sp>
    </p:spTree>
    <p:extLst>
      <p:ext uri="{BB962C8B-B14F-4D97-AF65-F5344CB8AC3E}">
        <p14:creationId xmlns:p14="http://schemas.microsoft.com/office/powerpoint/2010/main" val="81101777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60EEB-EABD-488F-BCEB-9335D72C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16A6A-8E76-4BC5-8C1F-4D918D2F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63EF5-C9B0-44AF-B34F-CD2E8460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A54CC-4F7C-49E1-85A2-A5EF3C68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PLAN DE DÉMO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7BC30-6DA9-4F2E-A028-24C355FD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9F715-A51E-4313-AC9F-EE6C9183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AA681-4F14-435B-B16D-FDC3CFAE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B7D7B-F804-4471-B8C5-39D5EBDE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CE QU'IL FAUT MONTRER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22AA1-39E4-4B4E-AE64-A0CFBC60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Une démo courte peut couvrir presque tout le titre si elle suit le bon ordre.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C0EDB-5563-44C9-BAD9-CFF857F9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2355E-F4C4-4144-9527-FDC2A283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431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1. Login + cookie authToken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A8D33-2D00-41E0-8527-089D6A6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9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0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CF48F-8256-4346-86A4-EB3A2655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2. Feed + création de post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C5E56-1CB7-449C-B9B6-14BA8A56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38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8891B-F5F3-423A-8590-FAA17A70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718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3. Réaction sur post/story/comment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9B7F8-93D7-43D1-8FBB-019E97FD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38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79203-DB95-4EA5-B5E2-DCA42DA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4. Profil + responsive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AA14D-51C2-4223-AE07-B129048F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67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0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06761-2727-4539-B7A6-C8C2423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04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5. Chat SSE ou explication du flux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076AA-86B8-4FB4-85B9-4E87322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5E294-EDB6-4343-805D-659EF82B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6. Dockerfile + Prisma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FCC5D-5816-4652-86B3-6307CF00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95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EE006-C02E-429D-8D4A-9EE2E8E9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291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7. Git shortlog + commits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8DF32B-1009-479D-9B72-6ED58DDA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But : éviter la visite guidée longue. Chaque action doit prouver une compétence.</a:t>
            </a:r>
          </a:p>
        </p:txBody>
      </p:sp>
    </p:spTree>
    <p:extLst>
      <p:ext uri="{BB962C8B-B14F-4D97-AF65-F5344CB8AC3E}">
        <p14:creationId xmlns:p14="http://schemas.microsoft.com/office/powerpoint/2010/main" val="165638022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13298-8236-4938-9080-9361EFA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C06EA-0845-4D7E-B011-91DCC34A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8CF41-9307-4488-835C-23CF4C5F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EF316-7689-4284-9BC1-F850FC62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CA3D7-E73C-4B84-BBAA-CFDEA768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036AF-061F-4392-9F80-2C4ED953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C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8E806-4C5D-434F-A027-D016C277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3F66A-0236-45BB-B693-2930DA77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MESSAGE FINAL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22879-77CD-4F2B-99AC-FA59676A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Social Network valide une posture de concepteur développeur : comprendre, construire, sécuriser, documenter.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256EF-FA56-4555-9CA9-5EFBFAE8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D80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6DA6A-8C9A-4354-A79D-4982CB4C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06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4D8068"/>
                </a:solidFill>
                <a:latin typeface="Georgia"/>
                <a:ea typeface="Georgia"/>
                <a:cs typeface="Georgia"/>
              </a:rPr>
              <a:t>Solide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C8A31-3CED-4573-B1D2-2B7CF307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251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UI, composants métier, API, données, architecture, déploiement documenté.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C72F9-020F-48B9-AE78-424ADBA6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E58A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29A83-9F1C-415E-8442-0CE05E3E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A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58A2A"/>
                </a:solidFill>
                <a:latin typeface="Georgia"/>
                <a:ea typeface="Georgia"/>
                <a:cs typeface="Georgia"/>
              </a:rPr>
              <a:t>Honnête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C5CFD-B4CA-4074-840C-785FEC6A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62300"/>
            <a:ext cx="251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Tests partiels, polling Redis, RGPD à durcir, monitoring à installer.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4AB6B-E7AF-44FF-9E9D-8084A430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E1852-38C9-4CA5-835B-7ABF5A35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384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E8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F6E8C"/>
                </a:solidFill>
                <a:latin typeface="Georgia"/>
                <a:ea typeface="Georgia"/>
                <a:cs typeface="Georgia"/>
              </a:rPr>
              <a:t>Projection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12B7E-E93C-48D0-956A-F8ABF580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62300"/>
            <a:ext cx="2514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Alternance full stack orientée qualité logicielle, sécurité et maintenabilité.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933F2-070A-40C3-A082-0530EBB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0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5202B"/>
                </a:solidFill>
                <a:latin typeface="Georgia"/>
                <a:ea typeface="Georgia"/>
                <a:cs typeface="Georgia"/>
              </a:rPr>
              <a:t>Phrase de clôture : je sais relier chaque choix technique à une compétence RNCP et à une preuve vérifiable.</a:t>
            </a:r>
          </a:p>
        </p:txBody>
      </p:sp>
    </p:spTree>
    <p:extLst>
      <p:ext uri="{BB962C8B-B14F-4D97-AF65-F5344CB8AC3E}">
        <p14:creationId xmlns:p14="http://schemas.microsoft.com/office/powerpoint/2010/main" val="473471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2026-05-19T08:17:16.8900000Z</dcterms:created>
  <dcterms:modified xsi:type="dcterms:W3CDTF">2026-05-19T08:17:16.8900000Z</dcterms:modified>
</coreProperties>
</file>